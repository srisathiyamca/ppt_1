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3" r:id="rId4"/>
    <p:sldId id="257" r:id="rId5"/>
    <p:sldId id="262" r:id="rId6"/>
    <p:sldId id="258" r:id="rId7"/>
    <p:sldId id="260" r:id="rId8"/>
    <p:sldId id="261" r:id="rId9"/>
    <p:sldId id="259" r:id="rId10"/>
    <p:sldId id="264" r:id="rId11"/>
    <p:sldId id="268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595959"/>
    <a:srgbClr val="FF470D"/>
    <a:srgbClr val="FF9241"/>
    <a:srgbClr val="FF5621"/>
    <a:srgbClr val="E2B126"/>
    <a:srgbClr val="FFC000"/>
    <a:srgbClr val="33CCCC"/>
    <a:srgbClr val="40C4F4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70" y="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26B9-1600-406F-BA30-C551958FB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E9875-3843-4E91-A25F-0F0337297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4DA84-8CEA-4F3B-86A5-FBFF5E10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1B49B-C508-491D-B336-28C39D2F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3ECF8-F12C-48E3-A917-5E891016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099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8331-78DB-4FAD-97CB-FC9DD9E1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E979-F472-431A-AB40-037BC5AE5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80EBB-98C8-4150-BFA1-C862A472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FB1FC-ADBF-4B7F-B401-B843D86C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C4F68-C999-4656-8904-FCA9435A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563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87DB-631C-4489-B209-0E893EF7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4C88B-B3EC-4379-BB5C-988964656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73DEF-14D1-4CFE-9A83-6AFA7EE1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D31A-B976-4535-98CB-DBCCC5B3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5AE9F-141F-4E1F-B6DF-9BF71F4D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312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C31D-C35D-4AAB-87C6-7E4B1F98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4E71-8371-4F6A-AF4E-B05260440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8CEDC-052C-4FE1-94D4-A1A1BCD42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DE89A-875E-4BFB-95D9-A59DA1A7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4F10F-4F59-4AEE-B4B0-7A4A2475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87AA2-BEE7-4953-AE45-BED1AFB1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0495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8C3F-C029-4DC9-B140-A5EC5D7AF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89C4E-50C6-4587-B430-8750CE81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8CDD1-0066-446C-AA44-D1F6A759F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EDFF5-D460-44E5-A486-39C3886F0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D587D-8E4D-470B-A8F9-5FE5A5711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627D3-8CB9-4B05-906F-8E03381F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54CD9-30E3-4376-AB18-8575F9BA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B9451-2896-4005-A79E-A4AA2D6E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2436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36F0-2851-4348-BFE8-728EAA8B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B9DC8-1015-43DC-9910-D403862D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406F9-30F5-4E0E-8E3A-381160B7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2808B-D45D-4827-BF8A-5C07DAE6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4756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8B3EE-74BB-4FF7-8595-08A47EF5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8324F-B723-4560-B2FA-2F866C00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3FC13-9F76-4AC8-94A5-6A5F4D02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397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7BF2-833F-42F5-B083-4BDDBD0A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39E1-3302-49E4-A205-EA19AB66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8DB77-11D8-48C3-8B5F-B91A38964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0D2E0-25DA-4D03-8BB1-C32BDB4D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1606B-0026-4824-8A29-D9952A27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31836-9709-4559-A049-5DFCF4A4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2341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8527-D757-4AA2-A8FB-3022B532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EBB3E-4779-4A22-93B0-3ADA0B896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96896-6E35-4232-814B-A9C22FA04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1187F-1611-4A23-8601-9EFBAE473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3372D-1527-4A29-98E8-83E4ECCC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9DE79-2ED7-415B-A1C4-F8BE7125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249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D6C5-A56A-4435-BAED-6D13B68B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30EA7-1BDC-40B0-B87C-A4C5B20AB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8D5D-24DB-4F58-9CA2-6A38FD2A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E26CD-7DF8-4F6B-A4FD-B3C18C46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C830D-CB5D-44AB-AC8D-2337CCF4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748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E6593-241F-4CD9-92B0-B10C306D2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57B60-0667-4DAD-9325-50ADAACB0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5709-918F-462A-AA6C-4913C6BA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D518-30CB-4F4D-802D-85BE6ECA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87F58-19D4-4F27-81CE-2D71B013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0179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60A84-EF76-4571-B5DE-FBA8A0E9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2C23F-07E8-4665-875C-9735109B6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D79BF-966D-4C76-8D5D-CC59E283A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CD408-295E-4226-9C4C-6BF660765EF4}" type="datetimeFigureOut">
              <a:rPr lang="en-MY" smtClean="0"/>
              <a:t>9/4/2019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E272E-9BFC-4E1D-8EDA-C7344753B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414BF-C9ED-49A0-950F-F09BCB5DB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F0D79-FA02-4161-97FB-172550B7E1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122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1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2.svg"/><Relationship Id="rId7" Type="http://schemas.openxmlformats.org/officeDocument/2006/relationships/image" Target="../media/image10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080C53E-F1AB-409E-B394-0678D92AAFF1}"/>
              </a:ext>
            </a:extLst>
          </p:cNvPr>
          <p:cNvSpPr/>
          <p:nvPr/>
        </p:nvSpPr>
        <p:spPr>
          <a:xfrm>
            <a:off x="5381898" y="1965960"/>
            <a:ext cx="2926080" cy="2926080"/>
          </a:xfrm>
          <a:prstGeom prst="ellipse">
            <a:avLst/>
          </a:prstGeom>
          <a:solidFill>
            <a:srgbClr val="2E75B6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489478-0E91-46F4-A39D-9CF6EF036B97}"/>
              </a:ext>
            </a:extLst>
          </p:cNvPr>
          <p:cNvSpPr/>
          <p:nvPr/>
        </p:nvSpPr>
        <p:spPr>
          <a:xfrm>
            <a:off x="3933372" y="1965960"/>
            <a:ext cx="2926080" cy="2926080"/>
          </a:xfrm>
          <a:prstGeom prst="ellipse">
            <a:avLst/>
          </a:prstGeom>
          <a:solidFill>
            <a:srgbClr val="FF0000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9D226893-0B41-4897-9BF3-A67C769E9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5760" y="3035914"/>
            <a:ext cx="914400" cy="914400"/>
          </a:xfrm>
          <a:prstGeom prst="rect">
            <a:avLst/>
          </a:prstGeom>
        </p:spPr>
      </p:pic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AAF4D958-5C97-46D3-8F6C-8889961EF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6902" y="2971800"/>
            <a:ext cx="914400" cy="914400"/>
          </a:xfrm>
          <a:prstGeom prst="rect">
            <a:avLst/>
          </a:prstGeom>
        </p:spPr>
      </p:pic>
      <p:pic>
        <p:nvPicPr>
          <p:cNvPr id="11" name="Graphic 10" descr="Lightbulb">
            <a:extLst>
              <a:ext uri="{FF2B5EF4-FFF2-40B4-BE49-F238E27FC236}">
                <a16:creationId xmlns:a16="http://schemas.microsoft.com/office/drawing/2014/main" id="{3FD80915-A703-458D-B029-710FF25D83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8445" y="2971800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1AFC8A-D000-4405-9C5A-5B0E6083D0EE}"/>
              </a:ext>
            </a:extLst>
          </p:cNvPr>
          <p:cNvSpPr txBox="1"/>
          <p:nvPr/>
        </p:nvSpPr>
        <p:spPr>
          <a:xfrm>
            <a:off x="3373148" y="332829"/>
            <a:ext cx="54457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Awesome Venn Diagram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B5E28-9649-4DEB-A812-5F3770DF3FC4}"/>
              </a:ext>
            </a:extLst>
          </p:cNvPr>
          <p:cNvSpPr txBox="1"/>
          <p:nvPr/>
        </p:nvSpPr>
        <p:spPr>
          <a:xfrm>
            <a:off x="8003179" y="4703355"/>
            <a:ext cx="3628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accent5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6000" dirty="0">
              <a:solidFill>
                <a:schemeClr val="accent5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AA01D-11BA-4131-A1C5-A031814CB6CF}"/>
              </a:ext>
            </a:extLst>
          </p:cNvPr>
          <p:cNvSpPr txBox="1"/>
          <p:nvPr/>
        </p:nvSpPr>
        <p:spPr>
          <a:xfrm>
            <a:off x="610102" y="4703355"/>
            <a:ext cx="3628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3200" dirty="0">
                <a:solidFill>
                  <a:srgbClr val="C00000"/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6000" dirty="0">
              <a:solidFill>
                <a:srgbClr val="C0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349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12" grpId="0"/>
      <p:bldP spid="13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D63B8F0-4EB1-460C-8D29-E140125436BF}"/>
              </a:ext>
            </a:extLst>
          </p:cNvPr>
          <p:cNvGrpSpPr/>
          <p:nvPr/>
        </p:nvGrpSpPr>
        <p:grpSpPr>
          <a:xfrm rot="5400000">
            <a:off x="6477000" y="2085506"/>
            <a:ext cx="5209722" cy="3448988"/>
            <a:chOff x="3505200" y="2009306"/>
            <a:chExt cx="5209722" cy="344898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E21B33-0C49-4D11-B3FE-4C3C64278A1F}"/>
                </a:ext>
              </a:extLst>
            </p:cNvPr>
            <p:cNvSpPr/>
            <p:nvPr/>
          </p:nvSpPr>
          <p:spPr>
            <a:xfrm>
              <a:off x="5229678" y="2308021"/>
              <a:ext cx="1752600" cy="2851558"/>
            </a:xfrm>
            <a:custGeom>
              <a:avLst/>
              <a:gdLst>
                <a:gd name="connsiteX0" fmla="*/ 876300 w 1752600"/>
                <a:gd name="connsiteY0" fmla="*/ 0 h 2851558"/>
                <a:gd name="connsiteX1" fmla="*/ 915150 w 1752600"/>
                <a:gd name="connsiteY1" fmla="*/ 18715 h 2851558"/>
                <a:gd name="connsiteX2" fmla="*/ 1752600 w 1752600"/>
                <a:gd name="connsiteY2" fmla="*/ 1425779 h 2851558"/>
                <a:gd name="connsiteX3" fmla="*/ 915150 w 1752600"/>
                <a:gd name="connsiteY3" fmla="*/ 2832843 h 2851558"/>
                <a:gd name="connsiteX4" fmla="*/ 876300 w 1752600"/>
                <a:gd name="connsiteY4" fmla="*/ 2851558 h 2851558"/>
                <a:gd name="connsiteX5" fmla="*/ 837450 w 1752600"/>
                <a:gd name="connsiteY5" fmla="*/ 2832843 h 2851558"/>
                <a:gd name="connsiteX6" fmla="*/ 0 w 1752600"/>
                <a:gd name="connsiteY6" fmla="*/ 1425779 h 2851558"/>
                <a:gd name="connsiteX7" fmla="*/ 837450 w 1752600"/>
                <a:gd name="connsiteY7" fmla="*/ 18715 h 2851558"/>
                <a:gd name="connsiteX8" fmla="*/ 876300 w 1752600"/>
                <a:gd name="connsiteY8" fmla="*/ 0 h 2851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2600" h="2851558">
                  <a:moveTo>
                    <a:pt x="876300" y="0"/>
                  </a:moveTo>
                  <a:lnTo>
                    <a:pt x="915150" y="18715"/>
                  </a:lnTo>
                  <a:cubicBezTo>
                    <a:pt x="1413973" y="289691"/>
                    <a:pt x="1752600" y="818190"/>
                    <a:pt x="1752600" y="1425779"/>
                  </a:cubicBezTo>
                  <a:cubicBezTo>
                    <a:pt x="1752600" y="2033368"/>
                    <a:pt x="1413973" y="2561867"/>
                    <a:pt x="915150" y="2832843"/>
                  </a:cubicBezTo>
                  <a:lnTo>
                    <a:pt x="876300" y="2851558"/>
                  </a:lnTo>
                  <a:lnTo>
                    <a:pt x="837450" y="2832843"/>
                  </a:lnTo>
                  <a:cubicBezTo>
                    <a:pt x="338627" y="2561867"/>
                    <a:pt x="0" y="2033368"/>
                    <a:pt x="0" y="1425779"/>
                  </a:cubicBezTo>
                  <a:cubicBezTo>
                    <a:pt x="0" y="818190"/>
                    <a:pt x="338627" y="289691"/>
                    <a:pt x="837450" y="18715"/>
                  </a:cubicBezTo>
                  <a:lnTo>
                    <a:pt x="876300" y="0"/>
                  </a:lnTo>
                  <a:close/>
                </a:path>
              </a:pathLst>
            </a:custGeom>
            <a:solidFill>
              <a:srgbClr val="FF6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C7A316B-4291-4F01-B412-6AD862E8AE0E}"/>
                </a:ext>
              </a:extLst>
            </p:cNvPr>
            <p:cNvSpPr/>
            <p:nvPr/>
          </p:nvSpPr>
          <p:spPr>
            <a:xfrm>
              <a:off x="3505200" y="2009306"/>
              <a:ext cx="2504622" cy="3448988"/>
            </a:xfrm>
            <a:custGeom>
              <a:avLst/>
              <a:gdLst>
                <a:gd name="connsiteX0" fmla="*/ 1600200 w 2324100"/>
                <a:gd name="connsiteY0" fmla="*/ 0 h 3200400"/>
                <a:gd name="connsiteX1" fmla="*/ 2223070 w 2324100"/>
                <a:gd name="connsiteY1" fmla="*/ 125752 h 3200400"/>
                <a:gd name="connsiteX2" fmla="*/ 2324100 w 2324100"/>
                <a:gd name="connsiteY2" fmla="*/ 174421 h 3200400"/>
                <a:gd name="connsiteX3" fmla="*/ 2285250 w 2324100"/>
                <a:gd name="connsiteY3" fmla="*/ 193136 h 3200400"/>
                <a:gd name="connsiteX4" fmla="*/ 1447800 w 2324100"/>
                <a:gd name="connsiteY4" fmla="*/ 1600200 h 3200400"/>
                <a:gd name="connsiteX5" fmla="*/ 2285250 w 2324100"/>
                <a:gd name="connsiteY5" fmla="*/ 3007264 h 3200400"/>
                <a:gd name="connsiteX6" fmla="*/ 2324100 w 2324100"/>
                <a:gd name="connsiteY6" fmla="*/ 3025979 h 3200400"/>
                <a:gd name="connsiteX7" fmla="*/ 2223070 w 2324100"/>
                <a:gd name="connsiteY7" fmla="*/ 3074648 h 3200400"/>
                <a:gd name="connsiteX8" fmla="*/ 1600200 w 2324100"/>
                <a:gd name="connsiteY8" fmla="*/ 3200400 h 3200400"/>
                <a:gd name="connsiteX9" fmla="*/ 0 w 2324100"/>
                <a:gd name="connsiteY9" fmla="*/ 1600200 h 3200400"/>
                <a:gd name="connsiteX10" fmla="*/ 1600200 w 2324100"/>
                <a:gd name="connsiteY10" fmla="*/ 0 h 320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100" h="3200400">
                  <a:moveTo>
                    <a:pt x="1600200" y="0"/>
                  </a:moveTo>
                  <a:cubicBezTo>
                    <a:pt x="1821142" y="0"/>
                    <a:pt x="2031625" y="44777"/>
                    <a:pt x="2223070" y="125752"/>
                  </a:cubicBezTo>
                  <a:lnTo>
                    <a:pt x="2324100" y="174421"/>
                  </a:lnTo>
                  <a:lnTo>
                    <a:pt x="2285250" y="193136"/>
                  </a:lnTo>
                  <a:cubicBezTo>
                    <a:pt x="1786427" y="464112"/>
                    <a:pt x="1447800" y="992611"/>
                    <a:pt x="1447800" y="1600200"/>
                  </a:cubicBezTo>
                  <a:cubicBezTo>
                    <a:pt x="1447800" y="2207789"/>
                    <a:pt x="1786427" y="2736288"/>
                    <a:pt x="2285250" y="3007264"/>
                  </a:cubicBezTo>
                  <a:lnTo>
                    <a:pt x="2324100" y="3025979"/>
                  </a:lnTo>
                  <a:lnTo>
                    <a:pt x="2223070" y="3074648"/>
                  </a:lnTo>
                  <a:cubicBezTo>
                    <a:pt x="2031625" y="3155623"/>
                    <a:pt x="1821142" y="3200400"/>
                    <a:pt x="1600200" y="3200400"/>
                  </a:cubicBezTo>
                  <a:cubicBezTo>
                    <a:pt x="716434" y="3200400"/>
                    <a:pt x="0" y="2483966"/>
                    <a:pt x="0" y="1600200"/>
                  </a:cubicBezTo>
                  <a:cubicBezTo>
                    <a:pt x="0" y="716434"/>
                    <a:pt x="716434" y="0"/>
                    <a:pt x="160020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19B806E-5F20-4BDB-A2D4-A8822E7FF2D4}"/>
                </a:ext>
              </a:extLst>
            </p:cNvPr>
            <p:cNvSpPr/>
            <p:nvPr/>
          </p:nvSpPr>
          <p:spPr>
            <a:xfrm>
              <a:off x="6210300" y="2009306"/>
              <a:ext cx="2504622" cy="3448988"/>
            </a:xfrm>
            <a:custGeom>
              <a:avLst/>
              <a:gdLst>
                <a:gd name="connsiteX0" fmla="*/ 723900 w 2324100"/>
                <a:gd name="connsiteY0" fmla="*/ 0 h 3200400"/>
                <a:gd name="connsiteX1" fmla="*/ 2324100 w 2324100"/>
                <a:gd name="connsiteY1" fmla="*/ 1600200 h 3200400"/>
                <a:gd name="connsiteX2" fmla="*/ 723900 w 2324100"/>
                <a:gd name="connsiteY2" fmla="*/ 3200400 h 3200400"/>
                <a:gd name="connsiteX3" fmla="*/ 101030 w 2324100"/>
                <a:gd name="connsiteY3" fmla="*/ 3074648 h 3200400"/>
                <a:gd name="connsiteX4" fmla="*/ 0 w 2324100"/>
                <a:gd name="connsiteY4" fmla="*/ 3025979 h 3200400"/>
                <a:gd name="connsiteX5" fmla="*/ 38850 w 2324100"/>
                <a:gd name="connsiteY5" fmla="*/ 3007264 h 3200400"/>
                <a:gd name="connsiteX6" fmla="*/ 876300 w 2324100"/>
                <a:gd name="connsiteY6" fmla="*/ 1600200 h 3200400"/>
                <a:gd name="connsiteX7" fmla="*/ 38850 w 2324100"/>
                <a:gd name="connsiteY7" fmla="*/ 193136 h 3200400"/>
                <a:gd name="connsiteX8" fmla="*/ 0 w 2324100"/>
                <a:gd name="connsiteY8" fmla="*/ 174421 h 3200400"/>
                <a:gd name="connsiteX9" fmla="*/ 101030 w 2324100"/>
                <a:gd name="connsiteY9" fmla="*/ 125752 h 3200400"/>
                <a:gd name="connsiteX10" fmla="*/ 723900 w 2324100"/>
                <a:gd name="connsiteY10" fmla="*/ 0 h 320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100" h="3200400">
                  <a:moveTo>
                    <a:pt x="723900" y="0"/>
                  </a:moveTo>
                  <a:cubicBezTo>
                    <a:pt x="1607666" y="0"/>
                    <a:pt x="2324100" y="716434"/>
                    <a:pt x="2324100" y="1600200"/>
                  </a:cubicBezTo>
                  <a:cubicBezTo>
                    <a:pt x="2324100" y="2483966"/>
                    <a:pt x="1607666" y="3200400"/>
                    <a:pt x="723900" y="3200400"/>
                  </a:cubicBezTo>
                  <a:cubicBezTo>
                    <a:pt x="502959" y="3200400"/>
                    <a:pt x="292475" y="3155623"/>
                    <a:pt x="101030" y="3074648"/>
                  </a:cubicBezTo>
                  <a:lnTo>
                    <a:pt x="0" y="3025979"/>
                  </a:lnTo>
                  <a:lnTo>
                    <a:pt x="38850" y="3007264"/>
                  </a:lnTo>
                  <a:cubicBezTo>
                    <a:pt x="537673" y="2736288"/>
                    <a:pt x="876300" y="2207789"/>
                    <a:pt x="876300" y="1600200"/>
                  </a:cubicBezTo>
                  <a:cubicBezTo>
                    <a:pt x="876300" y="992611"/>
                    <a:pt x="537673" y="464112"/>
                    <a:pt x="38850" y="193136"/>
                  </a:cubicBezTo>
                  <a:lnTo>
                    <a:pt x="0" y="174421"/>
                  </a:lnTo>
                  <a:lnTo>
                    <a:pt x="101030" y="125752"/>
                  </a:lnTo>
                  <a:cubicBezTo>
                    <a:pt x="292475" y="44777"/>
                    <a:pt x="502959" y="0"/>
                    <a:pt x="723900" y="0"/>
                  </a:cubicBez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1" name="Graphic 10" descr="Gears">
            <a:extLst>
              <a:ext uri="{FF2B5EF4-FFF2-40B4-BE49-F238E27FC236}">
                <a16:creationId xmlns:a16="http://schemas.microsoft.com/office/drawing/2014/main" id="{4212087A-D487-4235-8942-3D8A7008A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3890" y="5091339"/>
            <a:ext cx="914400" cy="914400"/>
          </a:xfrm>
          <a:prstGeom prst="rect">
            <a:avLst/>
          </a:prstGeom>
        </p:spPr>
      </p:pic>
      <p:pic>
        <p:nvPicPr>
          <p:cNvPr id="13" name="Graphic 12" descr="Head with gears">
            <a:extLst>
              <a:ext uri="{FF2B5EF4-FFF2-40B4-BE49-F238E27FC236}">
                <a16:creationId xmlns:a16="http://schemas.microsoft.com/office/drawing/2014/main" id="{F1E22781-6C78-4E15-8E23-CF1BE9091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3890" y="1567089"/>
            <a:ext cx="914400" cy="914400"/>
          </a:xfrm>
          <a:prstGeom prst="rect">
            <a:avLst/>
          </a:prstGeom>
        </p:spPr>
      </p:pic>
      <p:pic>
        <p:nvPicPr>
          <p:cNvPr id="15" name="Graphic 14" descr="Lightbulb">
            <a:extLst>
              <a:ext uri="{FF2B5EF4-FFF2-40B4-BE49-F238E27FC236}">
                <a16:creationId xmlns:a16="http://schemas.microsoft.com/office/drawing/2014/main" id="{6A9F2FD9-0314-41E0-9A06-BDFDB2DAD1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3890" y="334871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2ADF15-BDC3-4D93-B864-85265770CBF1}"/>
              </a:ext>
            </a:extLst>
          </p:cNvPr>
          <p:cNvSpPr txBox="1"/>
          <p:nvPr/>
        </p:nvSpPr>
        <p:spPr>
          <a:xfrm>
            <a:off x="2643710" y="2011740"/>
            <a:ext cx="31972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32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60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BE4784-DB38-4FB7-B5F3-91FC2589CD39}"/>
              </a:ext>
            </a:extLst>
          </p:cNvPr>
          <p:cNvSpPr txBox="1"/>
          <p:nvPr/>
        </p:nvSpPr>
        <p:spPr>
          <a:xfrm>
            <a:off x="2643709" y="3944256"/>
            <a:ext cx="31972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32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60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74683C-DCC1-4412-AA18-641A3A99FA49}"/>
              </a:ext>
            </a:extLst>
          </p:cNvPr>
          <p:cNvCxnSpPr/>
          <p:nvPr/>
        </p:nvCxnSpPr>
        <p:spPr>
          <a:xfrm flipH="1">
            <a:off x="1562100" y="3805917"/>
            <a:ext cx="504825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93913E8-10BC-468E-9018-ED0985CEFA3D}"/>
              </a:ext>
            </a:extLst>
          </p:cNvPr>
          <p:cNvSpPr txBox="1"/>
          <p:nvPr/>
        </p:nvSpPr>
        <p:spPr>
          <a:xfrm>
            <a:off x="1743075" y="321850"/>
            <a:ext cx="3197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0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Your Title Here</a:t>
            </a:r>
            <a:endParaRPr lang="en-MY" sz="72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A59BE4-EC7B-4B0F-974F-F4202CF3985F}"/>
              </a:ext>
            </a:extLst>
          </p:cNvPr>
          <p:cNvSpPr/>
          <p:nvPr/>
        </p:nvSpPr>
        <p:spPr>
          <a:xfrm>
            <a:off x="723900" y="294275"/>
            <a:ext cx="339725" cy="7078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D41851-1745-4AFF-BE80-46E56E42574C}"/>
              </a:ext>
            </a:extLst>
          </p:cNvPr>
          <p:cNvSpPr/>
          <p:nvPr/>
        </p:nvSpPr>
        <p:spPr>
          <a:xfrm>
            <a:off x="1063625" y="294275"/>
            <a:ext cx="339725" cy="707886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4987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1E34993-464B-4875-B569-C98D5A5E1073}"/>
              </a:ext>
            </a:extLst>
          </p:cNvPr>
          <p:cNvSpPr/>
          <p:nvPr/>
        </p:nvSpPr>
        <p:spPr>
          <a:xfrm>
            <a:off x="4592515" y="1143001"/>
            <a:ext cx="3006969" cy="3006969"/>
          </a:xfrm>
          <a:prstGeom prst="ellipse">
            <a:avLst/>
          </a:prstGeom>
          <a:solidFill>
            <a:srgbClr val="00669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248350-30DB-41F7-9A89-F6C96E04D71F}"/>
              </a:ext>
            </a:extLst>
          </p:cNvPr>
          <p:cNvSpPr/>
          <p:nvPr/>
        </p:nvSpPr>
        <p:spPr>
          <a:xfrm>
            <a:off x="4592515" y="2708030"/>
            <a:ext cx="3006969" cy="3006969"/>
          </a:xfrm>
          <a:prstGeom prst="ellipse">
            <a:avLst/>
          </a:prstGeom>
          <a:solidFill>
            <a:srgbClr val="00999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4F56E-2C8B-4B41-9DA2-A730DA00C206}"/>
              </a:ext>
            </a:extLst>
          </p:cNvPr>
          <p:cNvSpPr txBox="1"/>
          <p:nvPr/>
        </p:nvSpPr>
        <p:spPr>
          <a:xfrm>
            <a:off x="5240215" y="2971798"/>
            <a:ext cx="174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krobat" panose="00000600000000000000" pitchFamily="50" charset="0"/>
              </a:rPr>
              <a:t>Your Title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DBE80-3BDA-4FE5-B9BD-E30A22A32E48}"/>
              </a:ext>
            </a:extLst>
          </p:cNvPr>
          <p:cNvSpPr txBox="1"/>
          <p:nvPr/>
        </p:nvSpPr>
        <p:spPr>
          <a:xfrm>
            <a:off x="5076092" y="1991355"/>
            <a:ext cx="2039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chemeClr val="bg1"/>
                </a:solidFill>
                <a:latin typeface="Bebas Neue" panose="020B0606020202050201" pitchFamily="34" charset="0"/>
              </a:rPr>
              <a:t>First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3475F-224B-4C26-A37C-0D413CEB15C9}"/>
              </a:ext>
            </a:extLst>
          </p:cNvPr>
          <p:cNvSpPr txBox="1"/>
          <p:nvPr/>
        </p:nvSpPr>
        <p:spPr>
          <a:xfrm>
            <a:off x="4856283" y="4220306"/>
            <a:ext cx="2508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chemeClr val="bg1"/>
                </a:solidFill>
                <a:latin typeface="Bebas Neue" panose="020B0606020202050201" pitchFamily="34" charset="0"/>
              </a:rPr>
              <a:t>second 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6C9A4F3-72BE-4FB7-88CC-340EDF79D8D0}"/>
              </a:ext>
            </a:extLst>
          </p:cNvPr>
          <p:cNvGrpSpPr/>
          <p:nvPr/>
        </p:nvGrpSpPr>
        <p:grpSpPr>
          <a:xfrm>
            <a:off x="4144108" y="1522603"/>
            <a:ext cx="164124" cy="3833446"/>
            <a:chOff x="4144108" y="1522603"/>
            <a:chExt cx="164124" cy="38334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4DB25A-6AA4-47BA-983F-C232BD350AD7}"/>
                </a:ext>
              </a:extLst>
            </p:cNvPr>
            <p:cNvSpPr/>
            <p:nvPr/>
          </p:nvSpPr>
          <p:spPr>
            <a:xfrm>
              <a:off x="4144109" y="1522603"/>
              <a:ext cx="164123" cy="1916723"/>
            </a:xfrm>
            <a:prstGeom prst="rect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2363D1-1209-45D9-BADB-E4B84DDF9443}"/>
                </a:ext>
              </a:extLst>
            </p:cNvPr>
            <p:cNvSpPr/>
            <p:nvPr/>
          </p:nvSpPr>
          <p:spPr>
            <a:xfrm>
              <a:off x="4144108" y="3439326"/>
              <a:ext cx="164123" cy="1916723"/>
            </a:xfrm>
            <a:prstGeom prst="rect">
              <a:avLst/>
            </a:prstGeom>
            <a:solidFill>
              <a:srgbClr val="267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5E4B49-4585-42C5-B1C1-FC31D9296154}"/>
              </a:ext>
            </a:extLst>
          </p:cNvPr>
          <p:cNvGrpSpPr/>
          <p:nvPr/>
        </p:nvGrpSpPr>
        <p:grpSpPr>
          <a:xfrm>
            <a:off x="7883766" y="1522603"/>
            <a:ext cx="164124" cy="3833446"/>
            <a:chOff x="7883766" y="1522603"/>
            <a:chExt cx="164124" cy="3833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E20E24-7B01-4EE0-A1DC-D8DD13284326}"/>
                </a:ext>
              </a:extLst>
            </p:cNvPr>
            <p:cNvSpPr/>
            <p:nvPr/>
          </p:nvSpPr>
          <p:spPr>
            <a:xfrm>
              <a:off x="7883767" y="1522603"/>
              <a:ext cx="164123" cy="1916723"/>
            </a:xfrm>
            <a:prstGeom prst="rect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1B7E68-7717-48D9-84F1-654E6A7EF7B9}"/>
                </a:ext>
              </a:extLst>
            </p:cNvPr>
            <p:cNvSpPr/>
            <p:nvPr/>
          </p:nvSpPr>
          <p:spPr>
            <a:xfrm>
              <a:off x="7883766" y="3439326"/>
              <a:ext cx="164123" cy="1916723"/>
            </a:xfrm>
            <a:prstGeom prst="rect">
              <a:avLst/>
            </a:prstGeom>
            <a:solidFill>
              <a:srgbClr val="267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A5EAD08-FFD8-4D42-B2CD-3D3065409FF2}"/>
              </a:ext>
            </a:extLst>
          </p:cNvPr>
          <p:cNvSpPr txBox="1"/>
          <p:nvPr/>
        </p:nvSpPr>
        <p:spPr>
          <a:xfrm>
            <a:off x="439615" y="1723292"/>
            <a:ext cx="34202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3200" dirty="0">
                <a:solidFill>
                  <a:srgbClr val="26A8A8"/>
                </a:solidFill>
                <a:latin typeface="Aileron Thin" panose="00000300000000000000" pitchFamily="50" charset="0"/>
              </a:rPr>
              <a:t>Lorem ipsum dolor sit amet, consectetur adipiscing elit, </a:t>
            </a:r>
            <a:r>
              <a:rPr lang="en-MY" sz="3200" dirty="0" err="1">
                <a:solidFill>
                  <a:srgbClr val="26A8A8"/>
                </a:solidFill>
                <a:latin typeface="Aileron Thin" panose="00000300000000000000" pitchFamily="50" charset="0"/>
              </a:rPr>
              <a:t>sed</a:t>
            </a:r>
            <a:r>
              <a:rPr lang="en-MY" sz="3200" dirty="0">
                <a:solidFill>
                  <a:srgbClr val="26A8A8"/>
                </a:solidFill>
                <a:latin typeface="Aileron Thin" panose="00000300000000000000" pitchFamily="50" charset="0"/>
              </a:rPr>
              <a:t> do </a:t>
            </a:r>
            <a:r>
              <a:rPr lang="en-MY" sz="3200" dirty="0" err="1">
                <a:solidFill>
                  <a:srgbClr val="26A8A8"/>
                </a:solidFill>
                <a:latin typeface="Aileron Thin" panose="00000300000000000000" pitchFamily="50" charset="0"/>
              </a:rPr>
              <a:t>eiusmod</a:t>
            </a:r>
            <a:r>
              <a:rPr lang="en-MY" sz="3200" dirty="0">
                <a:solidFill>
                  <a:srgbClr val="26A8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A8A8"/>
                </a:solidFill>
                <a:latin typeface="Aileron Thin" panose="00000300000000000000" pitchFamily="50" charset="0"/>
              </a:rPr>
              <a:t>tempor</a:t>
            </a:r>
            <a:r>
              <a:rPr lang="en-MY" sz="3200" dirty="0">
                <a:solidFill>
                  <a:srgbClr val="26A8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A8A8"/>
                </a:solidFill>
                <a:latin typeface="Aileron Thin" panose="00000300000000000000" pitchFamily="50" charset="0"/>
              </a:rPr>
              <a:t>incididunt</a:t>
            </a:r>
            <a:r>
              <a:rPr lang="en-MY" sz="3200" dirty="0">
                <a:solidFill>
                  <a:srgbClr val="26A8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A8A8"/>
                </a:solidFill>
                <a:latin typeface="Aileron Thin" panose="00000300000000000000" pitchFamily="50" charset="0"/>
              </a:rPr>
              <a:t>ut</a:t>
            </a:r>
            <a:r>
              <a:rPr lang="en-MY" sz="3200" dirty="0">
                <a:solidFill>
                  <a:srgbClr val="26A8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A8A8"/>
                </a:solidFill>
                <a:latin typeface="Aileron Thin" panose="00000300000000000000" pitchFamily="50" charset="0"/>
              </a:rPr>
              <a:t>labore</a:t>
            </a:r>
            <a:endParaRPr lang="en-MY" sz="3200" dirty="0">
              <a:solidFill>
                <a:srgbClr val="26A8A8"/>
              </a:solidFill>
              <a:latin typeface="Aileron Thin" panose="000003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83905-0061-4D55-B7D9-3EAECB6D7A9D}"/>
              </a:ext>
            </a:extLst>
          </p:cNvPr>
          <p:cNvSpPr txBox="1"/>
          <p:nvPr/>
        </p:nvSpPr>
        <p:spPr>
          <a:xfrm>
            <a:off x="8332176" y="1723292"/>
            <a:ext cx="34202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rgbClr val="267DA8"/>
                </a:solidFill>
                <a:latin typeface="Aileron Thin" panose="00000300000000000000" pitchFamily="50" charset="0"/>
              </a:rPr>
              <a:t>Lorem ipsum dolor sit amet, consectetur adipiscing elit, </a:t>
            </a:r>
            <a:r>
              <a:rPr lang="en-MY" sz="3200" dirty="0" err="1">
                <a:solidFill>
                  <a:srgbClr val="267DA8"/>
                </a:solidFill>
                <a:latin typeface="Aileron Thin" panose="00000300000000000000" pitchFamily="50" charset="0"/>
              </a:rPr>
              <a:t>sed</a:t>
            </a:r>
            <a:r>
              <a:rPr lang="en-MY" sz="3200" dirty="0">
                <a:solidFill>
                  <a:srgbClr val="267DA8"/>
                </a:solidFill>
                <a:latin typeface="Aileron Thin" panose="00000300000000000000" pitchFamily="50" charset="0"/>
              </a:rPr>
              <a:t> do </a:t>
            </a:r>
            <a:r>
              <a:rPr lang="en-MY" sz="3200" dirty="0" err="1">
                <a:solidFill>
                  <a:srgbClr val="267DA8"/>
                </a:solidFill>
                <a:latin typeface="Aileron Thin" panose="00000300000000000000" pitchFamily="50" charset="0"/>
              </a:rPr>
              <a:t>eiusmod</a:t>
            </a:r>
            <a:r>
              <a:rPr lang="en-MY" sz="3200" dirty="0">
                <a:solidFill>
                  <a:srgbClr val="267D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7DA8"/>
                </a:solidFill>
                <a:latin typeface="Aileron Thin" panose="00000300000000000000" pitchFamily="50" charset="0"/>
              </a:rPr>
              <a:t>tempor</a:t>
            </a:r>
            <a:r>
              <a:rPr lang="en-MY" sz="3200" dirty="0">
                <a:solidFill>
                  <a:srgbClr val="267D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7DA8"/>
                </a:solidFill>
                <a:latin typeface="Aileron Thin" panose="00000300000000000000" pitchFamily="50" charset="0"/>
              </a:rPr>
              <a:t>incididunt</a:t>
            </a:r>
            <a:r>
              <a:rPr lang="en-MY" sz="3200" dirty="0">
                <a:solidFill>
                  <a:srgbClr val="267D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7DA8"/>
                </a:solidFill>
                <a:latin typeface="Aileron Thin" panose="00000300000000000000" pitchFamily="50" charset="0"/>
              </a:rPr>
              <a:t>ut</a:t>
            </a:r>
            <a:r>
              <a:rPr lang="en-MY" sz="3200" dirty="0">
                <a:solidFill>
                  <a:srgbClr val="267DA8"/>
                </a:solidFill>
                <a:latin typeface="Aileron Thin" panose="00000300000000000000" pitchFamily="50" charset="0"/>
              </a:rPr>
              <a:t> </a:t>
            </a:r>
            <a:r>
              <a:rPr lang="en-MY" sz="3200" dirty="0" err="1">
                <a:solidFill>
                  <a:srgbClr val="267DA8"/>
                </a:solidFill>
                <a:latin typeface="Aileron Thin" panose="00000300000000000000" pitchFamily="50" charset="0"/>
              </a:rPr>
              <a:t>labore</a:t>
            </a:r>
            <a:endParaRPr lang="en-MY" sz="3200" dirty="0">
              <a:solidFill>
                <a:srgbClr val="267DA8"/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307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0FC5395-BE66-47FD-8325-84150596C451}"/>
              </a:ext>
            </a:extLst>
          </p:cNvPr>
          <p:cNvSpPr/>
          <p:nvPr/>
        </p:nvSpPr>
        <p:spPr>
          <a:xfrm>
            <a:off x="4810125" y="2295065"/>
            <a:ext cx="2571750" cy="2571750"/>
          </a:xfrm>
          <a:prstGeom prst="ellipse">
            <a:avLst/>
          </a:prstGeom>
          <a:solidFill>
            <a:srgbClr val="FFC0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FF6190-8829-43D2-8E42-D7C9AF717F56}"/>
              </a:ext>
            </a:extLst>
          </p:cNvPr>
          <p:cNvSpPr/>
          <p:nvPr/>
        </p:nvSpPr>
        <p:spPr>
          <a:xfrm>
            <a:off x="5610225" y="3761915"/>
            <a:ext cx="2571750" cy="2571750"/>
          </a:xfrm>
          <a:prstGeom prst="ellipse">
            <a:avLst/>
          </a:prstGeom>
          <a:solidFill>
            <a:schemeClr val="accent2">
              <a:lumMod val="7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E67EB9-300A-482B-A1BA-457602A63890}"/>
              </a:ext>
            </a:extLst>
          </p:cNvPr>
          <p:cNvSpPr/>
          <p:nvPr/>
        </p:nvSpPr>
        <p:spPr>
          <a:xfrm>
            <a:off x="3924300" y="3761915"/>
            <a:ext cx="2571750" cy="2571750"/>
          </a:xfrm>
          <a:prstGeom prst="ellipse">
            <a:avLst/>
          </a:prstGeom>
          <a:solidFill>
            <a:schemeClr val="accent6">
              <a:lumMod val="7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Graphic 10" descr="Lightbulb">
            <a:extLst>
              <a:ext uri="{FF2B5EF4-FFF2-40B4-BE49-F238E27FC236}">
                <a16:creationId xmlns:a16="http://schemas.microsoft.com/office/drawing/2014/main" id="{21397892-2675-4652-9966-54B7A497B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7869" y="4281065"/>
            <a:ext cx="561975" cy="561975"/>
          </a:xfrm>
          <a:prstGeom prst="rect">
            <a:avLst/>
          </a:prstGeom>
        </p:spPr>
      </p:pic>
      <p:pic>
        <p:nvPicPr>
          <p:cNvPr id="13" name="Graphic 12" descr="Single gear">
            <a:extLst>
              <a:ext uri="{FF2B5EF4-FFF2-40B4-BE49-F238E27FC236}">
                <a16:creationId xmlns:a16="http://schemas.microsoft.com/office/drawing/2014/main" id="{5A85A7BE-A62B-4D53-8FC3-92C5D4EFD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4512" y="3092765"/>
            <a:ext cx="914400" cy="914400"/>
          </a:xfrm>
          <a:prstGeom prst="rect">
            <a:avLst/>
          </a:prstGeom>
        </p:spPr>
      </p:pic>
      <p:pic>
        <p:nvPicPr>
          <p:cNvPr id="15" name="Graphic 14" descr="Gears">
            <a:extLst>
              <a:ext uri="{FF2B5EF4-FFF2-40B4-BE49-F238E27FC236}">
                <a16:creationId xmlns:a16="http://schemas.microsoft.com/office/drawing/2014/main" id="{BB31A29E-8A22-4605-83F0-4BAC40C14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3188" y="4621565"/>
            <a:ext cx="914400" cy="914400"/>
          </a:xfrm>
          <a:prstGeom prst="rect">
            <a:avLst/>
          </a:prstGeom>
        </p:spPr>
      </p:pic>
      <p:pic>
        <p:nvPicPr>
          <p:cNvPr id="17" name="Graphic 16" descr="Head with gears">
            <a:extLst>
              <a:ext uri="{FF2B5EF4-FFF2-40B4-BE49-F238E27FC236}">
                <a16:creationId xmlns:a16="http://schemas.microsoft.com/office/drawing/2014/main" id="{5A1E2460-DDC6-47E2-B6C2-CC8CE8DE89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67263" y="460131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0AC5A8-C1D8-4382-89C8-9C1366E56EDD}"/>
              </a:ext>
            </a:extLst>
          </p:cNvPr>
          <p:cNvSpPr txBox="1"/>
          <p:nvPr/>
        </p:nvSpPr>
        <p:spPr>
          <a:xfrm>
            <a:off x="1007611" y="4943940"/>
            <a:ext cx="28157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8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54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398B40-AC8E-4B27-9E37-0ADDEB74C065}"/>
              </a:ext>
            </a:extLst>
          </p:cNvPr>
          <p:cNvSpPr txBox="1"/>
          <p:nvPr/>
        </p:nvSpPr>
        <p:spPr>
          <a:xfrm>
            <a:off x="8240031" y="4943940"/>
            <a:ext cx="28157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54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9D79D-9D84-4B12-9671-F484E2ECAAD0}"/>
              </a:ext>
            </a:extLst>
          </p:cNvPr>
          <p:cNvSpPr txBox="1"/>
          <p:nvPr/>
        </p:nvSpPr>
        <p:spPr>
          <a:xfrm>
            <a:off x="4143262" y="1043883"/>
            <a:ext cx="3905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54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D0B05C-A747-4F44-B898-5947F9D2FF30}"/>
              </a:ext>
            </a:extLst>
          </p:cNvPr>
          <p:cNvCxnSpPr/>
          <p:nvPr/>
        </p:nvCxnSpPr>
        <p:spPr>
          <a:xfrm>
            <a:off x="537029" y="783771"/>
            <a:ext cx="11132457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2B4973-A0E3-4161-B6A2-CA3A5E413FB8}"/>
              </a:ext>
            </a:extLst>
          </p:cNvPr>
          <p:cNvSpPr txBox="1"/>
          <p:nvPr/>
        </p:nvSpPr>
        <p:spPr>
          <a:xfrm>
            <a:off x="522514" y="221218"/>
            <a:ext cx="544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Awesome Venn Diagram Title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EAAB5C-496D-4FDD-875F-89461A7A021E}"/>
              </a:ext>
            </a:extLst>
          </p:cNvPr>
          <p:cNvSpPr/>
          <p:nvPr/>
        </p:nvSpPr>
        <p:spPr>
          <a:xfrm>
            <a:off x="10742324" y="46569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A66784-CDCA-45D0-B691-C3106225E407}"/>
              </a:ext>
            </a:extLst>
          </p:cNvPr>
          <p:cNvSpPr/>
          <p:nvPr/>
        </p:nvSpPr>
        <p:spPr>
          <a:xfrm>
            <a:off x="11045372" y="465692"/>
            <a:ext cx="30480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80DE1E-9335-48AB-9B4F-89E565504A31}"/>
              </a:ext>
            </a:extLst>
          </p:cNvPr>
          <p:cNvSpPr/>
          <p:nvPr/>
        </p:nvSpPr>
        <p:spPr>
          <a:xfrm>
            <a:off x="11350172" y="465692"/>
            <a:ext cx="304800" cy="304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5681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8" grpId="0"/>
      <p:bldP spid="19" grpId="0"/>
      <p:bldP spid="20" grpId="0"/>
      <p:bldP spid="23" grpId="0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42FDCB-8FDC-493D-BAAA-A43E831685A8}"/>
              </a:ext>
            </a:extLst>
          </p:cNvPr>
          <p:cNvSpPr/>
          <p:nvPr/>
        </p:nvSpPr>
        <p:spPr>
          <a:xfrm rot="1674388">
            <a:off x="3131537" y="1915571"/>
            <a:ext cx="2559844" cy="2559844"/>
          </a:xfrm>
          <a:prstGeom prst="ellipse">
            <a:avLst/>
          </a:prstGeom>
          <a:solidFill>
            <a:srgbClr val="FF5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29A2A1-9846-4DE9-8213-A04D16735C64}"/>
              </a:ext>
            </a:extLst>
          </p:cNvPr>
          <p:cNvSpPr/>
          <p:nvPr/>
        </p:nvSpPr>
        <p:spPr>
          <a:xfrm rot="1674388">
            <a:off x="3104649" y="3614990"/>
            <a:ext cx="2559844" cy="2559844"/>
          </a:xfrm>
          <a:prstGeom prst="ellipse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9E02D8-57C8-4CA5-8C03-2AE4EDF0B477}"/>
              </a:ext>
            </a:extLst>
          </p:cNvPr>
          <p:cNvSpPr/>
          <p:nvPr/>
        </p:nvSpPr>
        <p:spPr>
          <a:xfrm rot="1674388">
            <a:off x="1740873" y="2734446"/>
            <a:ext cx="2559844" cy="255984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16" name="Graphic 15" descr="Single gear">
            <a:extLst>
              <a:ext uri="{FF2B5EF4-FFF2-40B4-BE49-F238E27FC236}">
                <a16:creationId xmlns:a16="http://schemas.microsoft.com/office/drawing/2014/main" id="{50493BFC-3287-4EF6-A60F-7F68BA2B0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74388">
            <a:off x="3682266" y="3763933"/>
            <a:ext cx="560646" cy="5606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957B93-696E-43BA-A237-DE4A60B8A26D}"/>
              </a:ext>
            </a:extLst>
          </p:cNvPr>
          <p:cNvSpPr txBox="1"/>
          <p:nvPr/>
        </p:nvSpPr>
        <p:spPr>
          <a:xfrm>
            <a:off x="4077804" y="4574362"/>
            <a:ext cx="1016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633A82-1516-458B-8657-4141E0C767A3}"/>
              </a:ext>
            </a:extLst>
          </p:cNvPr>
          <p:cNvSpPr txBox="1"/>
          <p:nvPr/>
        </p:nvSpPr>
        <p:spPr>
          <a:xfrm>
            <a:off x="4100888" y="2214730"/>
            <a:ext cx="1016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E963F-6565-490D-A0E9-984CB3E07AFE}"/>
              </a:ext>
            </a:extLst>
          </p:cNvPr>
          <p:cNvSpPr txBox="1"/>
          <p:nvPr/>
        </p:nvSpPr>
        <p:spPr>
          <a:xfrm>
            <a:off x="2087080" y="3409450"/>
            <a:ext cx="1016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353D67-087B-4662-8145-D031895F3D7E}"/>
              </a:ext>
            </a:extLst>
          </p:cNvPr>
          <p:cNvSpPr txBox="1"/>
          <p:nvPr/>
        </p:nvSpPr>
        <p:spPr>
          <a:xfrm>
            <a:off x="6686549" y="2016660"/>
            <a:ext cx="245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rgbClr val="FFAF28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09921-8877-4AE4-83F5-B91DFE416A6A}"/>
              </a:ext>
            </a:extLst>
          </p:cNvPr>
          <p:cNvSpPr txBox="1"/>
          <p:nvPr/>
        </p:nvSpPr>
        <p:spPr>
          <a:xfrm>
            <a:off x="6686550" y="3459481"/>
            <a:ext cx="245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rgbClr val="4CA4D0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1420C2-B58D-4EA3-B869-B2B4EAF40577}"/>
              </a:ext>
            </a:extLst>
          </p:cNvPr>
          <p:cNvSpPr txBox="1"/>
          <p:nvPr/>
        </p:nvSpPr>
        <p:spPr>
          <a:xfrm>
            <a:off x="6686551" y="4902302"/>
            <a:ext cx="245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rgbClr val="CAC349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1D0069-4A38-4DD4-8067-D165F33ECD17}"/>
              </a:ext>
            </a:extLst>
          </p:cNvPr>
          <p:cNvSpPr txBox="1"/>
          <p:nvPr/>
        </p:nvSpPr>
        <p:spPr>
          <a:xfrm>
            <a:off x="6686550" y="2505373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EBDE49-CC5C-4C5C-99BB-6095841900CB}"/>
              </a:ext>
            </a:extLst>
          </p:cNvPr>
          <p:cNvSpPr txBox="1"/>
          <p:nvPr/>
        </p:nvSpPr>
        <p:spPr>
          <a:xfrm>
            <a:off x="6686550" y="3990202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DF4FE-C9B0-4270-859F-CAD87B305B72}"/>
              </a:ext>
            </a:extLst>
          </p:cNvPr>
          <p:cNvSpPr txBox="1"/>
          <p:nvPr/>
        </p:nvSpPr>
        <p:spPr>
          <a:xfrm>
            <a:off x="6686550" y="5388630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187DCE-239A-44EA-94E5-394A9BD7F9EC}"/>
              </a:ext>
            </a:extLst>
          </p:cNvPr>
          <p:cNvCxnSpPr/>
          <p:nvPr/>
        </p:nvCxnSpPr>
        <p:spPr>
          <a:xfrm>
            <a:off x="537029" y="783771"/>
            <a:ext cx="11132457" cy="0"/>
          </a:xfrm>
          <a:prstGeom prst="line">
            <a:avLst/>
          </a:prstGeom>
          <a:ln w="28575">
            <a:solidFill>
              <a:srgbClr val="FF6E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03E076-F348-435E-8B08-C056F9498736}"/>
              </a:ext>
            </a:extLst>
          </p:cNvPr>
          <p:cNvSpPr txBox="1"/>
          <p:nvPr/>
        </p:nvSpPr>
        <p:spPr>
          <a:xfrm>
            <a:off x="522514" y="221218"/>
            <a:ext cx="544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Best Venn Diagram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E7519A-0E33-4B0B-BD3F-33F682EA8986}"/>
              </a:ext>
            </a:extLst>
          </p:cNvPr>
          <p:cNvSpPr/>
          <p:nvPr/>
        </p:nvSpPr>
        <p:spPr>
          <a:xfrm>
            <a:off x="10742324" y="465692"/>
            <a:ext cx="304800" cy="304800"/>
          </a:xfrm>
          <a:prstGeom prst="rect">
            <a:avLst/>
          </a:prstGeom>
          <a:solidFill>
            <a:srgbClr val="FF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CA6D4D-016B-4D31-88EA-A82032EA42DA}"/>
              </a:ext>
            </a:extLst>
          </p:cNvPr>
          <p:cNvSpPr/>
          <p:nvPr/>
        </p:nvSpPr>
        <p:spPr>
          <a:xfrm>
            <a:off x="11045372" y="465692"/>
            <a:ext cx="304800" cy="304800"/>
          </a:xfrm>
          <a:prstGeom prst="rect">
            <a:avLst/>
          </a:prstGeom>
          <a:solidFill>
            <a:srgbClr val="FF8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92638B-E465-4263-B891-E1AC2E5408C5}"/>
              </a:ext>
            </a:extLst>
          </p:cNvPr>
          <p:cNvSpPr/>
          <p:nvPr/>
        </p:nvSpPr>
        <p:spPr>
          <a:xfrm>
            <a:off x="11350172" y="465692"/>
            <a:ext cx="304800" cy="304800"/>
          </a:xfrm>
          <a:prstGeom prst="rect">
            <a:avLst/>
          </a:prstGeom>
          <a:solidFill>
            <a:srgbClr val="4CC8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1983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8162B80-F315-47C9-9FF1-8D45FA548324}"/>
              </a:ext>
            </a:extLst>
          </p:cNvPr>
          <p:cNvSpPr/>
          <p:nvPr/>
        </p:nvSpPr>
        <p:spPr>
          <a:xfrm>
            <a:off x="7132638" y="2039217"/>
            <a:ext cx="2571750" cy="2571750"/>
          </a:xfrm>
          <a:prstGeom prst="ellipse">
            <a:avLst/>
          </a:prstGeom>
          <a:solidFill>
            <a:schemeClr val="accent1">
              <a:lumMod val="7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6CC5B0-F535-4613-8F80-F995C83488D0}"/>
              </a:ext>
            </a:extLst>
          </p:cNvPr>
          <p:cNvSpPr/>
          <p:nvPr/>
        </p:nvSpPr>
        <p:spPr>
          <a:xfrm>
            <a:off x="7947025" y="3399057"/>
            <a:ext cx="2571750" cy="2571750"/>
          </a:xfrm>
          <a:prstGeom prst="ellipse">
            <a:avLst/>
          </a:prstGeom>
          <a:solidFill>
            <a:srgbClr val="92D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ADCDB1-BE05-40AA-A6E1-8E48C86B2809}"/>
              </a:ext>
            </a:extLst>
          </p:cNvPr>
          <p:cNvSpPr/>
          <p:nvPr/>
        </p:nvSpPr>
        <p:spPr>
          <a:xfrm>
            <a:off x="6261100" y="3399057"/>
            <a:ext cx="2571750" cy="2571750"/>
          </a:xfrm>
          <a:prstGeom prst="ellipse">
            <a:avLst/>
          </a:prstGeom>
          <a:solidFill>
            <a:srgbClr val="7030A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" name="Graphic 6" descr="Lightbulb">
            <a:extLst>
              <a:ext uri="{FF2B5EF4-FFF2-40B4-BE49-F238E27FC236}">
                <a16:creationId xmlns:a16="http://schemas.microsoft.com/office/drawing/2014/main" id="{71C060D3-156A-453C-A48F-8E93BC501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4669" y="3918207"/>
            <a:ext cx="561975" cy="561975"/>
          </a:xfrm>
          <a:prstGeom prst="rect">
            <a:avLst/>
          </a:prstGeom>
        </p:spPr>
      </p:pic>
      <p:pic>
        <p:nvPicPr>
          <p:cNvPr id="8" name="Graphic 7" descr="Single gear">
            <a:extLst>
              <a:ext uri="{FF2B5EF4-FFF2-40B4-BE49-F238E27FC236}">
                <a16:creationId xmlns:a16="http://schemas.microsoft.com/office/drawing/2014/main" id="{45A31477-BA66-4B50-B20C-1823CE979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1312" y="2729907"/>
            <a:ext cx="914400" cy="914400"/>
          </a:xfrm>
          <a:prstGeom prst="rect">
            <a:avLst/>
          </a:prstGeom>
        </p:spPr>
      </p:pic>
      <p:pic>
        <p:nvPicPr>
          <p:cNvPr id="9" name="Graphic 8" descr="Gears">
            <a:extLst>
              <a:ext uri="{FF2B5EF4-FFF2-40B4-BE49-F238E27FC236}">
                <a16:creationId xmlns:a16="http://schemas.microsoft.com/office/drawing/2014/main" id="{E79AF059-997D-4FF5-9A33-81DB137A3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9988" y="4258707"/>
            <a:ext cx="914400" cy="914400"/>
          </a:xfrm>
          <a:prstGeom prst="rect">
            <a:avLst/>
          </a:prstGeom>
        </p:spPr>
      </p:pic>
      <p:pic>
        <p:nvPicPr>
          <p:cNvPr id="10" name="Graphic 9" descr="Head with gears">
            <a:extLst>
              <a:ext uri="{FF2B5EF4-FFF2-40B4-BE49-F238E27FC236}">
                <a16:creationId xmlns:a16="http://schemas.microsoft.com/office/drawing/2014/main" id="{7547EB4B-30EA-4944-AD61-BC25F9FFB8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04063" y="4238457"/>
            <a:ext cx="914400" cy="914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B97835-FC95-422A-9456-A595892D5AA4}"/>
              </a:ext>
            </a:extLst>
          </p:cNvPr>
          <p:cNvSpPr/>
          <p:nvPr/>
        </p:nvSpPr>
        <p:spPr>
          <a:xfrm>
            <a:off x="1217778" y="2149916"/>
            <a:ext cx="304800" cy="304800"/>
          </a:xfrm>
          <a:prstGeom prst="rect">
            <a:avLst/>
          </a:prstGeom>
          <a:solidFill>
            <a:srgbClr val="8DA2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54FC95-75B5-46D2-8D0F-98D2A0D0B325}"/>
              </a:ext>
            </a:extLst>
          </p:cNvPr>
          <p:cNvSpPr/>
          <p:nvPr/>
        </p:nvSpPr>
        <p:spPr>
          <a:xfrm>
            <a:off x="1217778" y="3631280"/>
            <a:ext cx="304800" cy="304800"/>
          </a:xfrm>
          <a:prstGeom prst="rect">
            <a:avLst/>
          </a:prstGeom>
          <a:solidFill>
            <a:srgbClr val="B08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4EB9AA-88EC-471F-81F3-1A424DA9D191}"/>
              </a:ext>
            </a:extLst>
          </p:cNvPr>
          <p:cNvSpPr/>
          <p:nvPr/>
        </p:nvSpPr>
        <p:spPr>
          <a:xfrm>
            <a:off x="1217778" y="5086016"/>
            <a:ext cx="304800" cy="304800"/>
          </a:xfrm>
          <a:prstGeom prst="rect">
            <a:avLst/>
          </a:prstGeom>
          <a:solidFill>
            <a:srgbClr val="C3E5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6B4CB2-2D4F-46E6-97AB-A805BE95A689}"/>
              </a:ext>
            </a:extLst>
          </p:cNvPr>
          <p:cNvSpPr txBox="1"/>
          <p:nvPr/>
        </p:nvSpPr>
        <p:spPr>
          <a:xfrm>
            <a:off x="1752146" y="2039217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990B8-4017-4F4D-88FB-5A6A646034F0}"/>
              </a:ext>
            </a:extLst>
          </p:cNvPr>
          <p:cNvSpPr txBox="1"/>
          <p:nvPr/>
        </p:nvSpPr>
        <p:spPr>
          <a:xfrm>
            <a:off x="1673225" y="3506067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A7394E-3D6A-4C85-AF64-25EE04CCAE7C}"/>
              </a:ext>
            </a:extLst>
          </p:cNvPr>
          <p:cNvSpPr txBox="1"/>
          <p:nvPr/>
        </p:nvSpPr>
        <p:spPr>
          <a:xfrm>
            <a:off x="1594304" y="4972917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9B832E-F5BD-40E8-8ACF-A30979D38720}"/>
              </a:ext>
            </a:extLst>
          </p:cNvPr>
          <p:cNvCxnSpPr/>
          <p:nvPr/>
        </p:nvCxnSpPr>
        <p:spPr>
          <a:xfrm>
            <a:off x="537029" y="783771"/>
            <a:ext cx="11132457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BE3D312-28C2-4B8F-BF33-0E9C7AC76FE0}"/>
              </a:ext>
            </a:extLst>
          </p:cNvPr>
          <p:cNvSpPr txBox="1"/>
          <p:nvPr/>
        </p:nvSpPr>
        <p:spPr>
          <a:xfrm>
            <a:off x="522514" y="221218"/>
            <a:ext cx="544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Awesome Venn Diagram Title</a:t>
            </a:r>
          </a:p>
        </p:txBody>
      </p:sp>
    </p:spTree>
    <p:extLst>
      <p:ext uri="{BB962C8B-B14F-4D97-AF65-F5344CB8AC3E}">
        <p14:creationId xmlns:p14="http://schemas.microsoft.com/office/powerpoint/2010/main" val="2052657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5A5DF68-F877-4905-862A-CA9ADD827716}"/>
              </a:ext>
            </a:extLst>
          </p:cNvPr>
          <p:cNvSpPr/>
          <p:nvPr/>
        </p:nvSpPr>
        <p:spPr>
          <a:xfrm>
            <a:off x="2074634" y="2604041"/>
            <a:ext cx="1493158" cy="1493158"/>
          </a:xfrm>
          <a:prstGeom prst="ellipse">
            <a:avLst/>
          </a:prstGeom>
          <a:solidFill>
            <a:srgbClr val="FF3F4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4E8BB0-96F2-4B1D-A4C7-7AD58905D4BB}"/>
              </a:ext>
            </a:extLst>
          </p:cNvPr>
          <p:cNvSpPr/>
          <p:nvPr/>
        </p:nvSpPr>
        <p:spPr>
          <a:xfrm>
            <a:off x="2296885" y="3478349"/>
            <a:ext cx="2068285" cy="2068285"/>
          </a:xfrm>
          <a:prstGeom prst="ellipse">
            <a:avLst/>
          </a:prstGeom>
          <a:solidFill>
            <a:srgbClr val="9966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B4E6F0-F6E9-424E-BEFC-683751C1F977}"/>
              </a:ext>
            </a:extLst>
          </p:cNvPr>
          <p:cNvSpPr/>
          <p:nvPr/>
        </p:nvSpPr>
        <p:spPr>
          <a:xfrm>
            <a:off x="3156856" y="2306321"/>
            <a:ext cx="2445658" cy="2445658"/>
          </a:xfrm>
          <a:prstGeom prst="ellipse">
            <a:avLst/>
          </a:prstGeom>
          <a:solidFill>
            <a:srgbClr val="FF6E0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5F053E-CBC9-42C0-BAAE-09B40B9866C5}"/>
              </a:ext>
            </a:extLst>
          </p:cNvPr>
          <p:cNvSpPr txBox="1"/>
          <p:nvPr/>
        </p:nvSpPr>
        <p:spPr>
          <a:xfrm>
            <a:off x="2493736" y="3057338"/>
            <a:ext cx="5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krobat" panose="00000600000000000000" pitchFamily="50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2C9D2-38EC-41A4-8151-2FBD2CC8E673}"/>
              </a:ext>
            </a:extLst>
          </p:cNvPr>
          <p:cNvSpPr txBox="1"/>
          <p:nvPr/>
        </p:nvSpPr>
        <p:spPr>
          <a:xfrm>
            <a:off x="3006271" y="4309243"/>
            <a:ext cx="5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krobat" panose="00000600000000000000" pitchFamily="50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D8CFF0-CAC7-46FB-9F90-5E5CC7974A8C}"/>
              </a:ext>
            </a:extLst>
          </p:cNvPr>
          <p:cNvSpPr txBox="1"/>
          <p:nvPr/>
        </p:nvSpPr>
        <p:spPr>
          <a:xfrm>
            <a:off x="4058557" y="3209080"/>
            <a:ext cx="5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krobat" panose="00000600000000000000" pitchFamily="50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C6DE8-855A-4320-BC1B-178338769BCA}"/>
              </a:ext>
            </a:extLst>
          </p:cNvPr>
          <p:cNvSpPr txBox="1"/>
          <p:nvPr/>
        </p:nvSpPr>
        <p:spPr>
          <a:xfrm>
            <a:off x="6390367" y="2427509"/>
            <a:ext cx="76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52299-FAA2-441F-80BB-AB10DAB1B7BD}"/>
              </a:ext>
            </a:extLst>
          </p:cNvPr>
          <p:cNvSpPr txBox="1"/>
          <p:nvPr/>
        </p:nvSpPr>
        <p:spPr>
          <a:xfrm>
            <a:off x="7410704" y="2427509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02BDD-3CD0-4369-9AFB-4E2C12F98B7A}"/>
              </a:ext>
            </a:extLst>
          </p:cNvPr>
          <p:cNvSpPr txBox="1"/>
          <p:nvPr/>
        </p:nvSpPr>
        <p:spPr>
          <a:xfrm>
            <a:off x="6390367" y="3679414"/>
            <a:ext cx="76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4A5F82-7FAB-464A-8996-637283343B62}"/>
              </a:ext>
            </a:extLst>
          </p:cNvPr>
          <p:cNvSpPr txBox="1"/>
          <p:nvPr/>
        </p:nvSpPr>
        <p:spPr>
          <a:xfrm>
            <a:off x="7410704" y="3679414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BECDFF-DE49-4834-BC76-04DF544C25B7}"/>
              </a:ext>
            </a:extLst>
          </p:cNvPr>
          <p:cNvSpPr txBox="1"/>
          <p:nvPr/>
        </p:nvSpPr>
        <p:spPr>
          <a:xfrm>
            <a:off x="6390367" y="4931319"/>
            <a:ext cx="76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9641C6-3937-4260-A3D8-FD1DB0D98A7F}"/>
              </a:ext>
            </a:extLst>
          </p:cNvPr>
          <p:cNvSpPr txBox="1"/>
          <p:nvPr/>
        </p:nvSpPr>
        <p:spPr>
          <a:xfrm>
            <a:off x="7410704" y="4931319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42C2AB-B3D5-4BAD-9A4F-30D07BA39329}"/>
              </a:ext>
            </a:extLst>
          </p:cNvPr>
          <p:cNvCxnSpPr>
            <a:cxnSpLocks/>
          </p:cNvCxnSpPr>
          <p:nvPr/>
        </p:nvCxnSpPr>
        <p:spPr>
          <a:xfrm>
            <a:off x="7010400" y="3739568"/>
            <a:ext cx="0" cy="831285"/>
          </a:xfrm>
          <a:prstGeom prst="line">
            <a:avLst/>
          </a:prstGeom>
          <a:ln w="9525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C37C2AD-BC5F-49E1-B6FC-16950AC4AF16}"/>
              </a:ext>
            </a:extLst>
          </p:cNvPr>
          <p:cNvSpPr txBox="1"/>
          <p:nvPr/>
        </p:nvSpPr>
        <p:spPr>
          <a:xfrm>
            <a:off x="3373148" y="242881"/>
            <a:ext cx="54457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Awesome Venn Diagram Title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5E9982-8B9A-4EDA-A9AD-83E9EC7FEE68}"/>
              </a:ext>
            </a:extLst>
          </p:cNvPr>
          <p:cNvCxnSpPr/>
          <p:nvPr/>
        </p:nvCxnSpPr>
        <p:spPr>
          <a:xfrm>
            <a:off x="2769361" y="1140338"/>
            <a:ext cx="6648959" cy="0"/>
          </a:xfrm>
          <a:prstGeom prst="line">
            <a:avLst/>
          </a:prstGeom>
          <a:ln w="28575">
            <a:solidFill>
              <a:srgbClr val="FF9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2D4D5E3-DB38-475D-B055-C0A8DE371E43}"/>
              </a:ext>
            </a:extLst>
          </p:cNvPr>
          <p:cNvCxnSpPr>
            <a:cxnSpLocks/>
          </p:cNvCxnSpPr>
          <p:nvPr/>
        </p:nvCxnSpPr>
        <p:spPr>
          <a:xfrm>
            <a:off x="7010400" y="2487663"/>
            <a:ext cx="0" cy="831285"/>
          </a:xfrm>
          <a:prstGeom prst="line">
            <a:avLst/>
          </a:prstGeom>
          <a:ln w="9525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7AAAF1-792B-442E-927D-3DDF43583164}"/>
              </a:ext>
            </a:extLst>
          </p:cNvPr>
          <p:cNvCxnSpPr>
            <a:cxnSpLocks/>
          </p:cNvCxnSpPr>
          <p:nvPr/>
        </p:nvCxnSpPr>
        <p:spPr>
          <a:xfrm>
            <a:off x="7010400" y="4977341"/>
            <a:ext cx="0" cy="831285"/>
          </a:xfrm>
          <a:prstGeom prst="line">
            <a:avLst/>
          </a:prstGeom>
          <a:ln w="9525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499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8" grpId="0"/>
      <p:bldP spid="19" grpId="0"/>
      <p:bldP spid="20" grpId="0"/>
      <p:bldP spid="21" grpId="0"/>
      <p:bldP spid="22" grpId="0"/>
      <p:bldP spid="23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D8A788C-8B9B-475A-8808-A599BE772759}"/>
              </a:ext>
            </a:extLst>
          </p:cNvPr>
          <p:cNvSpPr/>
          <p:nvPr/>
        </p:nvSpPr>
        <p:spPr>
          <a:xfrm>
            <a:off x="3371850" y="2066925"/>
            <a:ext cx="2305050" cy="2305050"/>
          </a:xfrm>
          <a:prstGeom prst="ellipse">
            <a:avLst/>
          </a:prstGeom>
          <a:solidFill>
            <a:srgbClr val="92D05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A8CD1E-1B8C-46B0-BF09-5866ECC043AF}"/>
              </a:ext>
            </a:extLst>
          </p:cNvPr>
          <p:cNvSpPr/>
          <p:nvPr/>
        </p:nvSpPr>
        <p:spPr>
          <a:xfrm>
            <a:off x="4943475" y="2066925"/>
            <a:ext cx="2305050" cy="2305050"/>
          </a:xfrm>
          <a:prstGeom prst="ellipse">
            <a:avLst/>
          </a:prstGeom>
          <a:solidFill>
            <a:srgbClr val="00B0F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5824BB-5A64-42E8-BD5A-83F0F22AB5FB}"/>
              </a:ext>
            </a:extLst>
          </p:cNvPr>
          <p:cNvSpPr/>
          <p:nvPr/>
        </p:nvSpPr>
        <p:spPr>
          <a:xfrm>
            <a:off x="6515100" y="2066925"/>
            <a:ext cx="2305050" cy="2305050"/>
          </a:xfrm>
          <a:prstGeom prst="ellipse">
            <a:avLst/>
          </a:prstGeom>
          <a:solidFill>
            <a:srgbClr val="FF6E01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8" name="Graphic 7" descr="Briefcase">
            <a:extLst>
              <a:ext uri="{FF2B5EF4-FFF2-40B4-BE49-F238E27FC236}">
                <a16:creationId xmlns:a16="http://schemas.microsoft.com/office/drawing/2014/main" id="{A238FE03-2C0C-446B-8BC6-01FAA53AC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0552" y="2811816"/>
            <a:ext cx="742955" cy="742955"/>
          </a:xfrm>
          <a:prstGeom prst="rect">
            <a:avLst/>
          </a:prstGeom>
        </p:spPr>
      </p:pic>
      <p:pic>
        <p:nvPicPr>
          <p:cNvPr id="10" name="Graphic 9" descr="Employee badge">
            <a:extLst>
              <a:ext uri="{FF2B5EF4-FFF2-40B4-BE49-F238E27FC236}">
                <a16:creationId xmlns:a16="http://schemas.microsoft.com/office/drawing/2014/main" id="{F9147954-C923-466D-923C-0DDF82161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5275" y="2811817"/>
            <a:ext cx="742955" cy="742955"/>
          </a:xfrm>
          <a:prstGeom prst="rect">
            <a:avLst/>
          </a:prstGeom>
        </p:spPr>
      </p:pic>
      <p:pic>
        <p:nvPicPr>
          <p:cNvPr id="12" name="Graphic 11" descr="Meeting">
            <a:extLst>
              <a:ext uri="{FF2B5EF4-FFF2-40B4-BE49-F238E27FC236}">
                <a16:creationId xmlns:a16="http://schemas.microsoft.com/office/drawing/2014/main" id="{0EA8B49E-E434-43D2-BD9A-19DF4055AD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4522" y="2811817"/>
            <a:ext cx="742955" cy="742955"/>
          </a:xfrm>
          <a:prstGeom prst="rect">
            <a:avLst/>
          </a:prstGeom>
        </p:spPr>
      </p:pic>
      <p:pic>
        <p:nvPicPr>
          <p:cNvPr id="15" name="Graphic 14" descr="Handshake">
            <a:extLst>
              <a:ext uri="{FF2B5EF4-FFF2-40B4-BE49-F238E27FC236}">
                <a16:creationId xmlns:a16="http://schemas.microsoft.com/office/drawing/2014/main" id="{F9A359B7-3912-4137-8F04-AFA1114E01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3909" y="2947190"/>
            <a:ext cx="544519" cy="544519"/>
          </a:xfrm>
          <a:prstGeom prst="rect">
            <a:avLst/>
          </a:prstGeom>
        </p:spPr>
      </p:pic>
      <p:pic>
        <p:nvPicPr>
          <p:cNvPr id="16" name="Graphic 15" descr="Handshake">
            <a:extLst>
              <a:ext uri="{FF2B5EF4-FFF2-40B4-BE49-F238E27FC236}">
                <a16:creationId xmlns:a16="http://schemas.microsoft.com/office/drawing/2014/main" id="{F81F23EC-0D95-4F7D-AE13-FFF2B2A8D2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53117" y="2947190"/>
            <a:ext cx="544519" cy="544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26776B-C365-4A14-A682-F8CEA6D892D3}"/>
              </a:ext>
            </a:extLst>
          </p:cNvPr>
          <p:cNvSpPr txBox="1"/>
          <p:nvPr/>
        </p:nvSpPr>
        <p:spPr>
          <a:xfrm>
            <a:off x="287308" y="4921692"/>
            <a:ext cx="76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9A04FC-B12C-4C05-B8F9-B66FD08D3348}"/>
              </a:ext>
            </a:extLst>
          </p:cNvPr>
          <p:cNvSpPr txBox="1"/>
          <p:nvPr/>
        </p:nvSpPr>
        <p:spPr>
          <a:xfrm>
            <a:off x="1307645" y="4921692"/>
            <a:ext cx="31972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54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81E69C-E8B8-4FCB-B5C8-A211C08545BE}"/>
              </a:ext>
            </a:extLst>
          </p:cNvPr>
          <p:cNvCxnSpPr>
            <a:cxnSpLocks/>
          </p:cNvCxnSpPr>
          <p:nvPr/>
        </p:nvCxnSpPr>
        <p:spPr>
          <a:xfrm>
            <a:off x="907341" y="4981846"/>
            <a:ext cx="0" cy="831285"/>
          </a:xfrm>
          <a:prstGeom prst="line">
            <a:avLst/>
          </a:prstGeom>
          <a:ln w="9525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3A37EF-5795-4EE9-8049-AD3C77A94BE7}"/>
              </a:ext>
            </a:extLst>
          </p:cNvPr>
          <p:cNvSpPr txBox="1"/>
          <p:nvPr/>
        </p:nvSpPr>
        <p:spPr>
          <a:xfrm>
            <a:off x="4130873" y="4921692"/>
            <a:ext cx="76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B49FDD-1DE8-4117-B1A0-BA1BE337B460}"/>
              </a:ext>
            </a:extLst>
          </p:cNvPr>
          <p:cNvSpPr txBox="1"/>
          <p:nvPr/>
        </p:nvSpPr>
        <p:spPr>
          <a:xfrm>
            <a:off x="5151210" y="4921692"/>
            <a:ext cx="31972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54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F7767A-29BE-40CD-8FD2-A3C027E97138}"/>
              </a:ext>
            </a:extLst>
          </p:cNvPr>
          <p:cNvCxnSpPr>
            <a:cxnSpLocks/>
          </p:cNvCxnSpPr>
          <p:nvPr/>
        </p:nvCxnSpPr>
        <p:spPr>
          <a:xfrm>
            <a:off x="4750906" y="4981846"/>
            <a:ext cx="0" cy="831285"/>
          </a:xfrm>
          <a:prstGeom prst="line">
            <a:avLst/>
          </a:prstGeom>
          <a:ln w="9525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EA194FA-A8FE-47D4-9D20-8CC591269900}"/>
              </a:ext>
            </a:extLst>
          </p:cNvPr>
          <p:cNvSpPr txBox="1"/>
          <p:nvPr/>
        </p:nvSpPr>
        <p:spPr>
          <a:xfrm>
            <a:off x="7974438" y="4921692"/>
            <a:ext cx="76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3C773-A8A4-407E-A437-5C9394F2B5E6}"/>
              </a:ext>
            </a:extLst>
          </p:cNvPr>
          <p:cNvSpPr txBox="1"/>
          <p:nvPr/>
        </p:nvSpPr>
        <p:spPr>
          <a:xfrm>
            <a:off x="8994775" y="4921692"/>
            <a:ext cx="31972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54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3572EF-BD7E-45E0-9F7D-73E440B75FDC}"/>
              </a:ext>
            </a:extLst>
          </p:cNvPr>
          <p:cNvCxnSpPr>
            <a:cxnSpLocks/>
          </p:cNvCxnSpPr>
          <p:nvPr/>
        </p:nvCxnSpPr>
        <p:spPr>
          <a:xfrm>
            <a:off x="8594471" y="4981846"/>
            <a:ext cx="0" cy="831285"/>
          </a:xfrm>
          <a:prstGeom prst="line">
            <a:avLst/>
          </a:prstGeom>
          <a:ln w="9525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B17F50B-879C-4717-8EAE-43DF2EE8CABE}"/>
              </a:ext>
            </a:extLst>
          </p:cNvPr>
          <p:cNvSpPr txBox="1"/>
          <p:nvPr/>
        </p:nvSpPr>
        <p:spPr>
          <a:xfrm>
            <a:off x="3373148" y="242881"/>
            <a:ext cx="54457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Your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5FCFD2-F9FE-49BE-8079-13DAB37EF870}"/>
              </a:ext>
            </a:extLst>
          </p:cNvPr>
          <p:cNvCxnSpPr/>
          <p:nvPr/>
        </p:nvCxnSpPr>
        <p:spPr>
          <a:xfrm>
            <a:off x="2769361" y="1140338"/>
            <a:ext cx="6648959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308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17" grpId="0"/>
      <p:bldP spid="18" grpId="0"/>
      <p:bldP spid="20" grpId="0"/>
      <p:bldP spid="21" grpId="0"/>
      <p:bldP spid="23" grpId="0"/>
      <p:bldP spid="24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5766A90-B533-40DF-84C0-5563783AF4FC}"/>
              </a:ext>
            </a:extLst>
          </p:cNvPr>
          <p:cNvSpPr/>
          <p:nvPr/>
        </p:nvSpPr>
        <p:spPr>
          <a:xfrm>
            <a:off x="5421079" y="1001481"/>
            <a:ext cx="5319486" cy="5319486"/>
          </a:xfrm>
          <a:prstGeom prst="ellipse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59C8AE-0C27-4162-BA6A-94FBCD2F2FB0}"/>
              </a:ext>
            </a:extLst>
          </p:cNvPr>
          <p:cNvSpPr/>
          <p:nvPr/>
        </p:nvSpPr>
        <p:spPr>
          <a:xfrm>
            <a:off x="7170051" y="1883224"/>
            <a:ext cx="3556000" cy="3556000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892577-BE84-4992-8AF7-AAA7EA2D2332}"/>
              </a:ext>
            </a:extLst>
          </p:cNvPr>
          <p:cNvSpPr/>
          <p:nvPr/>
        </p:nvSpPr>
        <p:spPr>
          <a:xfrm>
            <a:off x="8817422" y="2706909"/>
            <a:ext cx="1908629" cy="190862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8" name="Graphic 7" descr="Gears">
            <a:extLst>
              <a:ext uri="{FF2B5EF4-FFF2-40B4-BE49-F238E27FC236}">
                <a16:creationId xmlns:a16="http://schemas.microsoft.com/office/drawing/2014/main" id="{720881C3-570B-4200-94AD-2005C2B28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6994" y="3204023"/>
            <a:ext cx="914400" cy="914400"/>
          </a:xfrm>
          <a:prstGeom prst="rect">
            <a:avLst/>
          </a:prstGeom>
        </p:spPr>
      </p:pic>
      <p:pic>
        <p:nvPicPr>
          <p:cNvPr id="10" name="Graphic 9" descr="Head with gears">
            <a:extLst>
              <a:ext uri="{FF2B5EF4-FFF2-40B4-BE49-F238E27FC236}">
                <a16:creationId xmlns:a16="http://schemas.microsoft.com/office/drawing/2014/main" id="{18E93646-AB55-4E70-A8AA-A690050E3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5079" y="3204023"/>
            <a:ext cx="914400" cy="914400"/>
          </a:xfrm>
          <a:prstGeom prst="rect">
            <a:avLst/>
          </a:prstGeom>
        </p:spPr>
      </p:pic>
      <p:pic>
        <p:nvPicPr>
          <p:cNvPr id="12" name="Graphic 11" descr="Lightbulb">
            <a:extLst>
              <a:ext uri="{FF2B5EF4-FFF2-40B4-BE49-F238E27FC236}">
                <a16:creationId xmlns:a16="http://schemas.microsoft.com/office/drawing/2014/main" id="{53F77A50-F6A6-46C8-8E00-BFF5744551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4536" y="3204024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C4A3E66-4D63-4F73-A046-9B23140150A2}"/>
              </a:ext>
            </a:extLst>
          </p:cNvPr>
          <p:cNvSpPr/>
          <p:nvPr/>
        </p:nvSpPr>
        <p:spPr>
          <a:xfrm>
            <a:off x="4617353" y="2398479"/>
            <a:ext cx="308430" cy="30843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D6A08D-B578-4ECD-88CF-5184FB06145C}"/>
              </a:ext>
            </a:extLst>
          </p:cNvPr>
          <p:cNvSpPr/>
          <p:nvPr/>
        </p:nvSpPr>
        <p:spPr>
          <a:xfrm>
            <a:off x="4615534" y="3661223"/>
            <a:ext cx="308430" cy="30843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4309C-15E0-465F-A5C2-0278F5844C60}"/>
              </a:ext>
            </a:extLst>
          </p:cNvPr>
          <p:cNvSpPr/>
          <p:nvPr/>
        </p:nvSpPr>
        <p:spPr>
          <a:xfrm>
            <a:off x="4613715" y="4923967"/>
            <a:ext cx="308430" cy="30843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D4D80-0FEF-493C-A5B8-FFA943C2FB81}"/>
              </a:ext>
            </a:extLst>
          </p:cNvPr>
          <p:cNvSpPr txBox="1"/>
          <p:nvPr/>
        </p:nvSpPr>
        <p:spPr>
          <a:xfrm>
            <a:off x="1170661" y="2247868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28033D-8793-40F8-804B-119A9528E644}"/>
              </a:ext>
            </a:extLst>
          </p:cNvPr>
          <p:cNvSpPr txBox="1"/>
          <p:nvPr/>
        </p:nvSpPr>
        <p:spPr>
          <a:xfrm>
            <a:off x="1175795" y="3485157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029E67-4BCC-4B08-9F9E-1FF63BB53681}"/>
              </a:ext>
            </a:extLst>
          </p:cNvPr>
          <p:cNvSpPr txBox="1"/>
          <p:nvPr/>
        </p:nvSpPr>
        <p:spPr>
          <a:xfrm>
            <a:off x="1180929" y="4722446"/>
            <a:ext cx="319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4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Lorem ipsum dolor sit amet, consectetur adipiscing elit</a:t>
            </a:r>
            <a:endParaRPr lang="en-MY" sz="4800" dirty="0">
              <a:solidFill>
                <a:schemeClr val="bg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A57C7C-C178-4FF8-823E-CC91FCC2A99A}"/>
              </a:ext>
            </a:extLst>
          </p:cNvPr>
          <p:cNvCxnSpPr>
            <a:cxnSpLocks/>
          </p:cNvCxnSpPr>
          <p:nvPr/>
        </p:nvCxnSpPr>
        <p:spPr>
          <a:xfrm>
            <a:off x="537029" y="783771"/>
            <a:ext cx="4630057" cy="0"/>
          </a:xfrm>
          <a:prstGeom prst="line">
            <a:avLst/>
          </a:prstGeom>
          <a:ln w="28575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48EE3AD-8663-459F-8950-CD91C43E80E2}"/>
              </a:ext>
            </a:extLst>
          </p:cNvPr>
          <p:cNvSpPr txBox="1"/>
          <p:nvPr/>
        </p:nvSpPr>
        <p:spPr>
          <a:xfrm>
            <a:off x="522514" y="221218"/>
            <a:ext cx="544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Awesome Venn Diagram Title</a:t>
            </a:r>
          </a:p>
        </p:txBody>
      </p:sp>
    </p:spTree>
    <p:extLst>
      <p:ext uri="{BB962C8B-B14F-4D97-AF65-F5344CB8AC3E}">
        <p14:creationId xmlns:p14="http://schemas.microsoft.com/office/powerpoint/2010/main" val="82905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8" accel="34000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3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3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8" accel="34000" fill="hold" grpId="0" nodeType="withEffect" p14:presetBounceEnd="54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4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4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8" accel="34000" fill="hold" grpId="0" nodeType="withEffect" p14:presetBounceEnd="5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4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4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49" presetClass="entr" presetSubtype="0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49" presetClass="entr" presetSubtype="0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49" presetClass="entr" presetSubtype="0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2" decel="10000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8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13" grpId="0" animBg="1"/>
          <p:bldP spid="14" grpId="0" animBg="1"/>
          <p:bldP spid="15" grpId="0" animBg="1"/>
          <p:bldP spid="16" grpId="0"/>
          <p:bldP spid="17" grpId="0"/>
          <p:bldP spid="18" grpId="0"/>
          <p:bldP spid="20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49" presetClass="entr" presetSubtype="0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8" accel="34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8" accel="34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8" accel="34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49" presetClass="entr" presetSubtype="0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49" presetClass="entr" presetSubtype="0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49" presetClass="entr" presetSubtype="0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2" decel="10000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8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13" grpId="0" animBg="1"/>
          <p:bldP spid="14" grpId="0" animBg="1"/>
          <p:bldP spid="15" grpId="0" animBg="1"/>
          <p:bldP spid="16" grpId="0"/>
          <p:bldP spid="17" grpId="0"/>
          <p:bldP spid="18" grpId="0"/>
          <p:bldP spid="20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B9B92D2E-F238-4FD3-9058-56DCE5062F98}"/>
              </a:ext>
            </a:extLst>
          </p:cNvPr>
          <p:cNvSpPr/>
          <p:nvPr/>
        </p:nvSpPr>
        <p:spPr>
          <a:xfrm>
            <a:off x="1734457" y="1840592"/>
            <a:ext cx="4129315" cy="4129315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87E1264-8D9B-41B6-9C6D-776DF04609DC}"/>
              </a:ext>
            </a:extLst>
          </p:cNvPr>
          <p:cNvSpPr/>
          <p:nvPr/>
        </p:nvSpPr>
        <p:spPr>
          <a:xfrm>
            <a:off x="2549400" y="2651907"/>
            <a:ext cx="2506684" cy="2506684"/>
          </a:xfrm>
          <a:prstGeom prst="ellipse">
            <a:avLst/>
          </a:prstGeom>
          <a:solidFill>
            <a:srgbClr val="26A8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86F2C96-F6D2-44ED-83FC-51A9B3CEE7A2}"/>
              </a:ext>
            </a:extLst>
          </p:cNvPr>
          <p:cNvSpPr/>
          <p:nvPr/>
        </p:nvSpPr>
        <p:spPr>
          <a:xfrm>
            <a:off x="3285917" y="3430634"/>
            <a:ext cx="1033650" cy="1033650"/>
          </a:xfrm>
          <a:prstGeom prst="ellipse">
            <a:avLst/>
          </a:prstGeom>
          <a:solidFill>
            <a:srgbClr val="66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4" name="Graphic 33" descr="Open folder">
            <a:extLst>
              <a:ext uri="{FF2B5EF4-FFF2-40B4-BE49-F238E27FC236}">
                <a16:creationId xmlns:a16="http://schemas.microsoft.com/office/drawing/2014/main" id="{3122E437-EF54-4B16-BA72-0B6BC58D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3323" y="4366976"/>
            <a:ext cx="481379" cy="481379"/>
          </a:xfrm>
          <a:prstGeom prst="rect">
            <a:avLst/>
          </a:prstGeom>
        </p:spPr>
      </p:pic>
      <p:pic>
        <p:nvPicPr>
          <p:cNvPr id="36" name="Graphic 35" descr="Employee badge">
            <a:extLst>
              <a:ext uri="{FF2B5EF4-FFF2-40B4-BE49-F238E27FC236}">
                <a16:creationId xmlns:a16="http://schemas.microsoft.com/office/drawing/2014/main" id="{1B938FA0-9BE9-45D8-A464-7E940A03D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4702" y="4917901"/>
            <a:ext cx="481379" cy="481379"/>
          </a:xfrm>
          <a:prstGeom prst="rect">
            <a:avLst/>
          </a:prstGeom>
        </p:spPr>
      </p:pic>
      <p:pic>
        <p:nvPicPr>
          <p:cNvPr id="38" name="Graphic 37" descr="Briefcase">
            <a:extLst>
              <a:ext uri="{FF2B5EF4-FFF2-40B4-BE49-F238E27FC236}">
                <a16:creationId xmlns:a16="http://schemas.microsoft.com/office/drawing/2014/main" id="{311A88B7-0CA0-463D-B458-92D579849B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2052" y="3664560"/>
            <a:ext cx="481380" cy="48138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CFA70CD8-E97E-40FB-8122-DFFF3155CF6D}"/>
              </a:ext>
            </a:extLst>
          </p:cNvPr>
          <p:cNvGrpSpPr/>
          <p:nvPr/>
        </p:nvGrpSpPr>
        <p:grpSpPr>
          <a:xfrm>
            <a:off x="6444869" y="1738084"/>
            <a:ext cx="137406" cy="4475418"/>
            <a:chOff x="6562601" y="1685951"/>
            <a:chExt cx="116114" cy="357051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FD16231-60E5-4E95-ADCE-0153BF3BA5FC}"/>
                </a:ext>
              </a:extLst>
            </p:cNvPr>
            <p:cNvSpPr/>
            <p:nvPr/>
          </p:nvSpPr>
          <p:spPr>
            <a:xfrm>
              <a:off x="6562601" y="1685951"/>
              <a:ext cx="116114" cy="1190172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01EE23D-8908-4C9F-96D8-EF3E8E85E350}"/>
                </a:ext>
              </a:extLst>
            </p:cNvPr>
            <p:cNvSpPr/>
            <p:nvPr/>
          </p:nvSpPr>
          <p:spPr>
            <a:xfrm>
              <a:off x="6562601" y="2876123"/>
              <a:ext cx="116114" cy="1190172"/>
            </a:xfrm>
            <a:prstGeom prst="rect">
              <a:avLst/>
            </a:prstGeom>
            <a:solidFill>
              <a:srgbClr val="26A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FCAF2BC-6D90-4DDD-881D-6CE2B7DD452A}"/>
                </a:ext>
              </a:extLst>
            </p:cNvPr>
            <p:cNvSpPr/>
            <p:nvPr/>
          </p:nvSpPr>
          <p:spPr>
            <a:xfrm>
              <a:off x="6562601" y="4066295"/>
              <a:ext cx="116114" cy="1190172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EE508A7-3D4A-4453-9B4F-85460058BD7D}"/>
              </a:ext>
            </a:extLst>
          </p:cNvPr>
          <p:cNvSpPr txBox="1"/>
          <p:nvPr/>
        </p:nvSpPr>
        <p:spPr>
          <a:xfrm>
            <a:off x="6953250" y="2068488"/>
            <a:ext cx="48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accent5">
                    <a:lumMod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accent5">
                  <a:lumMod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2965A3-5816-4113-9564-8469D0FDABBB}"/>
              </a:ext>
            </a:extLst>
          </p:cNvPr>
          <p:cNvSpPr txBox="1"/>
          <p:nvPr/>
        </p:nvSpPr>
        <p:spPr>
          <a:xfrm>
            <a:off x="6953250" y="3489750"/>
            <a:ext cx="48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accent5">
                    <a:lumMod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accent5">
                  <a:lumMod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B03442-4899-43BF-B16C-C62F5AF87C28}"/>
              </a:ext>
            </a:extLst>
          </p:cNvPr>
          <p:cNvSpPr txBox="1"/>
          <p:nvPr/>
        </p:nvSpPr>
        <p:spPr>
          <a:xfrm>
            <a:off x="6953250" y="4911012"/>
            <a:ext cx="48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accent5">
                    <a:lumMod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accent5">
                  <a:lumMod val="50000"/>
                </a:schemeClr>
              </a:solidFill>
              <a:latin typeface="Aileron Thin" panose="00000300000000000000" pitchFamily="50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7ABF4AB-A996-4E48-A321-8D1A70945D75}"/>
              </a:ext>
            </a:extLst>
          </p:cNvPr>
          <p:cNvGrpSpPr/>
          <p:nvPr/>
        </p:nvGrpSpPr>
        <p:grpSpPr>
          <a:xfrm rot="16200000">
            <a:off x="1161198" y="54839"/>
            <a:ext cx="583098" cy="1666507"/>
            <a:chOff x="6562601" y="1685951"/>
            <a:chExt cx="116114" cy="357051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9B3142D-2E5C-4E29-AF54-8F311B592ECB}"/>
                </a:ext>
              </a:extLst>
            </p:cNvPr>
            <p:cNvSpPr/>
            <p:nvPr/>
          </p:nvSpPr>
          <p:spPr>
            <a:xfrm>
              <a:off x="6562601" y="1685951"/>
              <a:ext cx="116114" cy="1190172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0498917-C480-45B6-8E08-0DB9561027A2}"/>
                </a:ext>
              </a:extLst>
            </p:cNvPr>
            <p:cNvSpPr/>
            <p:nvPr/>
          </p:nvSpPr>
          <p:spPr>
            <a:xfrm>
              <a:off x="6562601" y="2876123"/>
              <a:ext cx="116114" cy="1190172"/>
            </a:xfrm>
            <a:prstGeom prst="rect">
              <a:avLst/>
            </a:prstGeom>
            <a:solidFill>
              <a:srgbClr val="26A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B45B3DC-0B05-4BFF-8D5C-51752B7C56B7}"/>
                </a:ext>
              </a:extLst>
            </p:cNvPr>
            <p:cNvSpPr/>
            <p:nvPr/>
          </p:nvSpPr>
          <p:spPr>
            <a:xfrm>
              <a:off x="6562601" y="4066295"/>
              <a:ext cx="116114" cy="1190172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ED8CE8C-390B-4EB8-AD45-65EEBA2038A1}"/>
              </a:ext>
            </a:extLst>
          </p:cNvPr>
          <p:cNvSpPr txBox="1"/>
          <p:nvPr/>
        </p:nvSpPr>
        <p:spPr>
          <a:xfrm>
            <a:off x="2549400" y="526607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000" dirty="0">
                <a:solidFill>
                  <a:schemeClr val="bg2">
                    <a:lumMod val="25000"/>
                  </a:schemeClr>
                </a:solidFill>
                <a:latin typeface="Aileron Thin" panose="00000300000000000000" pitchFamily="50" charset="0"/>
              </a:rPr>
              <a:t>Nice Title</a:t>
            </a:r>
            <a:endParaRPr lang="en-MY" sz="7200" dirty="0">
              <a:solidFill>
                <a:schemeClr val="bg2">
                  <a:lumMod val="25000"/>
                </a:schemeClr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169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46" grpId="0"/>
      <p:bldP spid="47" grpId="0"/>
      <p:bldP spid="48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7096A99-05C3-4744-8762-CB5ED80428CF}"/>
              </a:ext>
            </a:extLst>
          </p:cNvPr>
          <p:cNvSpPr/>
          <p:nvPr/>
        </p:nvSpPr>
        <p:spPr>
          <a:xfrm>
            <a:off x="4857750" y="2419350"/>
            <a:ext cx="2476500" cy="2476500"/>
          </a:xfrm>
          <a:prstGeom prst="ellipse">
            <a:avLst/>
          </a:prstGeom>
          <a:solidFill>
            <a:srgbClr val="009999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D3421C-2B85-43A7-9154-C321220508CF}"/>
              </a:ext>
            </a:extLst>
          </p:cNvPr>
          <p:cNvSpPr/>
          <p:nvPr/>
        </p:nvSpPr>
        <p:spPr>
          <a:xfrm>
            <a:off x="6572252" y="3657600"/>
            <a:ext cx="1905000" cy="1905000"/>
          </a:xfrm>
          <a:prstGeom prst="ellipse">
            <a:avLst/>
          </a:pr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E8A778-26E6-4C88-BBEC-AB9D914C5535}"/>
              </a:ext>
            </a:extLst>
          </p:cNvPr>
          <p:cNvSpPr/>
          <p:nvPr/>
        </p:nvSpPr>
        <p:spPr>
          <a:xfrm>
            <a:off x="3714750" y="3657600"/>
            <a:ext cx="1905000" cy="1905000"/>
          </a:xfrm>
          <a:prstGeom prst="ellipse">
            <a:avLst/>
          </a:prstGeom>
          <a:solidFill>
            <a:srgbClr val="00336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79CA70-80E4-44AC-BB44-EB14BEFA1A24}"/>
              </a:ext>
            </a:extLst>
          </p:cNvPr>
          <p:cNvSpPr/>
          <p:nvPr/>
        </p:nvSpPr>
        <p:spPr>
          <a:xfrm>
            <a:off x="5143500" y="1009650"/>
            <a:ext cx="1905000" cy="1905000"/>
          </a:xfrm>
          <a:prstGeom prst="ellipse">
            <a:avLst/>
          </a:prstGeom>
          <a:solidFill>
            <a:srgbClr val="FF6E01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B6A4C-A2A3-499B-9B7F-216253152E9D}"/>
              </a:ext>
            </a:extLst>
          </p:cNvPr>
          <p:cNvSpPr txBox="1"/>
          <p:nvPr/>
        </p:nvSpPr>
        <p:spPr>
          <a:xfrm>
            <a:off x="5524500" y="3118991"/>
            <a:ext cx="1143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200" dirty="0">
                <a:solidFill>
                  <a:schemeClr val="bg1"/>
                </a:solidFill>
                <a:latin typeface="Aileron Thin" panose="00000300000000000000" pitchFamily="50" charset="0"/>
              </a:rPr>
              <a:t>Title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A30EA-F361-4209-960B-9E6F58FE28C5}"/>
              </a:ext>
            </a:extLst>
          </p:cNvPr>
          <p:cNvSpPr txBox="1"/>
          <p:nvPr/>
        </p:nvSpPr>
        <p:spPr>
          <a:xfrm>
            <a:off x="6858002" y="4152900"/>
            <a:ext cx="1333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4D379-1716-4DC5-AFB3-79E80272C5B5}"/>
              </a:ext>
            </a:extLst>
          </p:cNvPr>
          <p:cNvSpPr txBox="1"/>
          <p:nvPr/>
        </p:nvSpPr>
        <p:spPr>
          <a:xfrm>
            <a:off x="5448304" y="1465243"/>
            <a:ext cx="1333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EF74A-6E55-4F5A-A323-79FFA2D22C9E}"/>
              </a:ext>
            </a:extLst>
          </p:cNvPr>
          <p:cNvSpPr txBox="1"/>
          <p:nvPr/>
        </p:nvSpPr>
        <p:spPr>
          <a:xfrm>
            <a:off x="4000498" y="4196209"/>
            <a:ext cx="1333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F7D68F-EE5E-4CFD-B255-7CBC8F251874}"/>
              </a:ext>
            </a:extLst>
          </p:cNvPr>
          <p:cNvGrpSpPr/>
          <p:nvPr/>
        </p:nvGrpSpPr>
        <p:grpSpPr>
          <a:xfrm>
            <a:off x="609600" y="495300"/>
            <a:ext cx="114300" cy="2224029"/>
            <a:chOff x="1143000" y="723900"/>
            <a:chExt cx="114300" cy="222402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84D4D7-8D81-4E1C-B767-26A2D55CB098}"/>
                </a:ext>
              </a:extLst>
            </p:cNvPr>
            <p:cNvSpPr/>
            <p:nvPr/>
          </p:nvSpPr>
          <p:spPr>
            <a:xfrm>
              <a:off x="1143000" y="723900"/>
              <a:ext cx="114300" cy="741343"/>
            </a:xfrm>
            <a:prstGeom prst="rect">
              <a:avLst/>
            </a:prstGeom>
            <a:solidFill>
              <a:srgbClr val="9464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F1AA07-CF4A-488B-9DDC-8F8D547B51CD}"/>
                </a:ext>
              </a:extLst>
            </p:cNvPr>
            <p:cNvSpPr/>
            <p:nvPr/>
          </p:nvSpPr>
          <p:spPr>
            <a:xfrm>
              <a:off x="1143000" y="1465243"/>
              <a:ext cx="114300" cy="741343"/>
            </a:xfrm>
            <a:prstGeom prst="rect">
              <a:avLst/>
            </a:prstGeom>
            <a:solidFill>
              <a:srgbClr val="FF9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E6ED0D-FFF4-467E-B484-57317A4F5E1F}"/>
                </a:ext>
              </a:extLst>
            </p:cNvPr>
            <p:cNvSpPr/>
            <p:nvPr/>
          </p:nvSpPr>
          <p:spPr>
            <a:xfrm>
              <a:off x="1143000" y="2206586"/>
              <a:ext cx="114300" cy="741343"/>
            </a:xfrm>
            <a:prstGeom prst="rect">
              <a:avLst/>
            </a:prstGeom>
            <a:solidFill>
              <a:srgbClr val="406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BBAF549-7D7D-4D8A-8A25-3E86A5A2D2D7}"/>
              </a:ext>
            </a:extLst>
          </p:cNvPr>
          <p:cNvSpPr txBox="1"/>
          <p:nvPr/>
        </p:nvSpPr>
        <p:spPr>
          <a:xfrm>
            <a:off x="876300" y="449105"/>
            <a:ext cx="198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 Thin" panose="00000300000000000000" pitchFamily="50" charset="0"/>
              </a:rPr>
              <a:t>Your Title Here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F3CE69-1357-4832-9B7F-C6FD120FFFCE}"/>
              </a:ext>
            </a:extLst>
          </p:cNvPr>
          <p:cNvGrpSpPr/>
          <p:nvPr/>
        </p:nvGrpSpPr>
        <p:grpSpPr>
          <a:xfrm>
            <a:off x="6115054" y="1236643"/>
            <a:ext cx="1752596" cy="1482686"/>
            <a:chOff x="6115054" y="1236643"/>
            <a:chExt cx="1752596" cy="148268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1F79DE7-87A2-468A-A764-2FFB0F32274A}"/>
                </a:ext>
              </a:extLst>
            </p:cNvPr>
            <p:cNvCxnSpPr/>
            <p:nvPr/>
          </p:nvCxnSpPr>
          <p:spPr>
            <a:xfrm>
              <a:off x="6115054" y="2719329"/>
              <a:ext cx="1752596" cy="0"/>
            </a:xfrm>
            <a:prstGeom prst="line">
              <a:avLst/>
            </a:prstGeom>
            <a:ln w="28575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A19E16-2813-445F-A91B-43D84C841391}"/>
                </a:ext>
              </a:extLst>
            </p:cNvPr>
            <p:cNvCxnSpPr/>
            <p:nvPr/>
          </p:nvCxnSpPr>
          <p:spPr>
            <a:xfrm flipV="1">
              <a:off x="7867650" y="1236643"/>
              <a:ext cx="0" cy="1482686"/>
            </a:xfrm>
            <a:prstGeom prst="line">
              <a:avLst/>
            </a:prstGeom>
            <a:ln w="28575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554EEA-28D4-4D57-89C7-092E307884F0}"/>
              </a:ext>
            </a:extLst>
          </p:cNvPr>
          <p:cNvGrpSpPr/>
          <p:nvPr/>
        </p:nvGrpSpPr>
        <p:grpSpPr>
          <a:xfrm>
            <a:off x="6858002" y="4196209"/>
            <a:ext cx="4743448" cy="1880741"/>
            <a:chOff x="6858002" y="4196209"/>
            <a:chExt cx="4743448" cy="188074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72F57B-5AB0-460B-94D5-B56A5901DEB0}"/>
                </a:ext>
              </a:extLst>
            </p:cNvPr>
            <p:cNvCxnSpPr/>
            <p:nvPr/>
          </p:nvCxnSpPr>
          <p:spPr>
            <a:xfrm>
              <a:off x="6858002" y="4196209"/>
              <a:ext cx="0" cy="1880741"/>
            </a:xfrm>
            <a:prstGeom prst="line">
              <a:avLst/>
            </a:prstGeom>
            <a:ln w="28575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238E0D6-DE6C-46E2-8571-68E73413F19A}"/>
                </a:ext>
              </a:extLst>
            </p:cNvPr>
            <p:cNvCxnSpPr/>
            <p:nvPr/>
          </p:nvCxnSpPr>
          <p:spPr>
            <a:xfrm>
              <a:off x="6858002" y="6076950"/>
              <a:ext cx="4743448" cy="0"/>
            </a:xfrm>
            <a:prstGeom prst="line">
              <a:avLst/>
            </a:prstGeom>
            <a:ln w="28575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046897-83D7-49DD-AD0C-E882D4062199}"/>
              </a:ext>
            </a:extLst>
          </p:cNvPr>
          <p:cNvGrpSpPr/>
          <p:nvPr/>
        </p:nvGrpSpPr>
        <p:grpSpPr>
          <a:xfrm flipH="1">
            <a:off x="590550" y="4196209"/>
            <a:ext cx="4743448" cy="1880741"/>
            <a:chOff x="7010402" y="4348609"/>
            <a:chExt cx="4743448" cy="188074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B001EC6-9187-407E-A2B3-1C7B7865B52C}"/>
                </a:ext>
              </a:extLst>
            </p:cNvPr>
            <p:cNvCxnSpPr/>
            <p:nvPr/>
          </p:nvCxnSpPr>
          <p:spPr>
            <a:xfrm>
              <a:off x="7010402" y="4348609"/>
              <a:ext cx="0" cy="1880741"/>
            </a:xfrm>
            <a:prstGeom prst="line">
              <a:avLst/>
            </a:prstGeom>
            <a:ln w="28575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C68B19-6536-44E7-A5A8-0916481918B5}"/>
                </a:ext>
              </a:extLst>
            </p:cNvPr>
            <p:cNvCxnSpPr/>
            <p:nvPr/>
          </p:nvCxnSpPr>
          <p:spPr>
            <a:xfrm>
              <a:off x="7010402" y="6229350"/>
              <a:ext cx="4743448" cy="0"/>
            </a:xfrm>
            <a:prstGeom prst="line">
              <a:avLst/>
            </a:prstGeom>
            <a:ln w="28575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B7C4EB-FDF8-4F4C-AC95-DAF80BD9E5C4}"/>
              </a:ext>
            </a:extLst>
          </p:cNvPr>
          <p:cNvSpPr txBox="1"/>
          <p:nvPr/>
        </p:nvSpPr>
        <p:spPr>
          <a:xfrm>
            <a:off x="8024586" y="1206802"/>
            <a:ext cx="35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CB7841-A805-4898-B113-95357F7AF968}"/>
              </a:ext>
            </a:extLst>
          </p:cNvPr>
          <p:cNvSpPr txBox="1"/>
          <p:nvPr/>
        </p:nvSpPr>
        <p:spPr>
          <a:xfrm>
            <a:off x="-174173" y="4735442"/>
            <a:ext cx="35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015752-0F4E-489A-859A-84F0BF4D1190}"/>
              </a:ext>
            </a:extLst>
          </p:cNvPr>
          <p:cNvSpPr txBox="1"/>
          <p:nvPr/>
        </p:nvSpPr>
        <p:spPr>
          <a:xfrm>
            <a:off x="8763002" y="4756388"/>
            <a:ext cx="35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746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8" grpId="0"/>
      <p:bldP spid="32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121A4EE-B343-49DA-B7F7-45DCA86BFA46}"/>
              </a:ext>
            </a:extLst>
          </p:cNvPr>
          <p:cNvGrpSpPr/>
          <p:nvPr/>
        </p:nvGrpSpPr>
        <p:grpSpPr>
          <a:xfrm>
            <a:off x="1518559" y="880384"/>
            <a:ext cx="5101769" cy="5573484"/>
            <a:chOff x="1518559" y="880384"/>
            <a:chExt cx="5101769" cy="557348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E4B18D-6128-4BB5-9B39-083E128ED0F7}"/>
                </a:ext>
              </a:extLst>
            </p:cNvPr>
            <p:cNvSpPr/>
            <p:nvPr/>
          </p:nvSpPr>
          <p:spPr>
            <a:xfrm>
              <a:off x="4371721" y="2159926"/>
              <a:ext cx="1337604" cy="1000125"/>
            </a:xfrm>
            <a:custGeom>
              <a:avLst/>
              <a:gdLst>
                <a:gd name="connsiteX0" fmla="*/ 133011 w 1566908"/>
                <a:gd name="connsiteY0" fmla="*/ 0 h 1171575"/>
                <a:gd name="connsiteX1" fmla="*/ 1552108 w 1566908"/>
                <a:gd name="connsiteY1" fmla="*/ 1044039 h 1171575"/>
                <a:gd name="connsiteX2" fmla="*/ 1566908 w 1566908"/>
                <a:gd name="connsiteY2" fmla="*/ 1101598 h 1171575"/>
                <a:gd name="connsiteX3" fmla="*/ 1519627 w 1566908"/>
                <a:gd name="connsiteY3" fmla="*/ 1118903 h 1171575"/>
                <a:gd name="connsiteX4" fmla="*/ 1171236 w 1566908"/>
                <a:gd name="connsiteY4" fmla="*/ 1171575 h 1171575"/>
                <a:gd name="connsiteX5" fmla="*/ 5710 w 1566908"/>
                <a:gd name="connsiteY5" fmla="*/ 119787 h 1171575"/>
                <a:gd name="connsiteX6" fmla="*/ 0 w 1566908"/>
                <a:gd name="connsiteY6" fmla="*/ 6717 h 1171575"/>
                <a:gd name="connsiteX7" fmla="*/ 133011 w 1566908"/>
                <a:gd name="connsiteY7" fmla="*/ 0 h 117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6908" h="1171575">
                  <a:moveTo>
                    <a:pt x="133011" y="0"/>
                  </a:moveTo>
                  <a:cubicBezTo>
                    <a:pt x="799781" y="0"/>
                    <a:pt x="1363976" y="439175"/>
                    <a:pt x="1552108" y="1044039"/>
                  </a:cubicBezTo>
                  <a:lnTo>
                    <a:pt x="1566908" y="1101598"/>
                  </a:lnTo>
                  <a:lnTo>
                    <a:pt x="1519627" y="1118903"/>
                  </a:lnTo>
                  <a:cubicBezTo>
                    <a:pt x="1409570" y="1153134"/>
                    <a:pt x="1292557" y="1171575"/>
                    <a:pt x="1171236" y="1171575"/>
                  </a:cubicBezTo>
                  <a:cubicBezTo>
                    <a:pt x="564633" y="1171575"/>
                    <a:pt x="65706" y="710560"/>
                    <a:pt x="5710" y="119787"/>
                  </a:cubicBezTo>
                  <a:lnTo>
                    <a:pt x="0" y="6717"/>
                  </a:lnTo>
                  <a:lnTo>
                    <a:pt x="133011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5917B79-818B-464C-8E5D-80F522A819FD}"/>
                </a:ext>
              </a:extLst>
            </p:cNvPr>
            <p:cNvSpPr/>
            <p:nvPr/>
          </p:nvSpPr>
          <p:spPr>
            <a:xfrm>
              <a:off x="2948735" y="2559231"/>
              <a:ext cx="837634" cy="1647351"/>
            </a:xfrm>
            <a:custGeom>
              <a:avLst/>
              <a:gdLst>
                <a:gd name="connsiteX0" fmla="*/ 607413 w 1009650"/>
                <a:gd name="connsiteY0" fmla="*/ 0 h 1985651"/>
                <a:gd name="connsiteX1" fmla="*/ 666504 w 1009650"/>
                <a:gd name="connsiteY1" fmla="*/ 53704 h 1985651"/>
                <a:gd name="connsiteX2" fmla="*/ 1009650 w 1009650"/>
                <a:gd name="connsiteY2" fmla="*/ 882133 h 1985651"/>
                <a:gd name="connsiteX3" fmla="*/ 294105 w 1009650"/>
                <a:gd name="connsiteY3" fmla="*/ 1961640 h 1985651"/>
                <a:gd name="connsiteX4" fmla="*/ 228502 w 1009650"/>
                <a:gd name="connsiteY4" fmla="*/ 1985651 h 1985651"/>
                <a:gd name="connsiteX5" fmla="*/ 179340 w 1009650"/>
                <a:gd name="connsiteY5" fmla="*/ 1904726 h 1985651"/>
                <a:gd name="connsiteX6" fmla="*/ 0 w 1009650"/>
                <a:gd name="connsiteY6" fmla="*/ 1196458 h 1985651"/>
                <a:gd name="connsiteX7" fmla="*/ 540730 w 1009650"/>
                <a:gd name="connsiteY7" fmla="*/ 49865 h 1985651"/>
                <a:gd name="connsiteX8" fmla="*/ 607413 w 1009650"/>
                <a:gd name="connsiteY8" fmla="*/ 0 h 1985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9650" h="1985651">
                  <a:moveTo>
                    <a:pt x="607413" y="0"/>
                  </a:moveTo>
                  <a:lnTo>
                    <a:pt x="666504" y="53704"/>
                  </a:lnTo>
                  <a:cubicBezTo>
                    <a:pt x="878517" y="265718"/>
                    <a:pt x="1009650" y="558611"/>
                    <a:pt x="1009650" y="882133"/>
                  </a:cubicBezTo>
                  <a:cubicBezTo>
                    <a:pt x="1009650" y="1367415"/>
                    <a:pt x="714601" y="1783785"/>
                    <a:pt x="294105" y="1961640"/>
                  </a:cubicBezTo>
                  <a:lnTo>
                    <a:pt x="228502" y="1985651"/>
                  </a:lnTo>
                  <a:lnTo>
                    <a:pt x="179340" y="1904726"/>
                  </a:lnTo>
                  <a:cubicBezTo>
                    <a:pt x="64967" y="1694184"/>
                    <a:pt x="0" y="1452908"/>
                    <a:pt x="0" y="1196458"/>
                  </a:cubicBezTo>
                  <a:cubicBezTo>
                    <a:pt x="0" y="734848"/>
                    <a:pt x="210492" y="322401"/>
                    <a:pt x="540730" y="49865"/>
                  </a:cubicBezTo>
                  <a:lnTo>
                    <a:pt x="607413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6537E0-58FB-4747-989B-201D00812B70}"/>
                </a:ext>
              </a:extLst>
            </p:cNvPr>
            <p:cNvSpPr/>
            <p:nvPr/>
          </p:nvSpPr>
          <p:spPr>
            <a:xfrm>
              <a:off x="4230774" y="4177554"/>
              <a:ext cx="1327991" cy="802663"/>
            </a:xfrm>
            <a:custGeom>
              <a:avLst/>
              <a:gdLst>
                <a:gd name="connsiteX0" fmla="*/ 1153118 w 1654689"/>
                <a:gd name="connsiteY0" fmla="*/ 0 h 1000125"/>
                <a:gd name="connsiteX1" fmla="*/ 1609148 w 1654689"/>
                <a:gd name="connsiteY1" fmla="*/ 92068 h 1000125"/>
                <a:gd name="connsiteX2" fmla="*/ 1654689 w 1654689"/>
                <a:gd name="connsiteY2" fmla="*/ 114007 h 1000125"/>
                <a:gd name="connsiteX3" fmla="*/ 1602428 w 1654689"/>
                <a:gd name="connsiteY3" fmla="*/ 222493 h 1000125"/>
                <a:gd name="connsiteX4" fmla="*/ 295868 w 1654689"/>
                <a:gd name="connsiteY4" fmla="*/ 1000125 h 1000125"/>
                <a:gd name="connsiteX5" fmla="*/ 143943 w 1654689"/>
                <a:gd name="connsiteY5" fmla="*/ 992453 h 1000125"/>
                <a:gd name="connsiteX6" fmla="*/ 0 w 1654689"/>
                <a:gd name="connsiteY6" fmla="*/ 970486 h 1000125"/>
                <a:gd name="connsiteX7" fmla="*/ 5345 w 1654689"/>
                <a:gd name="connsiteY7" fmla="*/ 935462 h 1000125"/>
                <a:gd name="connsiteX8" fmla="*/ 1153118 w 1654689"/>
                <a:gd name="connsiteY8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689" h="1000125">
                  <a:moveTo>
                    <a:pt x="1153118" y="0"/>
                  </a:moveTo>
                  <a:cubicBezTo>
                    <a:pt x="1314879" y="0"/>
                    <a:pt x="1468983" y="32783"/>
                    <a:pt x="1609148" y="92068"/>
                  </a:cubicBezTo>
                  <a:lnTo>
                    <a:pt x="1654689" y="114007"/>
                  </a:lnTo>
                  <a:lnTo>
                    <a:pt x="1602428" y="222493"/>
                  </a:lnTo>
                  <a:cubicBezTo>
                    <a:pt x="1350807" y="685686"/>
                    <a:pt x="860058" y="1000125"/>
                    <a:pt x="295868" y="1000125"/>
                  </a:cubicBezTo>
                  <a:cubicBezTo>
                    <a:pt x="244578" y="1000125"/>
                    <a:pt x="193895" y="997527"/>
                    <a:pt x="143943" y="992453"/>
                  </a:cubicBezTo>
                  <a:lnTo>
                    <a:pt x="0" y="970486"/>
                  </a:lnTo>
                  <a:lnTo>
                    <a:pt x="5345" y="935462"/>
                  </a:lnTo>
                  <a:cubicBezTo>
                    <a:pt x="114590" y="401595"/>
                    <a:pt x="586956" y="0"/>
                    <a:pt x="1153118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A1392B-6A6F-4CD1-AD51-6A1FAC73783E}"/>
                </a:ext>
              </a:extLst>
            </p:cNvPr>
            <p:cNvSpPr/>
            <p:nvPr/>
          </p:nvSpPr>
          <p:spPr>
            <a:xfrm>
              <a:off x="4277178" y="880384"/>
              <a:ext cx="2343150" cy="2273173"/>
            </a:xfrm>
            <a:custGeom>
              <a:avLst/>
              <a:gdLst>
                <a:gd name="connsiteX0" fmla="*/ 1171575 w 2343150"/>
                <a:gd name="connsiteY0" fmla="*/ 0 h 2273173"/>
                <a:gd name="connsiteX1" fmla="*/ 2343150 w 2343150"/>
                <a:gd name="connsiteY1" fmla="*/ 1171575 h 2273173"/>
                <a:gd name="connsiteX2" fmla="*/ 1627605 w 2343150"/>
                <a:gd name="connsiteY2" fmla="*/ 2251082 h 2273173"/>
                <a:gd name="connsiteX3" fmla="*/ 1567247 w 2343150"/>
                <a:gd name="connsiteY3" fmla="*/ 2273173 h 2273173"/>
                <a:gd name="connsiteX4" fmla="*/ 1552447 w 2343150"/>
                <a:gd name="connsiteY4" fmla="*/ 2215614 h 2273173"/>
                <a:gd name="connsiteX5" fmla="*/ 133350 w 2343150"/>
                <a:gd name="connsiteY5" fmla="*/ 1171575 h 2273173"/>
                <a:gd name="connsiteX6" fmla="*/ 339 w 2343150"/>
                <a:gd name="connsiteY6" fmla="*/ 1178292 h 2273173"/>
                <a:gd name="connsiteX7" fmla="*/ 0 w 2343150"/>
                <a:gd name="connsiteY7" fmla="*/ 1171575 h 2273173"/>
                <a:gd name="connsiteX8" fmla="*/ 1171575 w 2343150"/>
                <a:gd name="connsiteY8" fmla="*/ 0 h 2273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43150" h="2273173">
                  <a:moveTo>
                    <a:pt x="1171575" y="0"/>
                  </a:moveTo>
                  <a:cubicBezTo>
                    <a:pt x="1818618" y="0"/>
                    <a:pt x="2343150" y="524532"/>
                    <a:pt x="2343150" y="1171575"/>
                  </a:cubicBezTo>
                  <a:cubicBezTo>
                    <a:pt x="2343150" y="1656857"/>
                    <a:pt x="2048101" y="2073227"/>
                    <a:pt x="1627605" y="2251082"/>
                  </a:cubicBezTo>
                  <a:lnTo>
                    <a:pt x="1567247" y="2273173"/>
                  </a:lnTo>
                  <a:lnTo>
                    <a:pt x="1552447" y="2215614"/>
                  </a:lnTo>
                  <a:cubicBezTo>
                    <a:pt x="1364315" y="1610750"/>
                    <a:pt x="800120" y="1171575"/>
                    <a:pt x="133350" y="1171575"/>
                  </a:cubicBezTo>
                  <a:lnTo>
                    <a:pt x="339" y="1178292"/>
                  </a:lnTo>
                  <a:lnTo>
                    <a:pt x="0" y="1171575"/>
                  </a:lnTo>
                  <a:cubicBezTo>
                    <a:pt x="0" y="524532"/>
                    <a:pt x="524532" y="0"/>
                    <a:pt x="1171575" y="0"/>
                  </a:cubicBezTo>
                  <a:close/>
                </a:path>
              </a:pathLst>
            </a:custGeom>
            <a:solidFill>
              <a:srgbClr val="FF84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C4B397-E9E4-410F-AE16-647B170BFBB1}"/>
                </a:ext>
              </a:extLst>
            </p:cNvPr>
            <p:cNvSpPr/>
            <p:nvPr/>
          </p:nvSpPr>
          <p:spPr>
            <a:xfrm>
              <a:off x="1518559" y="2095500"/>
              <a:ext cx="1940913" cy="2343150"/>
            </a:xfrm>
            <a:custGeom>
              <a:avLst/>
              <a:gdLst>
                <a:gd name="connsiteX0" fmla="*/ 1171575 w 1940913"/>
                <a:gd name="connsiteY0" fmla="*/ 0 h 2343150"/>
                <a:gd name="connsiteX1" fmla="*/ 1916805 w 1940913"/>
                <a:gd name="connsiteY1" fmla="*/ 267531 h 2343150"/>
                <a:gd name="connsiteX2" fmla="*/ 1940913 w 1940913"/>
                <a:gd name="connsiteY2" fmla="*/ 289442 h 2343150"/>
                <a:gd name="connsiteX3" fmla="*/ 1874230 w 1940913"/>
                <a:gd name="connsiteY3" fmla="*/ 339307 h 2343150"/>
                <a:gd name="connsiteX4" fmla="*/ 1333500 w 1940913"/>
                <a:gd name="connsiteY4" fmla="*/ 1485900 h 2343150"/>
                <a:gd name="connsiteX5" fmla="*/ 1512840 w 1940913"/>
                <a:gd name="connsiteY5" fmla="*/ 2194168 h 2343150"/>
                <a:gd name="connsiteX6" fmla="*/ 1562002 w 1940913"/>
                <a:gd name="connsiteY6" fmla="*/ 2275093 h 2343150"/>
                <a:gd name="connsiteX7" fmla="*/ 1519966 w 1940913"/>
                <a:gd name="connsiteY7" fmla="*/ 2290478 h 2343150"/>
                <a:gd name="connsiteX8" fmla="*/ 1171575 w 1940913"/>
                <a:gd name="connsiteY8" fmla="*/ 2343150 h 2343150"/>
                <a:gd name="connsiteX9" fmla="*/ 0 w 1940913"/>
                <a:gd name="connsiteY9" fmla="*/ 1171575 h 2343150"/>
                <a:gd name="connsiteX10" fmla="*/ 1171575 w 1940913"/>
                <a:gd name="connsiteY10" fmla="*/ 0 h 234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0913" h="2343150">
                  <a:moveTo>
                    <a:pt x="1171575" y="0"/>
                  </a:moveTo>
                  <a:cubicBezTo>
                    <a:pt x="1454656" y="0"/>
                    <a:pt x="1714288" y="100399"/>
                    <a:pt x="1916805" y="267531"/>
                  </a:cubicBezTo>
                  <a:lnTo>
                    <a:pt x="1940913" y="289442"/>
                  </a:lnTo>
                  <a:lnTo>
                    <a:pt x="1874230" y="339307"/>
                  </a:lnTo>
                  <a:cubicBezTo>
                    <a:pt x="1543992" y="611843"/>
                    <a:pt x="1333500" y="1024290"/>
                    <a:pt x="1333500" y="1485900"/>
                  </a:cubicBezTo>
                  <a:cubicBezTo>
                    <a:pt x="1333500" y="1742350"/>
                    <a:pt x="1398467" y="1983626"/>
                    <a:pt x="1512840" y="2194168"/>
                  </a:cubicBezTo>
                  <a:lnTo>
                    <a:pt x="1562002" y="2275093"/>
                  </a:lnTo>
                  <a:lnTo>
                    <a:pt x="1519966" y="2290478"/>
                  </a:lnTo>
                  <a:cubicBezTo>
                    <a:pt x="1409909" y="2324710"/>
                    <a:pt x="1292895" y="2343150"/>
                    <a:pt x="1171575" y="2343150"/>
                  </a:cubicBezTo>
                  <a:cubicBezTo>
                    <a:pt x="524532" y="2343150"/>
                    <a:pt x="0" y="1818618"/>
                    <a:pt x="0" y="1171575"/>
                  </a:cubicBezTo>
                  <a:cubicBezTo>
                    <a:pt x="0" y="524532"/>
                    <a:pt x="524532" y="0"/>
                    <a:pt x="1171575" y="0"/>
                  </a:cubicBezTo>
                  <a:close/>
                </a:path>
              </a:pathLst>
            </a:custGeom>
            <a:solidFill>
              <a:srgbClr val="267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4A4662A-E934-408C-B104-5C3E78C61959}"/>
                </a:ext>
              </a:extLst>
            </p:cNvPr>
            <p:cNvSpPr/>
            <p:nvPr/>
          </p:nvSpPr>
          <p:spPr>
            <a:xfrm>
              <a:off x="3124102" y="2102217"/>
              <a:ext cx="2743298" cy="2935444"/>
            </a:xfrm>
            <a:custGeom>
              <a:avLst/>
              <a:gdLst>
                <a:gd name="connsiteX0" fmla="*/ 1124387 w 2743298"/>
                <a:gd name="connsiteY0" fmla="*/ 0 h 2935444"/>
                <a:gd name="connsiteX1" fmla="*/ 1130097 w 2743298"/>
                <a:gd name="connsiteY1" fmla="*/ 113070 h 2935444"/>
                <a:gd name="connsiteX2" fmla="*/ 2295623 w 2743298"/>
                <a:gd name="connsiteY2" fmla="*/ 1164858 h 2935444"/>
                <a:gd name="connsiteX3" fmla="*/ 2644014 w 2743298"/>
                <a:gd name="connsiteY3" fmla="*/ 1112186 h 2935444"/>
                <a:gd name="connsiteX4" fmla="*/ 2691295 w 2743298"/>
                <a:gd name="connsiteY4" fmla="*/ 1094881 h 2935444"/>
                <a:gd name="connsiteX5" fmla="*/ 2713110 w 2743298"/>
                <a:gd name="connsiteY5" fmla="*/ 1179722 h 2935444"/>
                <a:gd name="connsiteX6" fmla="*/ 2743298 w 2743298"/>
                <a:gd name="connsiteY6" fmla="*/ 1479183 h 2935444"/>
                <a:gd name="connsiteX7" fmla="*/ 2626529 w 2743298"/>
                <a:gd name="connsiteY7" fmla="*/ 2057562 h 2935444"/>
                <a:gd name="connsiteX8" fmla="*/ 2616219 w 2743298"/>
                <a:gd name="connsiteY8" fmla="*/ 2078965 h 2935444"/>
                <a:gd name="connsiteX9" fmla="*/ 2570678 w 2743298"/>
                <a:gd name="connsiteY9" fmla="*/ 2057026 h 2935444"/>
                <a:gd name="connsiteX10" fmla="*/ 2114648 w 2743298"/>
                <a:gd name="connsiteY10" fmla="*/ 1964958 h 2935444"/>
                <a:gd name="connsiteX11" fmla="*/ 966875 w 2743298"/>
                <a:gd name="connsiteY11" fmla="*/ 2900420 h 2935444"/>
                <a:gd name="connsiteX12" fmla="*/ 961530 w 2743298"/>
                <a:gd name="connsiteY12" fmla="*/ 2935444 h 2935444"/>
                <a:gd name="connsiteX13" fmla="*/ 957937 w 2743298"/>
                <a:gd name="connsiteY13" fmla="*/ 2934895 h 2935444"/>
                <a:gd name="connsiteX14" fmla="*/ 25266 w 2743298"/>
                <a:gd name="connsiteY14" fmla="*/ 2309964 h 2935444"/>
                <a:gd name="connsiteX15" fmla="*/ 0 w 2743298"/>
                <a:gd name="connsiteY15" fmla="*/ 2268376 h 2935444"/>
                <a:gd name="connsiteX16" fmla="*/ 65603 w 2743298"/>
                <a:gd name="connsiteY16" fmla="*/ 2244365 h 2935444"/>
                <a:gd name="connsiteX17" fmla="*/ 781148 w 2743298"/>
                <a:gd name="connsiteY17" fmla="*/ 1164858 h 2935444"/>
                <a:gd name="connsiteX18" fmla="*/ 438002 w 2743298"/>
                <a:gd name="connsiteY18" fmla="*/ 336429 h 2935444"/>
                <a:gd name="connsiteX19" fmla="*/ 378911 w 2743298"/>
                <a:gd name="connsiteY19" fmla="*/ 282725 h 2935444"/>
                <a:gd name="connsiteX20" fmla="*/ 426617 w 2743298"/>
                <a:gd name="connsiteY20" fmla="*/ 247051 h 2935444"/>
                <a:gd name="connsiteX21" fmla="*/ 1105473 w 2743298"/>
                <a:gd name="connsiteY21" fmla="*/ 955 h 2935444"/>
                <a:gd name="connsiteX22" fmla="*/ 1124387 w 2743298"/>
                <a:gd name="connsiteY22" fmla="*/ 0 h 293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3298" h="2935444">
                  <a:moveTo>
                    <a:pt x="1124387" y="0"/>
                  </a:moveTo>
                  <a:lnTo>
                    <a:pt x="1130097" y="113070"/>
                  </a:lnTo>
                  <a:cubicBezTo>
                    <a:pt x="1190093" y="703843"/>
                    <a:pt x="1689020" y="1164858"/>
                    <a:pt x="2295623" y="1164858"/>
                  </a:cubicBezTo>
                  <a:cubicBezTo>
                    <a:pt x="2416944" y="1164858"/>
                    <a:pt x="2533957" y="1146417"/>
                    <a:pt x="2644014" y="1112186"/>
                  </a:cubicBezTo>
                  <a:lnTo>
                    <a:pt x="2691295" y="1094881"/>
                  </a:lnTo>
                  <a:lnTo>
                    <a:pt x="2713110" y="1179722"/>
                  </a:lnTo>
                  <a:cubicBezTo>
                    <a:pt x="2732904" y="1276451"/>
                    <a:pt x="2743298" y="1376603"/>
                    <a:pt x="2743298" y="1479183"/>
                  </a:cubicBezTo>
                  <a:cubicBezTo>
                    <a:pt x="2743298" y="1684343"/>
                    <a:pt x="2701719" y="1879792"/>
                    <a:pt x="2626529" y="2057562"/>
                  </a:cubicBezTo>
                  <a:lnTo>
                    <a:pt x="2616219" y="2078965"/>
                  </a:lnTo>
                  <a:lnTo>
                    <a:pt x="2570678" y="2057026"/>
                  </a:lnTo>
                  <a:cubicBezTo>
                    <a:pt x="2430513" y="1997741"/>
                    <a:pt x="2276409" y="1964958"/>
                    <a:pt x="2114648" y="1964958"/>
                  </a:cubicBezTo>
                  <a:cubicBezTo>
                    <a:pt x="1548486" y="1964958"/>
                    <a:pt x="1076120" y="2366553"/>
                    <a:pt x="966875" y="2900420"/>
                  </a:cubicBezTo>
                  <a:lnTo>
                    <a:pt x="961530" y="2935444"/>
                  </a:lnTo>
                  <a:lnTo>
                    <a:pt x="957937" y="2934895"/>
                  </a:lnTo>
                  <a:cubicBezTo>
                    <a:pt x="571023" y="2855721"/>
                    <a:pt x="238888" y="2626166"/>
                    <a:pt x="25266" y="2309964"/>
                  </a:cubicBezTo>
                  <a:lnTo>
                    <a:pt x="0" y="2268376"/>
                  </a:lnTo>
                  <a:lnTo>
                    <a:pt x="65603" y="2244365"/>
                  </a:lnTo>
                  <a:cubicBezTo>
                    <a:pt x="486099" y="2066510"/>
                    <a:pt x="781148" y="1650140"/>
                    <a:pt x="781148" y="1164858"/>
                  </a:cubicBezTo>
                  <a:cubicBezTo>
                    <a:pt x="781148" y="841336"/>
                    <a:pt x="650015" y="548443"/>
                    <a:pt x="438002" y="336429"/>
                  </a:cubicBezTo>
                  <a:lnTo>
                    <a:pt x="378911" y="282725"/>
                  </a:lnTo>
                  <a:lnTo>
                    <a:pt x="426617" y="247051"/>
                  </a:lnTo>
                  <a:cubicBezTo>
                    <a:pt x="624243" y="113538"/>
                    <a:pt x="855715" y="26319"/>
                    <a:pt x="1105473" y="955"/>
                  </a:cubicBezTo>
                  <a:lnTo>
                    <a:pt x="1124387" y="0"/>
                  </a:lnTo>
                  <a:close/>
                </a:path>
              </a:pathLst>
            </a:custGeom>
            <a:solidFill>
              <a:srgbClr val="26A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B89A4F5-0FDE-48B8-94E1-D2A8D1D2E459}"/>
                </a:ext>
              </a:extLst>
            </p:cNvPr>
            <p:cNvSpPr/>
            <p:nvPr/>
          </p:nvSpPr>
          <p:spPr>
            <a:xfrm>
              <a:off x="4081689" y="4224725"/>
              <a:ext cx="2343150" cy="2229143"/>
            </a:xfrm>
            <a:custGeom>
              <a:avLst/>
              <a:gdLst>
                <a:gd name="connsiteX0" fmla="*/ 1673146 w 2343150"/>
                <a:gd name="connsiteY0" fmla="*/ 0 h 2229143"/>
                <a:gd name="connsiteX1" fmla="*/ 1730017 w 2343150"/>
                <a:gd name="connsiteY1" fmla="*/ 27396 h 2229143"/>
                <a:gd name="connsiteX2" fmla="*/ 2343150 w 2343150"/>
                <a:gd name="connsiteY2" fmla="*/ 1057568 h 2229143"/>
                <a:gd name="connsiteX3" fmla="*/ 1171575 w 2343150"/>
                <a:gd name="connsiteY3" fmla="*/ 2229143 h 2229143"/>
                <a:gd name="connsiteX4" fmla="*/ 0 w 2343150"/>
                <a:gd name="connsiteY4" fmla="*/ 1057568 h 2229143"/>
                <a:gd name="connsiteX5" fmla="*/ 6049 w 2343150"/>
                <a:gd name="connsiteY5" fmla="*/ 937781 h 2229143"/>
                <a:gd name="connsiteX6" fmla="*/ 18457 w 2343150"/>
                <a:gd name="connsiteY6" fmla="*/ 856479 h 2229143"/>
                <a:gd name="connsiteX7" fmla="*/ 162400 w 2343150"/>
                <a:gd name="connsiteY7" fmla="*/ 878446 h 2229143"/>
                <a:gd name="connsiteX8" fmla="*/ 314325 w 2343150"/>
                <a:gd name="connsiteY8" fmla="*/ 886118 h 2229143"/>
                <a:gd name="connsiteX9" fmla="*/ 1620885 w 2343150"/>
                <a:gd name="connsiteY9" fmla="*/ 108486 h 2229143"/>
                <a:gd name="connsiteX10" fmla="*/ 1673146 w 2343150"/>
                <a:gd name="connsiteY10" fmla="*/ 0 h 222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43150" h="2229143">
                  <a:moveTo>
                    <a:pt x="1673146" y="0"/>
                  </a:moveTo>
                  <a:lnTo>
                    <a:pt x="1730017" y="27396"/>
                  </a:lnTo>
                  <a:cubicBezTo>
                    <a:pt x="2095227" y="225790"/>
                    <a:pt x="2343150" y="612726"/>
                    <a:pt x="2343150" y="1057568"/>
                  </a:cubicBezTo>
                  <a:cubicBezTo>
                    <a:pt x="2343150" y="1704611"/>
                    <a:pt x="1818618" y="2229143"/>
                    <a:pt x="1171575" y="2229143"/>
                  </a:cubicBezTo>
                  <a:cubicBezTo>
                    <a:pt x="524532" y="2229143"/>
                    <a:pt x="0" y="1704611"/>
                    <a:pt x="0" y="1057568"/>
                  </a:cubicBezTo>
                  <a:cubicBezTo>
                    <a:pt x="0" y="1017128"/>
                    <a:pt x="2049" y="977166"/>
                    <a:pt x="6049" y="937781"/>
                  </a:cubicBezTo>
                  <a:lnTo>
                    <a:pt x="18457" y="856479"/>
                  </a:lnTo>
                  <a:lnTo>
                    <a:pt x="162400" y="878446"/>
                  </a:lnTo>
                  <a:cubicBezTo>
                    <a:pt x="212352" y="883520"/>
                    <a:pt x="263035" y="886118"/>
                    <a:pt x="314325" y="886118"/>
                  </a:cubicBezTo>
                  <a:cubicBezTo>
                    <a:pt x="878515" y="886118"/>
                    <a:pt x="1369264" y="571679"/>
                    <a:pt x="1620885" y="108486"/>
                  </a:cubicBezTo>
                  <a:lnTo>
                    <a:pt x="1673146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DA83A0A-CAAD-4C88-9CFD-BE7AB571D2C8}"/>
              </a:ext>
            </a:extLst>
          </p:cNvPr>
          <p:cNvSpPr txBox="1"/>
          <p:nvPr/>
        </p:nvSpPr>
        <p:spPr>
          <a:xfrm>
            <a:off x="5145424" y="1142423"/>
            <a:ext cx="1016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A182B4-C4EA-4E77-8D4C-1492A3D35EFA}"/>
              </a:ext>
            </a:extLst>
          </p:cNvPr>
          <p:cNvSpPr txBox="1"/>
          <p:nvPr/>
        </p:nvSpPr>
        <p:spPr>
          <a:xfrm>
            <a:off x="4894769" y="5005339"/>
            <a:ext cx="1016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7A251-4AAD-46F5-A877-AD0FE32353D2}"/>
              </a:ext>
            </a:extLst>
          </p:cNvPr>
          <p:cNvSpPr txBox="1"/>
          <p:nvPr/>
        </p:nvSpPr>
        <p:spPr>
          <a:xfrm>
            <a:off x="1844495" y="2559886"/>
            <a:ext cx="1016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gency FB" panose="020B0503020202020204" pitchFamily="34" charset="0"/>
              </a:rPr>
              <a:t>Title Here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247E4A-A1AD-4D60-95A6-155B1BCF11EF}"/>
              </a:ext>
            </a:extLst>
          </p:cNvPr>
          <p:cNvGrpSpPr/>
          <p:nvPr/>
        </p:nvGrpSpPr>
        <p:grpSpPr>
          <a:xfrm>
            <a:off x="7708900" y="1199573"/>
            <a:ext cx="4140200" cy="1200329"/>
            <a:chOff x="7708900" y="1199573"/>
            <a:chExt cx="4140200" cy="120032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DAF776-05E8-45D4-AB78-E46281E653CC}"/>
                </a:ext>
              </a:extLst>
            </p:cNvPr>
            <p:cNvSpPr/>
            <p:nvPr/>
          </p:nvSpPr>
          <p:spPr>
            <a:xfrm>
              <a:off x="7708900" y="1333500"/>
              <a:ext cx="391886" cy="391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37C3BE-A94F-4E8B-A45C-878B64232C84}"/>
                </a:ext>
              </a:extLst>
            </p:cNvPr>
            <p:cNvSpPr txBox="1"/>
            <p:nvPr/>
          </p:nvSpPr>
          <p:spPr>
            <a:xfrm>
              <a:off x="8272236" y="1199573"/>
              <a:ext cx="35768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ileron Thin" panose="00000300000000000000" pitchFamily="50" charset="0"/>
                </a:rPr>
                <a:t>Lorem ipsum dolor sit amet, consectetur adipiscing elit</a:t>
              </a:r>
              <a:endParaRPr lang="en-MY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70B5E11-F974-45E1-8AE5-97394FBFA286}"/>
              </a:ext>
            </a:extLst>
          </p:cNvPr>
          <p:cNvGrpSpPr/>
          <p:nvPr/>
        </p:nvGrpSpPr>
        <p:grpSpPr>
          <a:xfrm>
            <a:off x="7708900" y="2858941"/>
            <a:ext cx="4140200" cy="1200329"/>
            <a:chOff x="7708900" y="2858941"/>
            <a:chExt cx="4140200" cy="120032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092809-18E6-413F-AE71-6F31E02F2FEB}"/>
                </a:ext>
              </a:extLst>
            </p:cNvPr>
            <p:cNvSpPr/>
            <p:nvPr/>
          </p:nvSpPr>
          <p:spPr>
            <a:xfrm>
              <a:off x="7708900" y="2962784"/>
              <a:ext cx="391886" cy="391886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5CC05E-482C-41C0-81E1-D21AB4FE6942}"/>
                </a:ext>
              </a:extLst>
            </p:cNvPr>
            <p:cNvSpPr txBox="1"/>
            <p:nvPr/>
          </p:nvSpPr>
          <p:spPr>
            <a:xfrm>
              <a:off x="8272236" y="2858941"/>
              <a:ext cx="35768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ileron Thin" panose="00000300000000000000" pitchFamily="50" charset="0"/>
                </a:rPr>
                <a:t>Lorem ipsum dolor sit amet, consectetur adipiscing elit</a:t>
              </a:r>
              <a:endParaRPr lang="en-MY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D3A484-A2E6-4C59-B473-946B168B8985}"/>
              </a:ext>
            </a:extLst>
          </p:cNvPr>
          <p:cNvGrpSpPr/>
          <p:nvPr/>
        </p:nvGrpSpPr>
        <p:grpSpPr>
          <a:xfrm>
            <a:off x="7708900" y="4518309"/>
            <a:ext cx="4140200" cy="1200329"/>
            <a:chOff x="7708900" y="4518309"/>
            <a:chExt cx="4140200" cy="12003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92113C-5CBB-4494-A204-CFFA55384297}"/>
                </a:ext>
              </a:extLst>
            </p:cNvPr>
            <p:cNvSpPr/>
            <p:nvPr/>
          </p:nvSpPr>
          <p:spPr>
            <a:xfrm>
              <a:off x="7708900" y="4592068"/>
              <a:ext cx="391886" cy="391886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40FB27-88D8-4DDF-AD8E-24A2F8F1F1F8}"/>
                </a:ext>
              </a:extLst>
            </p:cNvPr>
            <p:cNvSpPr txBox="1"/>
            <p:nvPr/>
          </p:nvSpPr>
          <p:spPr>
            <a:xfrm>
              <a:off x="8272236" y="4518309"/>
              <a:ext cx="35768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ileron Thin" panose="00000300000000000000" pitchFamily="50" charset="0"/>
                </a:rPr>
                <a:t>Lorem ipsum dolor sit amet, consectetur adipiscing elit</a:t>
              </a:r>
              <a:endParaRPr lang="en-MY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EC3A008-D8B9-458A-8A8A-14202D66021D}"/>
              </a:ext>
            </a:extLst>
          </p:cNvPr>
          <p:cNvSpPr txBox="1"/>
          <p:nvPr/>
        </p:nvSpPr>
        <p:spPr>
          <a:xfrm>
            <a:off x="526574" y="387626"/>
            <a:ext cx="2343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Best Title</a:t>
            </a:r>
          </a:p>
        </p:txBody>
      </p:sp>
      <p:pic>
        <p:nvPicPr>
          <p:cNvPr id="27" name="Graphic 26" descr="Bullseye">
            <a:extLst>
              <a:ext uri="{FF2B5EF4-FFF2-40B4-BE49-F238E27FC236}">
                <a16:creationId xmlns:a16="http://schemas.microsoft.com/office/drawing/2014/main" id="{D2233714-6CFD-4901-87C4-59B74BC54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9448" y="31448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47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C96160E-2335-4B53-875A-58D86FF0B8EF}"/>
              </a:ext>
            </a:extLst>
          </p:cNvPr>
          <p:cNvSpPr/>
          <p:nvPr/>
        </p:nvSpPr>
        <p:spPr>
          <a:xfrm>
            <a:off x="3924300" y="1276350"/>
            <a:ext cx="2533650" cy="2533650"/>
          </a:xfrm>
          <a:prstGeom prst="ellipse">
            <a:avLst/>
          </a:prstGeom>
          <a:solidFill>
            <a:srgbClr val="FF848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B1F73F-D5AC-42FD-B222-DB2FE138D8AE}"/>
              </a:ext>
            </a:extLst>
          </p:cNvPr>
          <p:cNvSpPr/>
          <p:nvPr/>
        </p:nvSpPr>
        <p:spPr>
          <a:xfrm>
            <a:off x="5734050" y="1276350"/>
            <a:ext cx="2533650" cy="2533650"/>
          </a:xfrm>
          <a:prstGeom prst="ellipse">
            <a:avLst/>
          </a:prstGeom>
          <a:solidFill>
            <a:srgbClr val="FFC0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B163B5-618D-4034-B0CC-63F284FA1102}"/>
              </a:ext>
            </a:extLst>
          </p:cNvPr>
          <p:cNvSpPr/>
          <p:nvPr/>
        </p:nvSpPr>
        <p:spPr>
          <a:xfrm>
            <a:off x="5734050" y="3048000"/>
            <a:ext cx="2533650" cy="2533650"/>
          </a:xfrm>
          <a:prstGeom prst="ellipse">
            <a:avLst/>
          </a:prstGeom>
          <a:solidFill>
            <a:srgbClr val="33CC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650E6D-3740-4323-A690-4CB5420D8A18}"/>
              </a:ext>
            </a:extLst>
          </p:cNvPr>
          <p:cNvSpPr/>
          <p:nvPr/>
        </p:nvSpPr>
        <p:spPr>
          <a:xfrm>
            <a:off x="3924300" y="3048000"/>
            <a:ext cx="2533650" cy="2533650"/>
          </a:xfrm>
          <a:prstGeom prst="ellipse">
            <a:avLst/>
          </a:prstGeom>
          <a:solidFill>
            <a:srgbClr val="26A8A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49174C-9812-474D-88A6-76082F006AE6}"/>
              </a:ext>
            </a:extLst>
          </p:cNvPr>
          <p:cNvSpPr/>
          <p:nvPr/>
        </p:nvSpPr>
        <p:spPr>
          <a:xfrm>
            <a:off x="5291137" y="2624137"/>
            <a:ext cx="1609725" cy="160972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2D259-7A11-4C3F-8CB5-719D25EACA5C}"/>
              </a:ext>
            </a:extLst>
          </p:cNvPr>
          <p:cNvSpPr txBox="1"/>
          <p:nvPr/>
        </p:nvSpPr>
        <p:spPr>
          <a:xfrm>
            <a:off x="5543550" y="2946400"/>
            <a:ext cx="114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krobat" panose="00000600000000000000" pitchFamily="50" charset="0"/>
              </a:rPr>
              <a:t>Nice Title</a:t>
            </a:r>
          </a:p>
        </p:txBody>
      </p:sp>
      <p:pic>
        <p:nvPicPr>
          <p:cNvPr id="11" name="Graphic 10" descr="Home">
            <a:extLst>
              <a:ext uri="{FF2B5EF4-FFF2-40B4-BE49-F238E27FC236}">
                <a16:creationId xmlns:a16="http://schemas.microsoft.com/office/drawing/2014/main" id="{4CEA8248-741F-46F8-B84B-B8BF655B0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4212" y="1914506"/>
            <a:ext cx="914400" cy="914400"/>
          </a:xfrm>
          <a:prstGeom prst="rect">
            <a:avLst/>
          </a:prstGeom>
        </p:spPr>
      </p:pic>
      <p:pic>
        <p:nvPicPr>
          <p:cNvPr id="13" name="Graphic 12" descr="House">
            <a:extLst>
              <a:ext uri="{FF2B5EF4-FFF2-40B4-BE49-F238E27FC236}">
                <a16:creationId xmlns:a16="http://schemas.microsoft.com/office/drawing/2014/main" id="{94B48311-A530-48B7-B5BB-D231B71F8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9100" y="3906836"/>
            <a:ext cx="914400" cy="914400"/>
          </a:xfrm>
          <a:prstGeom prst="rect">
            <a:avLst/>
          </a:prstGeom>
        </p:spPr>
      </p:pic>
      <p:pic>
        <p:nvPicPr>
          <p:cNvPr id="15" name="Graphic 14" descr="City">
            <a:extLst>
              <a:ext uri="{FF2B5EF4-FFF2-40B4-BE49-F238E27FC236}">
                <a16:creationId xmlns:a16="http://schemas.microsoft.com/office/drawing/2014/main" id="{6B9E6A47-345E-4AF7-A4F3-4F9E686E4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2007" y="1935164"/>
            <a:ext cx="914400" cy="914400"/>
          </a:xfrm>
          <a:prstGeom prst="rect">
            <a:avLst/>
          </a:prstGeom>
        </p:spPr>
      </p:pic>
      <p:pic>
        <p:nvPicPr>
          <p:cNvPr id="17" name="Graphic 16" descr="Building">
            <a:extLst>
              <a:ext uri="{FF2B5EF4-FFF2-40B4-BE49-F238E27FC236}">
                <a16:creationId xmlns:a16="http://schemas.microsoft.com/office/drawing/2014/main" id="{A10ACA8B-13A8-4E64-9E58-7A5B878E51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4212" y="3959999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1176059-7506-44FB-B30F-BA69F998E0E1}"/>
              </a:ext>
            </a:extLst>
          </p:cNvPr>
          <p:cNvSpPr/>
          <p:nvPr/>
        </p:nvSpPr>
        <p:spPr>
          <a:xfrm>
            <a:off x="8710612" y="1423808"/>
            <a:ext cx="33408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24DBE-34AF-4D84-A2E6-A18C0DF8970C}"/>
              </a:ext>
            </a:extLst>
          </p:cNvPr>
          <p:cNvSpPr/>
          <p:nvPr/>
        </p:nvSpPr>
        <p:spPr>
          <a:xfrm>
            <a:off x="8710612" y="4140955"/>
            <a:ext cx="33408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D494AA-6B4F-4899-8A8E-E92E0842ED4B}"/>
              </a:ext>
            </a:extLst>
          </p:cNvPr>
          <p:cNvSpPr/>
          <p:nvPr/>
        </p:nvSpPr>
        <p:spPr>
          <a:xfrm>
            <a:off x="140550" y="1429276"/>
            <a:ext cx="33408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C4AA9C-BA26-4219-BF37-7B96EB5C8390}"/>
              </a:ext>
            </a:extLst>
          </p:cNvPr>
          <p:cNvSpPr/>
          <p:nvPr/>
        </p:nvSpPr>
        <p:spPr>
          <a:xfrm>
            <a:off x="120392" y="4221071"/>
            <a:ext cx="33408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MY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087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377E1C1B-EFC7-4586-A8B1-2838142905DB}"/>
              </a:ext>
            </a:extLst>
          </p:cNvPr>
          <p:cNvGrpSpPr/>
          <p:nvPr/>
        </p:nvGrpSpPr>
        <p:grpSpPr>
          <a:xfrm>
            <a:off x="3354387" y="1154183"/>
            <a:ext cx="5483226" cy="5284720"/>
            <a:chOff x="3354387" y="1154183"/>
            <a:chExt cx="5483226" cy="528472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A6CFBC2-F416-494E-B253-1C9EE3F5DC59}"/>
                </a:ext>
              </a:extLst>
            </p:cNvPr>
            <p:cNvSpPr/>
            <p:nvPr/>
          </p:nvSpPr>
          <p:spPr>
            <a:xfrm>
              <a:off x="4405847" y="3050237"/>
              <a:ext cx="1651603" cy="1400462"/>
            </a:xfrm>
            <a:custGeom>
              <a:avLst/>
              <a:gdLst>
                <a:gd name="connsiteX0" fmla="*/ 574811 w 1360257"/>
                <a:gd name="connsiteY0" fmla="*/ 0 h 1153418"/>
                <a:gd name="connsiteX1" fmla="*/ 1336770 w 1360257"/>
                <a:gd name="connsiteY1" fmla="*/ 232746 h 1153418"/>
                <a:gd name="connsiteX2" fmla="*/ 1360257 w 1360257"/>
                <a:gd name="connsiteY2" fmla="*/ 250309 h 1153418"/>
                <a:gd name="connsiteX3" fmla="*/ 1278831 w 1360257"/>
                <a:gd name="connsiteY3" fmla="*/ 311199 h 1153418"/>
                <a:gd name="connsiteX4" fmla="*/ 810582 w 1360257"/>
                <a:gd name="connsiteY4" fmla="*/ 1088155 h 1153418"/>
                <a:gd name="connsiteX5" fmla="*/ 800622 w 1360257"/>
                <a:gd name="connsiteY5" fmla="*/ 1153418 h 1153418"/>
                <a:gd name="connsiteX6" fmla="*/ 693077 w 1360257"/>
                <a:gd name="connsiteY6" fmla="*/ 1101610 h 1153418"/>
                <a:gd name="connsiteX7" fmla="*/ 7551 w 1360257"/>
                <a:gd name="connsiteY7" fmla="*/ 177939 h 1153418"/>
                <a:gd name="connsiteX8" fmla="*/ 0 w 1360257"/>
                <a:gd name="connsiteY8" fmla="*/ 128459 h 1153418"/>
                <a:gd name="connsiteX9" fmla="*/ 44345 w 1360257"/>
                <a:gd name="connsiteY9" fmla="*/ 107096 h 1153418"/>
                <a:gd name="connsiteX10" fmla="*/ 574811 w 1360257"/>
                <a:gd name="connsiteY10" fmla="*/ 0 h 115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0257" h="1153418">
                  <a:moveTo>
                    <a:pt x="574811" y="0"/>
                  </a:moveTo>
                  <a:cubicBezTo>
                    <a:pt x="857058" y="0"/>
                    <a:pt x="1119265" y="85802"/>
                    <a:pt x="1336770" y="232746"/>
                  </a:cubicBezTo>
                  <a:lnTo>
                    <a:pt x="1360257" y="250309"/>
                  </a:lnTo>
                  <a:lnTo>
                    <a:pt x="1278831" y="311199"/>
                  </a:lnTo>
                  <a:cubicBezTo>
                    <a:pt x="1043257" y="505612"/>
                    <a:pt x="874121" y="777651"/>
                    <a:pt x="810582" y="1088155"/>
                  </a:cubicBezTo>
                  <a:lnTo>
                    <a:pt x="800622" y="1153418"/>
                  </a:lnTo>
                  <a:lnTo>
                    <a:pt x="693077" y="1101610"/>
                  </a:lnTo>
                  <a:cubicBezTo>
                    <a:pt x="345496" y="912793"/>
                    <a:pt x="89244" y="577159"/>
                    <a:pt x="7551" y="177939"/>
                  </a:cubicBezTo>
                  <a:lnTo>
                    <a:pt x="0" y="128459"/>
                  </a:lnTo>
                  <a:lnTo>
                    <a:pt x="44345" y="107096"/>
                  </a:lnTo>
                  <a:cubicBezTo>
                    <a:pt x="207389" y="38135"/>
                    <a:pt x="386647" y="0"/>
                    <a:pt x="57481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D4308D2-EB78-44B6-B703-E96286D145DC}"/>
                </a:ext>
              </a:extLst>
            </p:cNvPr>
            <p:cNvSpPr/>
            <p:nvPr/>
          </p:nvSpPr>
          <p:spPr>
            <a:xfrm>
              <a:off x="6165391" y="3050237"/>
              <a:ext cx="1611825" cy="1381300"/>
            </a:xfrm>
            <a:custGeom>
              <a:avLst/>
              <a:gdLst>
                <a:gd name="connsiteX0" fmla="*/ 785446 w 1327496"/>
                <a:gd name="connsiteY0" fmla="*/ 0 h 1137636"/>
                <a:gd name="connsiteX1" fmla="*/ 1315912 w 1327496"/>
                <a:gd name="connsiteY1" fmla="*/ 107096 h 1137636"/>
                <a:gd name="connsiteX2" fmla="*/ 1327496 w 1327496"/>
                <a:gd name="connsiteY2" fmla="*/ 112677 h 1137636"/>
                <a:gd name="connsiteX3" fmla="*/ 1317536 w 1327496"/>
                <a:gd name="connsiteY3" fmla="*/ 177939 h 1137636"/>
                <a:gd name="connsiteX4" fmla="*/ 632010 w 1327496"/>
                <a:gd name="connsiteY4" fmla="*/ 1101610 h 1137636"/>
                <a:gd name="connsiteX5" fmla="*/ 557227 w 1327496"/>
                <a:gd name="connsiteY5" fmla="*/ 1137636 h 1137636"/>
                <a:gd name="connsiteX6" fmla="*/ 549675 w 1327496"/>
                <a:gd name="connsiteY6" fmla="*/ 1088155 h 1137636"/>
                <a:gd name="connsiteX7" fmla="*/ 81426 w 1327496"/>
                <a:gd name="connsiteY7" fmla="*/ 311199 h 1137636"/>
                <a:gd name="connsiteX8" fmla="*/ 0 w 1327496"/>
                <a:gd name="connsiteY8" fmla="*/ 250309 h 1137636"/>
                <a:gd name="connsiteX9" fmla="*/ 23487 w 1327496"/>
                <a:gd name="connsiteY9" fmla="*/ 232746 h 1137636"/>
                <a:gd name="connsiteX10" fmla="*/ 785446 w 1327496"/>
                <a:gd name="connsiteY10" fmla="*/ 0 h 11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7496" h="1137636">
                  <a:moveTo>
                    <a:pt x="785446" y="0"/>
                  </a:moveTo>
                  <a:cubicBezTo>
                    <a:pt x="973611" y="0"/>
                    <a:pt x="1152868" y="38135"/>
                    <a:pt x="1315912" y="107096"/>
                  </a:cubicBezTo>
                  <a:lnTo>
                    <a:pt x="1327496" y="112677"/>
                  </a:lnTo>
                  <a:lnTo>
                    <a:pt x="1317536" y="177939"/>
                  </a:lnTo>
                  <a:cubicBezTo>
                    <a:pt x="1235844" y="577159"/>
                    <a:pt x="979592" y="912793"/>
                    <a:pt x="632010" y="1101610"/>
                  </a:cubicBezTo>
                  <a:lnTo>
                    <a:pt x="557227" y="1137636"/>
                  </a:lnTo>
                  <a:lnTo>
                    <a:pt x="549675" y="1088155"/>
                  </a:lnTo>
                  <a:cubicBezTo>
                    <a:pt x="486136" y="777651"/>
                    <a:pt x="317000" y="505612"/>
                    <a:pt x="81426" y="311199"/>
                  </a:cubicBezTo>
                  <a:lnTo>
                    <a:pt x="0" y="250309"/>
                  </a:lnTo>
                  <a:lnTo>
                    <a:pt x="23487" y="232746"/>
                  </a:lnTo>
                  <a:cubicBezTo>
                    <a:pt x="240993" y="85802"/>
                    <a:pt x="503199" y="0"/>
                    <a:pt x="785446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80B7108-19DD-410C-B987-68F25E7FB1D2}"/>
                </a:ext>
              </a:extLst>
            </p:cNvPr>
            <p:cNvSpPr/>
            <p:nvPr/>
          </p:nvSpPr>
          <p:spPr>
            <a:xfrm>
              <a:off x="5402686" y="4508637"/>
              <a:ext cx="1402048" cy="1624179"/>
            </a:xfrm>
            <a:custGeom>
              <a:avLst/>
              <a:gdLst>
                <a:gd name="connsiteX0" fmla="*/ 1134589 w 1154724"/>
                <a:gd name="connsiteY0" fmla="*/ 0 h 1337671"/>
                <a:gd name="connsiteX1" fmla="*/ 1147688 w 1154724"/>
                <a:gd name="connsiteY1" fmla="*/ 85833 h 1337671"/>
                <a:gd name="connsiteX2" fmla="*/ 1154724 w 1154724"/>
                <a:gd name="connsiteY2" fmla="*/ 225172 h 1337671"/>
                <a:gd name="connsiteX3" fmla="*/ 658788 w 1154724"/>
                <a:gd name="connsiteY3" fmla="*/ 1276781 h 1337671"/>
                <a:gd name="connsiteX4" fmla="*/ 577362 w 1154724"/>
                <a:gd name="connsiteY4" fmla="*/ 1337671 h 1337671"/>
                <a:gd name="connsiteX5" fmla="*/ 495936 w 1154724"/>
                <a:gd name="connsiteY5" fmla="*/ 1276781 h 1337671"/>
                <a:gd name="connsiteX6" fmla="*/ 0 w 1154724"/>
                <a:gd name="connsiteY6" fmla="*/ 225172 h 1337671"/>
                <a:gd name="connsiteX7" fmla="*/ 7036 w 1154724"/>
                <a:gd name="connsiteY7" fmla="*/ 85833 h 1337671"/>
                <a:gd name="connsiteX8" fmla="*/ 17727 w 1154724"/>
                <a:gd name="connsiteY8" fmla="*/ 15782 h 1337671"/>
                <a:gd name="connsiteX9" fmla="*/ 29311 w 1154724"/>
                <a:gd name="connsiteY9" fmla="*/ 21362 h 1337671"/>
                <a:gd name="connsiteX10" fmla="*/ 559777 w 1154724"/>
                <a:gd name="connsiteY10" fmla="*/ 128458 h 1337671"/>
                <a:gd name="connsiteX11" fmla="*/ 1090243 w 1154724"/>
                <a:gd name="connsiteY11" fmla="*/ 21362 h 1337671"/>
                <a:gd name="connsiteX12" fmla="*/ 1134589 w 1154724"/>
                <a:gd name="connsiteY12" fmla="*/ 0 h 133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4724" h="1337671">
                  <a:moveTo>
                    <a:pt x="1134589" y="0"/>
                  </a:moveTo>
                  <a:lnTo>
                    <a:pt x="1147688" y="85833"/>
                  </a:lnTo>
                  <a:cubicBezTo>
                    <a:pt x="1152341" y="131647"/>
                    <a:pt x="1154724" y="178131"/>
                    <a:pt x="1154724" y="225172"/>
                  </a:cubicBezTo>
                  <a:cubicBezTo>
                    <a:pt x="1154724" y="648542"/>
                    <a:pt x="961669" y="1026822"/>
                    <a:pt x="658788" y="1276781"/>
                  </a:cubicBezTo>
                  <a:lnTo>
                    <a:pt x="577362" y="1337671"/>
                  </a:lnTo>
                  <a:lnTo>
                    <a:pt x="495936" y="1276781"/>
                  </a:lnTo>
                  <a:cubicBezTo>
                    <a:pt x="193056" y="1026822"/>
                    <a:pt x="0" y="648542"/>
                    <a:pt x="0" y="225172"/>
                  </a:cubicBezTo>
                  <a:cubicBezTo>
                    <a:pt x="0" y="178131"/>
                    <a:pt x="2384" y="131647"/>
                    <a:pt x="7036" y="85833"/>
                  </a:cubicBezTo>
                  <a:lnTo>
                    <a:pt x="17727" y="15782"/>
                  </a:lnTo>
                  <a:lnTo>
                    <a:pt x="29311" y="21362"/>
                  </a:lnTo>
                  <a:cubicBezTo>
                    <a:pt x="192355" y="90324"/>
                    <a:pt x="371613" y="128458"/>
                    <a:pt x="559777" y="128458"/>
                  </a:cubicBezTo>
                  <a:cubicBezTo>
                    <a:pt x="747942" y="128458"/>
                    <a:pt x="927199" y="90324"/>
                    <a:pt x="1090243" y="21362"/>
                  </a:cubicBezTo>
                  <a:lnTo>
                    <a:pt x="1134589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ACACC0D-A59D-4E6D-BD9D-85EEA00C0D23}"/>
                </a:ext>
              </a:extLst>
            </p:cNvPr>
            <p:cNvSpPr/>
            <p:nvPr/>
          </p:nvSpPr>
          <p:spPr>
            <a:xfrm>
              <a:off x="4427657" y="1154183"/>
              <a:ext cx="3309401" cy="2076050"/>
            </a:xfrm>
            <a:custGeom>
              <a:avLst/>
              <a:gdLst>
                <a:gd name="connsiteX0" fmla="*/ 1362808 w 2725616"/>
                <a:gd name="connsiteY0" fmla="*/ 0 h 1709831"/>
                <a:gd name="connsiteX1" fmla="*/ 2725616 w 2725616"/>
                <a:gd name="connsiteY1" fmla="*/ 1362808 h 1709831"/>
                <a:gd name="connsiteX2" fmla="*/ 2718580 w 2725616"/>
                <a:gd name="connsiteY2" fmla="*/ 1502147 h 1709831"/>
                <a:gd name="connsiteX3" fmla="*/ 2707889 w 2725616"/>
                <a:gd name="connsiteY3" fmla="*/ 1572199 h 1709831"/>
                <a:gd name="connsiteX4" fmla="*/ 2696305 w 2725616"/>
                <a:gd name="connsiteY4" fmla="*/ 1566618 h 1709831"/>
                <a:gd name="connsiteX5" fmla="*/ 2165839 w 2725616"/>
                <a:gd name="connsiteY5" fmla="*/ 1459522 h 1709831"/>
                <a:gd name="connsiteX6" fmla="*/ 1403880 w 2725616"/>
                <a:gd name="connsiteY6" fmla="*/ 1692268 h 1709831"/>
                <a:gd name="connsiteX7" fmla="*/ 1380393 w 2725616"/>
                <a:gd name="connsiteY7" fmla="*/ 1709831 h 1709831"/>
                <a:gd name="connsiteX8" fmla="*/ 1356906 w 2725616"/>
                <a:gd name="connsiteY8" fmla="*/ 1692268 h 1709831"/>
                <a:gd name="connsiteX9" fmla="*/ 594947 w 2725616"/>
                <a:gd name="connsiteY9" fmla="*/ 1459522 h 1709831"/>
                <a:gd name="connsiteX10" fmla="*/ 64481 w 2725616"/>
                <a:gd name="connsiteY10" fmla="*/ 1566618 h 1709831"/>
                <a:gd name="connsiteX11" fmla="*/ 20136 w 2725616"/>
                <a:gd name="connsiteY11" fmla="*/ 1587981 h 1709831"/>
                <a:gd name="connsiteX12" fmla="*/ 7036 w 2725616"/>
                <a:gd name="connsiteY12" fmla="*/ 1502147 h 1709831"/>
                <a:gd name="connsiteX13" fmla="*/ 0 w 2725616"/>
                <a:gd name="connsiteY13" fmla="*/ 1362808 h 1709831"/>
                <a:gd name="connsiteX14" fmla="*/ 1362808 w 2725616"/>
                <a:gd name="connsiteY14" fmla="*/ 0 h 170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25616" h="1709831">
                  <a:moveTo>
                    <a:pt x="1362808" y="0"/>
                  </a:moveTo>
                  <a:cubicBezTo>
                    <a:pt x="2115466" y="0"/>
                    <a:pt x="2725616" y="610150"/>
                    <a:pt x="2725616" y="1362808"/>
                  </a:cubicBezTo>
                  <a:cubicBezTo>
                    <a:pt x="2725616" y="1409849"/>
                    <a:pt x="2723233" y="1456333"/>
                    <a:pt x="2718580" y="1502147"/>
                  </a:cubicBezTo>
                  <a:lnTo>
                    <a:pt x="2707889" y="1572199"/>
                  </a:lnTo>
                  <a:lnTo>
                    <a:pt x="2696305" y="1566618"/>
                  </a:lnTo>
                  <a:cubicBezTo>
                    <a:pt x="2533261" y="1497657"/>
                    <a:pt x="2354004" y="1459522"/>
                    <a:pt x="2165839" y="1459522"/>
                  </a:cubicBezTo>
                  <a:cubicBezTo>
                    <a:pt x="1883592" y="1459522"/>
                    <a:pt x="1621386" y="1545324"/>
                    <a:pt x="1403880" y="1692268"/>
                  </a:cubicBezTo>
                  <a:lnTo>
                    <a:pt x="1380393" y="1709831"/>
                  </a:lnTo>
                  <a:lnTo>
                    <a:pt x="1356906" y="1692268"/>
                  </a:lnTo>
                  <a:cubicBezTo>
                    <a:pt x="1139401" y="1545324"/>
                    <a:pt x="877194" y="1459522"/>
                    <a:pt x="594947" y="1459522"/>
                  </a:cubicBezTo>
                  <a:cubicBezTo>
                    <a:pt x="406783" y="1459522"/>
                    <a:pt x="227525" y="1497657"/>
                    <a:pt x="64481" y="1566618"/>
                  </a:cubicBezTo>
                  <a:lnTo>
                    <a:pt x="20136" y="1587981"/>
                  </a:lnTo>
                  <a:lnTo>
                    <a:pt x="7036" y="1502147"/>
                  </a:lnTo>
                  <a:cubicBezTo>
                    <a:pt x="2384" y="1456333"/>
                    <a:pt x="0" y="1409849"/>
                    <a:pt x="0" y="1362808"/>
                  </a:cubicBezTo>
                  <a:cubicBezTo>
                    <a:pt x="0" y="610150"/>
                    <a:pt x="610150" y="0"/>
                    <a:pt x="1362808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215B5A0-49B6-406B-8441-447B550CEAD9}"/>
                </a:ext>
              </a:extLst>
            </p:cNvPr>
            <p:cNvSpPr/>
            <p:nvPr/>
          </p:nvSpPr>
          <p:spPr>
            <a:xfrm>
              <a:off x="6229236" y="3266313"/>
              <a:ext cx="2608377" cy="3172590"/>
            </a:xfrm>
            <a:custGeom>
              <a:avLst/>
              <a:gdLst>
                <a:gd name="connsiteX0" fmla="*/ 1327496 w 2148254"/>
                <a:gd name="connsiteY0" fmla="*/ 0 h 2612939"/>
                <a:gd name="connsiteX1" fmla="*/ 1435041 w 2148254"/>
                <a:gd name="connsiteY1" fmla="*/ 51807 h 2612939"/>
                <a:gd name="connsiteX2" fmla="*/ 2148254 w 2148254"/>
                <a:gd name="connsiteY2" fmla="*/ 1250131 h 2612939"/>
                <a:gd name="connsiteX3" fmla="*/ 785446 w 2148254"/>
                <a:gd name="connsiteY3" fmla="*/ 2612939 h 2612939"/>
                <a:gd name="connsiteX4" fmla="*/ 23487 w 2148254"/>
                <a:gd name="connsiteY4" fmla="*/ 2380193 h 2612939"/>
                <a:gd name="connsiteX5" fmla="*/ 0 w 2148254"/>
                <a:gd name="connsiteY5" fmla="*/ 2362630 h 2612939"/>
                <a:gd name="connsiteX6" fmla="*/ 81426 w 2148254"/>
                <a:gd name="connsiteY6" fmla="*/ 2301740 h 2612939"/>
                <a:gd name="connsiteX7" fmla="*/ 577362 w 2148254"/>
                <a:gd name="connsiteY7" fmla="*/ 1250131 h 2612939"/>
                <a:gd name="connsiteX8" fmla="*/ 570326 w 2148254"/>
                <a:gd name="connsiteY8" fmla="*/ 1110792 h 2612939"/>
                <a:gd name="connsiteX9" fmla="*/ 557227 w 2148254"/>
                <a:gd name="connsiteY9" fmla="*/ 1024959 h 2612939"/>
                <a:gd name="connsiteX10" fmla="*/ 632010 w 2148254"/>
                <a:gd name="connsiteY10" fmla="*/ 988933 h 2612939"/>
                <a:gd name="connsiteX11" fmla="*/ 1317536 w 2148254"/>
                <a:gd name="connsiteY11" fmla="*/ 65262 h 2612939"/>
                <a:gd name="connsiteX12" fmla="*/ 1327496 w 2148254"/>
                <a:gd name="connsiteY12" fmla="*/ 0 h 261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48254" h="2612939">
                  <a:moveTo>
                    <a:pt x="1327496" y="0"/>
                  </a:moveTo>
                  <a:lnTo>
                    <a:pt x="1435041" y="51807"/>
                  </a:lnTo>
                  <a:cubicBezTo>
                    <a:pt x="1859863" y="282584"/>
                    <a:pt x="2148254" y="732679"/>
                    <a:pt x="2148254" y="1250131"/>
                  </a:cubicBezTo>
                  <a:cubicBezTo>
                    <a:pt x="2148254" y="2002789"/>
                    <a:pt x="1538104" y="2612939"/>
                    <a:pt x="785446" y="2612939"/>
                  </a:cubicBezTo>
                  <a:cubicBezTo>
                    <a:pt x="503199" y="2612939"/>
                    <a:pt x="240993" y="2527137"/>
                    <a:pt x="23487" y="2380193"/>
                  </a:cubicBezTo>
                  <a:lnTo>
                    <a:pt x="0" y="2362630"/>
                  </a:lnTo>
                  <a:lnTo>
                    <a:pt x="81426" y="2301740"/>
                  </a:lnTo>
                  <a:cubicBezTo>
                    <a:pt x="384307" y="2051781"/>
                    <a:pt x="577362" y="1673501"/>
                    <a:pt x="577362" y="1250131"/>
                  </a:cubicBezTo>
                  <a:cubicBezTo>
                    <a:pt x="577362" y="1203090"/>
                    <a:pt x="574979" y="1156606"/>
                    <a:pt x="570326" y="1110792"/>
                  </a:cubicBezTo>
                  <a:lnTo>
                    <a:pt x="557227" y="1024959"/>
                  </a:lnTo>
                  <a:lnTo>
                    <a:pt x="632010" y="988933"/>
                  </a:lnTo>
                  <a:cubicBezTo>
                    <a:pt x="979592" y="800116"/>
                    <a:pt x="1235844" y="464482"/>
                    <a:pt x="1317536" y="65262"/>
                  </a:cubicBezTo>
                  <a:lnTo>
                    <a:pt x="132749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885B09-EA9E-4160-B42C-F6A36223197E}"/>
                </a:ext>
              </a:extLst>
            </p:cNvPr>
            <p:cNvSpPr/>
            <p:nvPr/>
          </p:nvSpPr>
          <p:spPr>
            <a:xfrm>
              <a:off x="3354387" y="3285475"/>
              <a:ext cx="2608377" cy="3153428"/>
            </a:xfrm>
            <a:custGeom>
              <a:avLst/>
              <a:gdLst>
                <a:gd name="connsiteX0" fmla="*/ 787997 w 2148254"/>
                <a:gd name="connsiteY0" fmla="*/ 0 h 2597157"/>
                <a:gd name="connsiteX1" fmla="*/ 795548 w 2148254"/>
                <a:gd name="connsiteY1" fmla="*/ 49480 h 2597157"/>
                <a:gd name="connsiteX2" fmla="*/ 1481074 w 2148254"/>
                <a:gd name="connsiteY2" fmla="*/ 973151 h 2597157"/>
                <a:gd name="connsiteX3" fmla="*/ 1588619 w 2148254"/>
                <a:gd name="connsiteY3" fmla="*/ 1024959 h 2597157"/>
                <a:gd name="connsiteX4" fmla="*/ 1577928 w 2148254"/>
                <a:gd name="connsiteY4" fmla="*/ 1095010 h 2597157"/>
                <a:gd name="connsiteX5" fmla="*/ 1570892 w 2148254"/>
                <a:gd name="connsiteY5" fmla="*/ 1234349 h 2597157"/>
                <a:gd name="connsiteX6" fmla="*/ 2066828 w 2148254"/>
                <a:gd name="connsiteY6" fmla="*/ 2285958 h 2597157"/>
                <a:gd name="connsiteX7" fmla="*/ 2148254 w 2148254"/>
                <a:gd name="connsiteY7" fmla="*/ 2346848 h 2597157"/>
                <a:gd name="connsiteX8" fmla="*/ 2124767 w 2148254"/>
                <a:gd name="connsiteY8" fmla="*/ 2364411 h 2597157"/>
                <a:gd name="connsiteX9" fmla="*/ 1362808 w 2148254"/>
                <a:gd name="connsiteY9" fmla="*/ 2597157 h 2597157"/>
                <a:gd name="connsiteX10" fmla="*/ 0 w 2148254"/>
                <a:gd name="connsiteY10" fmla="*/ 1234349 h 2597157"/>
                <a:gd name="connsiteX11" fmla="*/ 713213 w 2148254"/>
                <a:gd name="connsiteY11" fmla="*/ 36025 h 2597157"/>
                <a:gd name="connsiteX12" fmla="*/ 787997 w 2148254"/>
                <a:gd name="connsiteY12" fmla="*/ 0 h 259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48254" h="2597157">
                  <a:moveTo>
                    <a:pt x="787997" y="0"/>
                  </a:moveTo>
                  <a:lnTo>
                    <a:pt x="795548" y="49480"/>
                  </a:lnTo>
                  <a:cubicBezTo>
                    <a:pt x="877241" y="448700"/>
                    <a:pt x="1133493" y="784334"/>
                    <a:pt x="1481074" y="973151"/>
                  </a:cubicBezTo>
                  <a:lnTo>
                    <a:pt x="1588619" y="1024959"/>
                  </a:lnTo>
                  <a:lnTo>
                    <a:pt x="1577928" y="1095010"/>
                  </a:lnTo>
                  <a:cubicBezTo>
                    <a:pt x="1573276" y="1140824"/>
                    <a:pt x="1570892" y="1187308"/>
                    <a:pt x="1570892" y="1234349"/>
                  </a:cubicBezTo>
                  <a:cubicBezTo>
                    <a:pt x="1570892" y="1657719"/>
                    <a:pt x="1763948" y="2035999"/>
                    <a:pt x="2066828" y="2285958"/>
                  </a:cubicBezTo>
                  <a:lnTo>
                    <a:pt x="2148254" y="2346848"/>
                  </a:lnTo>
                  <a:lnTo>
                    <a:pt x="2124767" y="2364411"/>
                  </a:lnTo>
                  <a:cubicBezTo>
                    <a:pt x="1907262" y="2511355"/>
                    <a:pt x="1645055" y="2597157"/>
                    <a:pt x="1362808" y="2597157"/>
                  </a:cubicBezTo>
                  <a:cubicBezTo>
                    <a:pt x="610150" y="2597157"/>
                    <a:pt x="0" y="1987007"/>
                    <a:pt x="0" y="1234349"/>
                  </a:cubicBezTo>
                  <a:cubicBezTo>
                    <a:pt x="0" y="716897"/>
                    <a:pt x="288391" y="266802"/>
                    <a:pt x="713213" y="36025"/>
                  </a:cubicBezTo>
                  <a:lnTo>
                    <a:pt x="787997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5A4142C-B0CC-4E7D-AA21-D99811A28AD9}"/>
                </a:ext>
              </a:extLst>
            </p:cNvPr>
            <p:cNvSpPr/>
            <p:nvPr/>
          </p:nvSpPr>
          <p:spPr>
            <a:xfrm>
              <a:off x="5424210" y="3369578"/>
              <a:ext cx="1356077" cy="1233350"/>
            </a:xfrm>
            <a:custGeom>
              <a:avLst/>
              <a:gdLst>
                <a:gd name="connsiteX0" fmla="*/ 559635 w 1116862"/>
                <a:gd name="connsiteY0" fmla="*/ 0 h 1015785"/>
                <a:gd name="connsiteX1" fmla="*/ 641061 w 1116862"/>
                <a:gd name="connsiteY1" fmla="*/ 60890 h 1015785"/>
                <a:gd name="connsiteX2" fmla="*/ 1109310 w 1116862"/>
                <a:gd name="connsiteY2" fmla="*/ 837846 h 1015785"/>
                <a:gd name="connsiteX3" fmla="*/ 1116862 w 1116862"/>
                <a:gd name="connsiteY3" fmla="*/ 887327 h 1015785"/>
                <a:gd name="connsiteX4" fmla="*/ 1072516 w 1116862"/>
                <a:gd name="connsiteY4" fmla="*/ 908689 h 1015785"/>
                <a:gd name="connsiteX5" fmla="*/ 542050 w 1116862"/>
                <a:gd name="connsiteY5" fmla="*/ 1015785 h 1015785"/>
                <a:gd name="connsiteX6" fmla="*/ 11584 w 1116862"/>
                <a:gd name="connsiteY6" fmla="*/ 908689 h 1015785"/>
                <a:gd name="connsiteX7" fmla="*/ 0 w 1116862"/>
                <a:gd name="connsiteY7" fmla="*/ 903109 h 1015785"/>
                <a:gd name="connsiteX8" fmla="*/ 9960 w 1116862"/>
                <a:gd name="connsiteY8" fmla="*/ 837846 h 1015785"/>
                <a:gd name="connsiteX9" fmla="*/ 478209 w 1116862"/>
                <a:gd name="connsiteY9" fmla="*/ 60890 h 1015785"/>
                <a:gd name="connsiteX10" fmla="*/ 559635 w 1116862"/>
                <a:gd name="connsiteY10" fmla="*/ 0 h 101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6862" h="1015785">
                  <a:moveTo>
                    <a:pt x="559635" y="0"/>
                  </a:moveTo>
                  <a:lnTo>
                    <a:pt x="641061" y="60890"/>
                  </a:lnTo>
                  <a:cubicBezTo>
                    <a:pt x="876635" y="255303"/>
                    <a:pt x="1045771" y="527342"/>
                    <a:pt x="1109310" y="837846"/>
                  </a:cubicBezTo>
                  <a:lnTo>
                    <a:pt x="1116862" y="887327"/>
                  </a:lnTo>
                  <a:lnTo>
                    <a:pt x="1072516" y="908689"/>
                  </a:lnTo>
                  <a:cubicBezTo>
                    <a:pt x="909472" y="977651"/>
                    <a:pt x="730215" y="1015785"/>
                    <a:pt x="542050" y="1015785"/>
                  </a:cubicBezTo>
                  <a:cubicBezTo>
                    <a:pt x="353886" y="1015785"/>
                    <a:pt x="174628" y="977651"/>
                    <a:pt x="11584" y="908689"/>
                  </a:cubicBezTo>
                  <a:lnTo>
                    <a:pt x="0" y="903109"/>
                  </a:lnTo>
                  <a:lnTo>
                    <a:pt x="9960" y="837846"/>
                  </a:lnTo>
                  <a:cubicBezTo>
                    <a:pt x="73499" y="527342"/>
                    <a:pt x="242635" y="255303"/>
                    <a:pt x="478209" y="60890"/>
                  </a:cubicBezTo>
                  <a:lnTo>
                    <a:pt x="55963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5" name="Graphic 14" descr="Lightbulb">
            <a:extLst>
              <a:ext uri="{FF2B5EF4-FFF2-40B4-BE49-F238E27FC236}">
                <a16:creationId xmlns:a16="http://schemas.microsoft.com/office/drawing/2014/main" id="{1C36B7C0-19CD-4EF6-96AD-DFC453AC3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7671" y="3678833"/>
            <a:ext cx="840610" cy="840610"/>
          </a:xfrm>
          <a:prstGeom prst="rect">
            <a:avLst/>
          </a:prstGeom>
        </p:spPr>
      </p:pic>
      <p:pic>
        <p:nvPicPr>
          <p:cNvPr id="17" name="Graphic 16" descr="Single gear">
            <a:extLst>
              <a:ext uri="{FF2B5EF4-FFF2-40B4-BE49-F238E27FC236}">
                <a16:creationId xmlns:a16="http://schemas.microsoft.com/office/drawing/2014/main" id="{1A2E98DE-8216-45F6-B25A-F9073ACA5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9336" y="3135240"/>
            <a:ext cx="840610" cy="840610"/>
          </a:xfrm>
          <a:prstGeom prst="rect">
            <a:avLst/>
          </a:prstGeom>
        </p:spPr>
      </p:pic>
      <p:pic>
        <p:nvPicPr>
          <p:cNvPr id="19" name="Graphic 18" descr="Gears">
            <a:extLst>
              <a:ext uri="{FF2B5EF4-FFF2-40B4-BE49-F238E27FC236}">
                <a16:creationId xmlns:a16="http://schemas.microsoft.com/office/drawing/2014/main" id="{2C153D2D-4CE1-422E-B71A-65802F435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1981" y="4758626"/>
            <a:ext cx="840610" cy="840610"/>
          </a:xfrm>
          <a:prstGeom prst="rect">
            <a:avLst/>
          </a:prstGeom>
        </p:spPr>
      </p:pic>
      <p:pic>
        <p:nvPicPr>
          <p:cNvPr id="21" name="Graphic 20" descr="Head with gears">
            <a:extLst>
              <a:ext uri="{FF2B5EF4-FFF2-40B4-BE49-F238E27FC236}">
                <a16:creationId xmlns:a16="http://schemas.microsoft.com/office/drawing/2014/main" id="{49FFAB87-D554-4D57-BFD5-58760EA5A3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1193" y="3156786"/>
            <a:ext cx="840610" cy="84061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3E0CC9B-8FCF-4B84-9312-953DDE03DE67}"/>
              </a:ext>
            </a:extLst>
          </p:cNvPr>
          <p:cNvSpPr/>
          <p:nvPr/>
        </p:nvSpPr>
        <p:spPr>
          <a:xfrm>
            <a:off x="-175846" y="436682"/>
            <a:ext cx="3956538" cy="679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BF5ABE-32ED-4071-B8EC-5F813C868E38}"/>
              </a:ext>
            </a:extLst>
          </p:cNvPr>
          <p:cNvSpPr txBox="1"/>
          <p:nvPr/>
        </p:nvSpPr>
        <p:spPr>
          <a:xfrm>
            <a:off x="369277" y="446297"/>
            <a:ext cx="298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000" dirty="0">
                <a:solidFill>
                  <a:schemeClr val="bg1"/>
                </a:solidFill>
                <a:latin typeface="Bebas Neue" panose="020B0606020202050201" pitchFamily="34" charset="0"/>
              </a:rPr>
              <a:t>Your title here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54CB78-3F3D-4C0B-A287-AF953121FAE7}"/>
              </a:ext>
            </a:extLst>
          </p:cNvPr>
          <p:cNvSpPr/>
          <p:nvPr/>
        </p:nvSpPr>
        <p:spPr>
          <a:xfrm>
            <a:off x="8323750" y="1340197"/>
            <a:ext cx="33408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54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56C6F7-F147-4D30-A506-EA73CE6D7448}"/>
              </a:ext>
            </a:extLst>
          </p:cNvPr>
          <p:cNvSpPr/>
          <p:nvPr/>
        </p:nvSpPr>
        <p:spPr>
          <a:xfrm>
            <a:off x="9211962" y="4412785"/>
            <a:ext cx="24526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54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ECC889-F7AC-4B91-A878-DA713E968A07}"/>
              </a:ext>
            </a:extLst>
          </p:cNvPr>
          <p:cNvSpPr/>
          <p:nvPr/>
        </p:nvSpPr>
        <p:spPr>
          <a:xfrm>
            <a:off x="789698" y="3678833"/>
            <a:ext cx="21442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MY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5400" dirty="0">
              <a:solidFill>
                <a:schemeClr val="tx1">
                  <a:lumMod val="50000"/>
                  <a:lumOff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5516EC-5AAF-4E89-B84D-89A4BE189BC1}"/>
              </a:ext>
            </a:extLst>
          </p:cNvPr>
          <p:cNvSpPr/>
          <p:nvPr/>
        </p:nvSpPr>
        <p:spPr>
          <a:xfrm>
            <a:off x="5137554" y="1672351"/>
            <a:ext cx="1969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</a:t>
            </a:r>
            <a:endParaRPr lang="en-MY" sz="5400" dirty="0">
              <a:solidFill>
                <a:schemeClr val="bg1"/>
              </a:solidFill>
              <a:latin typeface="Aileron Thin" panose="00000300000000000000" pitchFamily="5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E5BD69-E6FF-4824-97E9-F210380FA328}"/>
              </a:ext>
            </a:extLst>
          </p:cNvPr>
          <p:cNvSpPr/>
          <p:nvPr/>
        </p:nvSpPr>
        <p:spPr>
          <a:xfrm>
            <a:off x="3442549" y="4546721"/>
            <a:ext cx="1969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</a:t>
            </a:r>
            <a:endParaRPr lang="en-MY" sz="5400" dirty="0">
              <a:solidFill>
                <a:schemeClr val="bg1"/>
              </a:solidFill>
              <a:latin typeface="Aileron Thin" panose="00000300000000000000" pitchFamily="50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C81469-36F9-4B77-A3C9-E93A605AD7F4}"/>
              </a:ext>
            </a:extLst>
          </p:cNvPr>
          <p:cNvSpPr/>
          <p:nvPr/>
        </p:nvSpPr>
        <p:spPr>
          <a:xfrm>
            <a:off x="6714377" y="4534802"/>
            <a:ext cx="1969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</a:t>
            </a:r>
            <a:endParaRPr lang="en-MY" sz="5400" dirty="0">
              <a:solidFill>
                <a:schemeClr val="bg1"/>
              </a:solidFill>
              <a:latin typeface="Aileron Thin" panose="000003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B688CF-8DF3-42B2-ACE1-F501BEB47CD6}"/>
              </a:ext>
            </a:extLst>
          </p:cNvPr>
          <p:cNvSpPr txBox="1"/>
          <p:nvPr/>
        </p:nvSpPr>
        <p:spPr>
          <a:xfrm>
            <a:off x="920072" y="3288803"/>
            <a:ext cx="1984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Text Here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86B2AD-3373-4231-B5BD-627D0C47956C}"/>
              </a:ext>
            </a:extLst>
          </p:cNvPr>
          <p:cNvSpPr txBox="1"/>
          <p:nvPr/>
        </p:nvSpPr>
        <p:spPr>
          <a:xfrm>
            <a:off x="8323750" y="923350"/>
            <a:ext cx="1984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Text Here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1E70A5-3EC1-4E25-B583-89A6AD0D23CE}"/>
              </a:ext>
            </a:extLst>
          </p:cNvPr>
          <p:cNvSpPr txBox="1"/>
          <p:nvPr/>
        </p:nvSpPr>
        <p:spPr>
          <a:xfrm>
            <a:off x="9231985" y="3986290"/>
            <a:ext cx="1984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895873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12FD6C-B8E5-4906-8983-54288347E59E}"/>
              </a:ext>
            </a:extLst>
          </p:cNvPr>
          <p:cNvSpPr/>
          <p:nvPr/>
        </p:nvSpPr>
        <p:spPr>
          <a:xfrm>
            <a:off x="2954215" y="1565030"/>
            <a:ext cx="3727939" cy="3727939"/>
          </a:xfrm>
          <a:prstGeom prst="ellipse">
            <a:avLst/>
          </a:prstGeom>
          <a:solidFill>
            <a:srgbClr val="33CCCC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2B42D8-5484-4A8D-95E8-0CED86848BFF}"/>
              </a:ext>
            </a:extLst>
          </p:cNvPr>
          <p:cNvSpPr/>
          <p:nvPr/>
        </p:nvSpPr>
        <p:spPr>
          <a:xfrm>
            <a:off x="5509846" y="1565030"/>
            <a:ext cx="3727939" cy="3727939"/>
          </a:xfrm>
          <a:prstGeom prst="ellipse">
            <a:avLst/>
          </a:prstGeom>
          <a:solidFill>
            <a:srgbClr val="009999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7DF1C7-51EC-4AC2-9F9D-2F01EF8FCB6C}"/>
              </a:ext>
            </a:extLst>
          </p:cNvPr>
          <p:cNvSpPr/>
          <p:nvPr/>
        </p:nvSpPr>
        <p:spPr>
          <a:xfrm>
            <a:off x="4958861" y="427891"/>
            <a:ext cx="2274277" cy="2274277"/>
          </a:xfrm>
          <a:prstGeom prst="ellipse">
            <a:avLst/>
          </a:prstGeom>
          <a:solidFill>
            <a:srgbClr val="FF9241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76F35E-E922-4708-9872-D69A4A5B6A4F}"/>
              </a:ext>
            </a:extLst>
          </p:cNvPr>
          <p:cNvSpPr/>
          <p:nvPr/>
        </p:nvSpPr>
        <p:spPr>
          <a:xfrm>
            <a:off x="4958861" y="4208587"/>
            <a:ext cx="2274277" cy="2274277"/>
          </a:xfrm>
          <a:prstGeom prst="ellipse">
            <a:avLst/>
          </a:prstGeom>
          <a:solidFill>
            <a:srgbClr val="FF7C8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3E088-5230-4214-8AF3-CCA44AB0C3D0}"/>
              </a:ext>
            </a:extLst>
          </p:cNvPr>
          <p:cNvSpPr txBox="1"/>
          <p:nvPr/>
        </p:nvSpPr>
        <p:spPr>
          <a:xfrm>
            <a:off x="5586046" y="2762880"/>
            <a:ext cx="10199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bg1"/>
                </a:solidFill>
                <a:latin typeface="Aileron Thin" panose="00000300000000000000" pitchFamily="50" charset="0"/>
              </a:rPr>
              <a:t>Insert Title Here</a:t>
            </a:r>
          </a:p>
        </p:txBody>
      </p:sp>
      <p:pic>
        <p:nvPicPr>
          <p:cNvPr id="10" name="Graphic 9" descr="Lightbulb">
            <a:extLst>
              <a:ext uri="{FF2B5EF4-FFF2-40B4-BE49-F238E27FC236}">
                <a16:creationId xmlns:a16="http://schemas.microsoft.com/office/drawing/2014/main" id="{CA8AAAD4-BCA0-4139-893A-A34F54DC6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2246" y="961442"/>
            <a:ext cx="914400" cy="914400"/>
          </a:xfrm>
          <a:prstGeom prst="rect">
            <a:avLst/>
          </a:prstGeom>
        </p:spPr>
      </p:pic>
      <p:pic>
        <p:nvPicPr>
          <p:cNvPr id="12" name="Graphic 11" descr="Magnifying glass">
            <a:extLst>
              <a:ext uri="{FF2B5EF4-FFF2-40B4-BE49-F238E27FC236}">
                <a16:creationId xmlns:a16="http://schemas.microsoft.com/office/drawing/2014/main" id="{32097CDF-5767-49AC-905E-9DBB79E00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496457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A1C4E8-7167-4E39-BCB8-90E46845B38C}"/>
              </a:ext>
            </a:extLst>
          </p:cNvPr>
          <p:cNvSpPr txBox="1"/>
          <p:nvPr/>
        </p:nvSpPr>
        <p:spPr>
          <a:xfrm>
            <a:off x="3282460" y="2233647"/>
            <a:ext cx="2063260" cy="2240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bg1"/>
              </a:solidFill>
              <a:latin typeface="Aileron Thin" panose="000003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76E94-D817-436F-B8B2-9F27783CFC15}"/>
              </a:ext>
            </a:extLst>
          </p:cNvPr>
          <p:cNvSpPr txBox="1"/>
          <p:nvPr/>
        </p:nvSpPr>
        <p:spPr>
          <a:xfrm>
            <a:off x="6899033" y="2248918"/>
            <a:ext cx="2063260" cy="2240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bg1"/>
              </a:solidFill>
              <a:latin typeface="Aileron Thin" panose="000003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680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9F452E57-AD51-4387-9D07-EECAF5C44953}"/>
              </a:ext>
            </a:extLst>
          </p:cNvPr>
          <p:cNvSpPr/>
          <p:nvPr/>
        </p:nvSpPr>
        <p:spPr>
          <a:xfrm>
            <a:off x="3809996" y="2708035"/>
            <a:ext cx="3006969" cy="3006969"/>
          </a:xfrm>
          <a:prstGeom prst="teardrop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F29CC62F-0738-4A53-881A-7F7CECD8BB38}"/>
              </a:ext>
            </a:extLst>
          </p:cNvPr>
          <p:cNvSpPr/>
          <p:nvPr/>
        </p:nvSpPr>
        <p:spPr>
          <a:xfrm rot="10800000">
            <a:off x="5366242" y="1142996"/>
            <a:ext cx="3006969" cy="3006969"/>
          </a:xfrm>
          <a:prstGeom prst="teardrop">
            <a:avLst/>
          </a:prstGeom>
          <a:solidFill>
            <a:srgbClr val="7030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BA2B8-FA2E-4753-B158-9CD982044548}"/>
              </a:ext>
            </a:extLst>
          </p:cNvPr>
          <p:cNvSpPr txBox="1"/>
          <p:nvPr/>
        </p:nvSpPr>
        <p:spPr>
          <a:xfrm>
            <a:off x="5348653" y="3141004"/>
            <a:ext cx="1503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200" dirty="0">
                <a:solidFill>
                  <a:schemeClr val="bg1"/>
                </a:solidFill>
                <a:latin typeface="Bebas Neue" panose="020B0606020202050201" pitchFamily="34" charset="0"/>
              </a:rPr>
              <a:t>Results</a:t>
            </a:r>
          </a:p>
        </p:txBody>
      </p:sp>
      <p:pic>
        <p:nvPicPr>
          <p:cNvPr id="9" name="Graphic 8" descr="Briefcase">
            <a:extLst>
              <a:ext uri="{FF2B5EF4-FFF2-40B4-BE49-F238E27FC236}">
                <a16:creationId xmlns:a16="http://schemas.microsoft.com/office/drawing/2014/main" id="{A5628262-E7A0-4152-BE57-40A0A46FC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6668" y="4142250"/>
            <a:ext cx="914400" cy="914400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64FCD07E-BB6F-4A84-ADF0-E36B0E849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2138" y="1755140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CB8F9D-205C-4841-A8C4-4489F20C4271}"/>
              </a:ext>
            </a:extLst>
          </p:cNvPr>
          <p:cNvSpPr txBox="1"/>
          <p:nvPr/>
        </p:nvSpPr>
        <p:spPr>
          <a:xfrm>
            <a:off x="7423637" y="4514675"/>
            <a:ext cx="341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chemeClr val="accent5">
                    <a:lumMod val="50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accent5">
                  <a:lumMod val="50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7FDF0-DD4C-405B-95D5-493142D56DE8}"/>
              </a:ext>
            </a:extLst>
          </p:cNvPr>
          <p:cNvSpPr txBox="1"/>
          <p:nvPr/>
        </p:nvSpPr>
        <p:spPr>
          <a:xfrm>
            <a:off x="1368670" y="1142995"/>
            <a:ext cx="3505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2400" dirty="0">
                <a:solidFill>
                  <a:srgbClr val="7030A0"/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rgbClr val="7030A0"/>
              </a:solidFill>
              <a:latin typeface="Aileron Thin" panose="00000300000000000000" pitchFamily="50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F82C56-FDCE-40B4-A000-CDFE6163F14A}"/>
              </a:ext>
            </a:extLst>
          </p:cNvPr>
          <p:cNvCxnSpPr/>
          <p:nvPr/>
        </p:nvCxnSpPr>
        <p:spPr>
          <a:xfrm>
            <a:off x="7250722" y="4400376"/>
            <a:ext cx="0" cy="1428925"/>
          </a:xfrm>
          <a:prstGeom prst="line">
            <a:avLst/>
          </a:prstGeom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E8D221-2AB6-46F6-A7DA-99EF2576AE78}"/>
              </a:ext>
            </a:extLst>
          </p:cNvPr>
          <p:cNvCxnSpPr/>
          <p:nvPr/>
        </p:nvCxnSpPr>
        <p:spPr>
          <a:xfrm>
            <a:off x="4961792" y="1040677"/>
            <a:ext cx="0" cy="142892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9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95E7045-C4F3-4C6E-850C-D783A1E2A124}"/>
              </a:ext>
            </a:extLst>
          </p:cNvPr>
          <p:cNvSpPr/>
          <p:nvPr/>
        </p:nvSpPr>
        <p:spPr>
          <a:xfrm>
            <a:off x="6380328" y="2387255"/>
            <a:ext cx="1143000" cy="1143000"/>
          </a:xfrm>
          <a:prstGeom prst="ellipse">
            <a:avLst/>
          </a:prstGeom>
          <a:solidFill>
            <a:srgbClr val="FF9241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AAC7B1-B5B6-4CF8-8AD1-6B99721D52D3}"/>
              </a:ext>
            </a:extLst>
          </p:cNvPr>
          <p:cNvSpPr/>
          <p:nvPr/>
        </p:nvSpPr>
        <p:spPr>
          <a:xfrm>
            <a:off x="4970630" y="1872905"/>
            <a:ext cx="1676400" cy="1676400"/>
          </a:xfrm>
          <a:prstGeom prst="ellipse">
            <a:avLst/>
          </a:prstGeom>
          <a:solidFill>
            <a:srgbClr val="33CCC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B2A79B-E05C-479F-A2ED-DF5EB709EFAC}"/>
              </a:ext>
            </a:extLst>
          </p:cNvPr>
          <p:cNvSpPr/>
          <p:nvPr/>
        </p:nvSpPr>
        <p:spPr>
          <a:xfrm>
            <a:off x="5789780" y="3380786"/>
            <a:ext cx="2209800" cy="2209800"/>
          </a:xfrm>
          <a:prstGeom prst="ellipse">
            <a:avLst/>
          </a:prstGeom>
          <a:solidFill>
            <a:srgbClr val="92D05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F1C2FC-B69D-4A19-95BC-1D65A2BCF0DD}"/>
              </a:ext>
            </a:extLst>
          </p:cNvPr>
          <p:cNvSpPr/>
          <p:nvPr/>
        </p:nvSpPr>
        <p:spPr>
          <a:xfrm>
            <a:off x="4336117" y="3064264"/>
            <a:ext cx="1858108" cy="1858108"/>
          </a:xfrm>
          <a:prstGeom prst="ellipse">
            <a:avLst/>
          </a:prstGeom>
          <a:solidFill>
            <a:srgbClr val="00B0F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Graphic 8" descr="Document">
            <a:extLst>
              <a:ext uri="{FF2B5EF4-FFF2-40B4-BE49-F238E27FC236}">
                <a16:creationId xmlns:a16="http://schemas.microsoft.com/office/drawing/2014/main" id="{CC624EB2-9EEC-4338-8CCF-8F849A791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6237" y="3927842"/>
            <a:ext cx="1111700" cy="1111700"/>
          </a:xfrm>
          <a:prstGeom prst="rect">
            <a:avLst/>
          </a:prstGeom>
        </p:spPr>
      </p:pic>
      <p:pic>
        <p:nvPicPr>
          <p:cNvPr id="11" name="Graphic 10" descr="Checklist">
            <a:extLst>
              <a:ext uri="{FF2B5EF4-FFF2-40B4-BE49-F238E27FC236}">
                <a16:creationId xmlns:a16="http://schemas.microsoft.com/office/drawing/2014/main" id="{15B7FC5B-AE18-4954-B04C-94310B375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9233" y="2665677"/>
            <a:ext cx="654500" cy="654500"/>
          </a:xfrm>
          <a:prstGeom prst="rect">
            <a:avLst/>
          </a:prstGeom>
        </p:spPr>
      </p:pic>
      <p:pic>
        <p:nvPicPr>
          <p:cNvPr id="13" name="Graphic 12" descr="Briefcase">
            <a:extLst>
              <a:ext uri="{FF2B5EF4-FFF2-40B4-BE49-F238E27FC236}">
                <a16:creationId xmlns:a16="http://schemas.microsoft.com/office/drawing/2014/main" id="{F961A93E-D785-4535-BB16-5C6001D950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5476" y="2243017"/>
            <a:ext cx="786707" cy="786707"/>
          </a:xfrm>
          <a:prstGeom prst="rect">
            <a:avLst/>
          </a:prstGeom>
        </p:spPr>
      </p:pic>
      <p:pic>
        <p:nvPicPr>
          <p:cNvPr id="15" name="Graphic 14" descr="Employee badge">
            <a:extLst>
              <a:ext uri="{FF2B5EF4-FFF2-40B4-BE49-F238E27FC236}">
                <a16:creationId xmlns:a16="http://schemas.microsoft.com/office/drawing/2014/main" id="{34B9CF71-431A-43BA-802D-06480D13F5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4116" y="348242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2CE956-0315-4FDF-876A-8957AC690526}"/>
              </a:ext>
            </a:extLst>
          </p:cNvPr>
          <p:cNvSpPr txBox="1"/>
          <p:nvPr/>
        </p:nvSpPr>
        <p:spPr>
          <a:xfrm>
            <a:off x="14972" y="1757672"/>
            <a:ext cx="3505198" cy="168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54CDE1-1127-4720-A2F7-86BAA1DB7A9F}"/>
              </a:ext>
            </a:extLst>
          </p:cNvPr>
          <p:cNvSpPr txBox="1"/>
          <p:nvPr/>
        </p:nvSpPr>
        <p:spPr>
          <a:xfrm>
            <a:off x="0" y="4258941"/>
            <a:ext cx="3505198" cy="168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26E406-EEB6-4039-97F7-5C62AE0111B3}"/>
              </a:ext>
            </a:extLst>
          </p:cNvPr>
          <p:cNvSpPr txBox="1"/>
          <p:nvPr/>
        </p:nvSpPr>
        <p:spPr>
          <a:xfrm>
            <a:off x="8671830" y="1757672"/>
            <a:ext cx="3505198" cy="168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FD1323-27C8-417D-8866-9D8479428AD1}"/>
              </a:ext>
            </a:extLst>
          </p:cNvPr>
          <p:cNvSpPr txBox="1"/>
          <p:nvPr/>
        </p:nvSpPr>
        <p:spPr>
          <a:xfrm>
            <a:off x="8686802" y="4398378"/>
            <a:ext cx="3505198" cy="168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ileron Thin" panose="00000300000000000000" pitchFamily="50" charset="0"/>
              </a:rPr>
              <a:t>Lorem ipsum dolor sit amet, consectetur adipiscing elit</a:t>
            </a:r>
            <a:endParaRPr lang="en-MY" sz="4800" dirty="0">
              <a:solidFill>
                <a:schemeClr val="tx1">
                  <a:lumMod val="65000"/>
                  <a:lumOff val="35000"/>
                </a:schemeClr>
              </a:solidFill>
              <a:latin typeface="Aileron Thin" panose="00000300000000000000" pitchFamily="50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7F04-B909-4FDF-BEC2-5FE9D04C4D49}"/>
              </a:ext>
            </a:extLst>
          </p:cNvPr>
          <p:cNvSpPr/>
          <p:nvPr/>
        </p:nvSpPr>
        <p:spPr>
          <a:xfrm>
            <a:off x="3629480" y="1968155"/>
            <a:ext cx="319314" cy="319314"/>
          </a:xfrm>
          <a:prstGeom prst="rect">
            <a:avLst/>
          </a:prstGeom>
          <a:solidFill>
            <a:srgbClr val="66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2C7035-2F1E-44D6-9BE4-27E5F8D2CAD6}"/>
              </a:ext>
            </a:extLst>
          </p:cNvPr>
          <p:cNvSpPr/>
          <p:nvPr/>
        </p:nvSpPr>
        <p:spPr>
          <a:xfrm>
            <a:off x="3607089" y="4492943"/>
            <a:ext cx="319314" cy="319314"/>
          </a:xfrm>
          <a:prstGeom prst="rect">
            <a:avLst/>
          </a:prstGeom>
          <a:solidFill>
            <a:srgbClr val="40C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78C0B8-1E82-45E7-BA2F-1CCB1E8FA186}"/>
              </a:ext>
            </a:extLst>
          </p:cNvPr>
          <p:cNvSpPr/>
          <p:nvPr/>
        </p:nvSpPr>
        <p:spPr>
          <a:xfrm>
            <a:off x="8272604" y="1968155"/>
            <a:ext cx="319314" cy="319314"/>
          </a:xfrm>
          <a:prstGeom prst="rect">
            <a:avLst/>
          </a:prstGeom>
          <a:solidFill>
            <a:srgbClr val="FFA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B0DB9-E1A7-4A59-A7CC-B3B812C8ABA6}"/>
              </a:ext>
            </a:extLst>
          </p:cNvPr>
          <p:cNvSpPr/>
          <p:nvPr/>
        </p:nvSpPr>
        <p:spPr>
          <a:xfrm>
            <a:off x="8272990" y="4602918"/>
            <a:ext cx="319314" cy="319314"/>
          </a:xfrm>
          <a:prstGeom prst="rect">
            <a:avLst/>
          </a:prstGeom>
          <a:solidFill>
            <a:srgbClr val="ADDC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CEF7A1-449F-471A-8939-3457703EC40E}"/>
              </a:ext>
            </a:extLst>
          </p:cNvPr>
          <p:cNvSpPr txBox="1"/>
          <p:nvPr/>
        </p:nvSpPr>
        <p:spPr>
          <a:xfrm>
            <a:off x="633046" y="386861"/>
            <a:ext cx="3315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 Thin" panose="00000300000000000000" pitchFamily="50" charset="0"/>
              </a:rPr>
              <a:t>Your Venn </a:t>
            </a:r>
            <a:r>
              <a:rPr lang="en-MY" sz="3200" dirty="0">
                <a:solidFill>
                  <a:srgbClr val="0070C0"/>
                </a:solidFill>
                <a:latin typeface="Akrobat Thin" panose="00000300000000000000" pitchFamily="50" charset="0"/>
              </a:rPr>
              <a:t>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D9FE498-AA79-4CE2-B567-C052F7FAFFE6}"/>
              </a:ext>
            </a:extLst>
          </p:cNvPr>
          <p:cNvCxnSpPr/>
          <p:nvPr/>
        </p:nvCxnSpPr>
        <p:spPr>
          <a:xfrm>
            <a:off x="4138244" y="706175"/>
            <a:ext cx="8053756" cy="0"/>
          </a:xfrm>
          <a:prstGeom prst="line">
            <a:avLst/>
          </a:prstGeom>
          <a:ln w="19050">
            <a:solidFill>
              <a:srgbClr val="FF9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141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76A50E-DA73-40FF-A9E5-3A9D6DB29C00}"/>
              </a:ext>
            </a:extLst>
          </p:cNvPr>
          <p:cNvSpPr/>
          <p:nvPr/>
        </p:nvSpPr>
        <p:spPr>
          <a:xfrm>
            <a:off x="3686175" y="1019175"/>
            <a:ext cx="4819650" cy="4819650"/>
          </a:xfrm>
          <a:prstGeom prst="ellipse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67C335-C559-4D23-B1DA-CC2F83D184EB}"/>
              </a:ext>
            </a:extLst>
          </p:cNvPr>
          <p:cNvSpPr/>
          <p:nvPr/>
        </p:nvSpPr>
        <p:spPr>
          <a:xfrm>
            <a:off x="3748087" y="2098895"/>
            <a:ext cx="2043112" cy="204311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7A97D5-725D-4CB0-A49C-31A1F3F1CCDC}"/>
              </a:ext>
            </a:extLst>
          </p:cNvPr>
          <p:cNvSpPr/>
          <p:nvPr/>
        </p:nvSpPr>
        <p:spPr>
          <a:xfrm>
            <a:off x="6400803" y="2098895"/>
            <a:ext cx="2043112" cy="2043112"/>
          </a:xfrm>
          <a:prstGeom prst="ellipse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F498F-7D5B-4637-9BB6-4FD5DE184998}"/>
              </a:ext>
            </a:extLst>
          </p:cNvPr>
          <p:cNvSpPr txBox="1"/>
          <p:nvPr/>
        </p:nvSpPr>
        <p:spPr>
          <a:xfrm>
            <a:off x="5086350" y="1600200"/>
            <a:ext cx="2043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600" dirty="0">
                <a:solidFill>
                  <a:schemeClr val="bg1"/>
                </a:solidFill>
                <a:latin typeface="Akrobat" panose="00000600000000000000" pitchFamily="50" charset="0"/>
              </a:rPr>
              <a:t>Title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D9981-B864-4983-8DB2-77EC0F4D08F7}"/>
              </a:ext>
            </a:extLst>
          </p:cNvPr>
          <p:cNvSpPr txBox="1"/>
          <p:nvPr/>
        </p:nvSpPr>
        <p:spPr>
          <a:xfrm>
            <a:off x="6400803" y="2792852"/>
            <a:ext cx="2043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200" dirty="0">
                <a:solidFill>
                  <a:schemeClr val="bg1"/>
                </a:solidFill>
                <a:latin typeface="Akrobat" panose="00000600000000000000" pitchFamily="50" charset="0"/>
              </a:rPr>
              <a:t>Title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3C141-9182-45AF-BACC-2C8C5E6C24D4}"/>
              </a:ext>
            </a:extLst>
          </p:cNvPr>
          <p:cNvSpPr txBox="1"/>
          <p:nvPr/>
        </p:nvSpPr>
        <p:spPr>
          <a:xfrm>
            <a:off x="3795713" y="2792851"/>
            <a:ext cx="2043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200" dirty="0">
                <a:solidFill>
                  <a:schemeClr val="bg1"/>
                </a:solidFill>
                <a:latin typeface="Akrobat" panose="00000600000000000000" pitchFamily="50" charset="0"/>
              </a:rPr>
              <a:t>Title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20BC9-C7FB-4E92-9B82-F52F90636EF7}"/>
              </a:ext>
            </a:extLst>
          </p:cNvPr>
          <p:cNvSpPr txBox="1"/>
          <p:nvPr/>
        </p:nvSpPr>
        <p:spPr>
          <a:xfrm>
            <a:off x="4533900" y="3951507"/>
            <a:ext cx="299085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</a:p>
          <a:p>
            <a:pPr algn="ctr">
              <a:lnSpc>
                <a:spcPct val="150000"/>
              </a:lnSpc>
            </a:pPr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DAF0B-4AC4-4D3E-A03B-793A8588A816}"/>
              </a:ext>
            </a:extLst>
          </p:cNvPr>
          <p:cNvSpPr txBox="1"/>
          <p:nvPr/>
        </p:nvSpPr>
        <p:spPr>
          <a:xfrm>
            <a:off x="8591551" y="2532067"/>
            <a:ext cx="299085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MY" sz="2400" dirty="0">
                <a:solidFill>
                  <a:srgbClr val="FF7C80"/>
                </a:solidFill>
                <a:latin typeface="Aileron Thin" panose="00000300000000000000" pitchFamily="50" charset="0"/>
              </a:rPr>
              <a:t>Lorem ipsum dolor sit amet, consectetur adipiscing elit</a:t>
            </a:r>
          </a:p>
          <a:p>
            <a:pPr>
              <a:lnSpc>
                <a:spcPct val="150000"/>
              </a:lnSpc>
            </a:pPr>
            <a:endParaRPr lang="en-MY" sz="2400" dirty="0">
              <a:solidFill>
                <a:srgbClr val="FF7C8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F5E62-AF3F-4F94-AB89-13A73F9A970C}"/>
              </a:ext>
            </a:extLst>
          </p:cNvPr>
          <p:cNvSpPr txBox="1"/>
          <p:nvPr/>
        </p:nvSpPr>
        <p:spPr>
          <a:xfrm>
            <a:off x="609599" y="2539795"/>
            <a:ext cx="299085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MY" sz="2400" dirty="0">
                <a:solidFill>
                  <a:srgbClr val="FFC000"/>
                </a:solidFill>
                <a:latin typeface="Aileron Thin" panose="00000300000000000000" pitchFamily="50" charset="0"/>
              </a:rPr>
              <a:t>Lorem ipsum dolor sit amet, consectetur adipiscing elit</a:t>
            </a:r>
          </a:p>
          <a:p>
            <a:pPr algn="r">
              <a:lnSpc>
                <a:spcPct val="150000"/>
              </a:lnSpc>
            </a:pPr>
            <a:endParaRPr lang="en-MY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545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E55BAC-697F-49E0-8505-D01BD51FB44C}"/>
              </a:ext>
            </a:extLst>
          </p:cNvPr>
          <p:cNvSpPr/>
          <p:nvPr/>
        </p:nvSpPr>
        <p:spPr>
          <a:xfrm>
            <a:off x="4797966" y="2970880"/>
            <a:ext cx="1284252" cy="934362"/>
          </a:xfrm>
          <a:custGeom>
            <a:avLst/>
            <a:gdLst>
              <a:gd name="connsiteX0" fmla="*/ 0 w 1284252"/>
              <a:gd name="connsiteY0" fmla="*/ 0 h 934362"/>
              <a:gd name="connsiteX1" fmla="*/ 1284252 w 1284252"/>
              <a:gd name="connsiteY1" fmla="*/ 934362 h 934362"/>
              <a:gd name="connsiteX2" fmla="*/ 303171 w 1284252"/>
              <a:gd name="connsiteY2" fmla="*/ 934362 h 934362"/>
              <a:gd name="connsiteX3" fmla="*/ 0 w 1284252"/>
              <a:gd name="connsiteY3" fmla="*/ 0 h 93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252" h="934362">
                <a:moveTo>
                  <a:pt x="0" y="0"/>
                </a:moveTo>
                <a:lnTo>
                  <a:pt x="1284252" y="934362"/>
                </a:lnTo>
                <a:lnTo>
                  <a:pt x="303171" y="934362"/>
                </a:lnTo>
                <a:lnTo>
                  <a:pt x="0" y="0"/>
                </a:lnTo>
                <a:close/>
              </a:path>
            </a:pathLst>
          </a:custGeom>
          <a:solidFill>
            <a:srgbClr val="E2B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9167A4-DC7F-4340-BBCA-3FE208B73096}"/>
              </a:ext>
            </a:extLst>
          </p:cNvPr>
          <p:cNvSpPr/>
          <p:nvPr/>
        </p:nvSpPr>
        <p:spPr>
          <a:xfrm>
            <a:off x="6109782" y="2970880"/>
            <a:ext cx="1284252" cy="934362"/>
          </a:xfrm>
          <a:custGeom>
            <a:avLst/>
            <a:gdLst>
              <a:gd name="connsiteX0" fmla="*/ 1284252 w 1284252"/>
              <a:gd name="connsiteY0" fmla="*/ 0 h 934362"/>
              <a:gd name="connsiteX1" fmla="*/ 981081 w 1284252"/>
              <a:gd name="connsiteY1" fmla="*/ 934362 h 934362"/>
              <a:gd name="connsiteX2" fmla="*/ 0 w 1284252"/>
              <a:gd name="connsiteY2" fmla="*/ 934362 h 934362"/>
              <a:gd name="connsiteX3" fmla="*/ 1284252 w 1284252"/>
              <a:gd name="connsiteY3" fmla="*/ 0 h 93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252" h="934362">
                <a:moveTo>
                  <a:pt x="1284252" y="0"/>
                </a:moveTo>
                <a:lnTo>
                  <a:pt x="981081" y="934362"/>
                </a:lnTo>
                <a:lnTo>
                  <a:pt x="0" y="934362"/>
                </a:lnTo>
                <a:lnTo>
                  <a:pt x="1284252" y="0"/>
                </a:lnTo>
                <a:close/>
              </a:path>
            </a:pathLst>
          </a:custGeom>
          <a:solidFill>
            <a:srgbClr val="FF56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CEA9FA-9FA1-44D4-8004-27E04FE0A213}"/>
              </a:ext>
            </a:extLst>
          </p:cNvPr>
          <p:cNvSpPr/>
          <p:nvPr/>
        </p:nvSpPr>
        <p:spPr>
          <a:xfrm>
            <a:off x="4486278" y="781958"/>
            <a:ext cx="3219444" cy="3066134"/>
          </a:xfrm>
          <a:custGeom>
            <a:avLst/>
            <a:gdLst>
              <a:gd name="connsiteX0" fmla="*/ 1609722 w 3219444"/>
              <a:gd name="connsiteY0" fmla="*/ 0 h 3066134"/>
              <a:gd name="connsiteX1" fmla="*/ 3219444 w 3219444"/>
              <a:gd name="connsiteY1" fmla="*/ 1171159 h 3066134"/>
              <a:gd name="connsiteX2" fmla="*/ 2907756 w 3219444"/>
              <a:gd name="connsiteY2" fmla="*/ 2131772 h 3066134"/>
              <a:gd name="connsiteX3" fmla="*/ 1623504 w 3219444"/>
              <a:gd name="connsiteY3" fmla="*/ 3066134 h 3066134"/>
              <a:gd name="connsiteX4" fmla="*/ 1595940 w 3219444"/>
              <a:gd name="connsiteY4" fmla="*/ 3066134 h 3066134"/>
              <a:gd name="connsiteX5" fmla="*/ 311688 w 3219444"/>
              <a:gd name="connsiteY5" fmla="*/ 2131772 h 3066134"/>
              <a:gd name="connsiteX6" fmla="*/ 0 w 3219444"/>
              <a:gd name="connsiteY6" fmla="*/ 1171159 h 3066134"/>
              <a:gd name="connsiteX7" fmla="*/ 1609722 w 3219444"/>
              <a:gd name="connsiteY7" fmla="*/ 0 h 306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9444" h="3066134">
                <a:moveTo>
                  <a:pt x="1609722" y="0"/>
                </a:moveTo>
                <a:lnTo>
                  <a:pt x="3219444" y="1171159"/>
                </a:lnTo>
                <a:lnTo>
                  <a:pt x="2907756" y="2131772"/>
                </a:lnTo>
                <a:lnTo>
                  <a:pt x="1623504" y="3066134"/>
                </a:lnTo>
                <a:lnTo>
                  <a:pt x="1595940" y="3066134"/>
                </a:lnTo>
                <a:lnTo>
                  <a:pt x="311688" y="2131772"/>
                </a:lnTo>
                <a:lnTo>
                  <a:pt x="0" y="1171159"/>
                </a:lnTo>
                <a:lnTo>
                  <a:pt x="1609722" y="0"/>
                </a:lnTo>
                <a:close/>
              </a:path>
            </a:pathLst>
          </a:custGeom>
          <a:solidFill>
            <a:srgbClr val="FF9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265BB40-3A32-4BA9-A4E9-C1F58CA1D588}"/>
              </a:ext>
            </a:extLst>
          </p:cNvPr>
          <p:cNvSpPr/>
          <p:nvPr/>
        </p:nvSpPr>
        <p:spPr>
          <a:xfrm>
            <a:off x="2838453" y="2782208"/>
            <a:ext cx="3219444" cy="3066134"/>
          </a:xfrm>
          <a:custGeom>
            <a:avLst/>
            <a:gdLst>
              <a:gd name="connsiteX0" fmla="*/ 1609722 w 3219444"/>
              <a:gd name="connsiteY0" fmla="*/ 0 h 3066134"/>
              <a:gd name="connsiteX1" fmla="*/ 1921413 w 3219444"/>
              <a:gd name="connsiteY1" fmla="*/ 226772 h 3066134"/>
              <a:gd name="connsiteX2" fmla="*/ 2224584 w 3219444"/>
              <a:gd name="connsiteY2" fmla="*/ 1161134 h 3066134"/>
              <a:gd name="connsiteX3" fmla="*/ 3205665 w 3219444"/>
              <a:gd name="connsiteY3" fmla="*/ 1161134 h 3066134"/>
              <a:gd name="connsiteX4" fmla="*/ 3219444 w 3219444"/>
              <a:gd name="connsiteY4" fmla="*/ 1171159 h 3066134"/>
              <a:gd name="connsiteX5" fmla="*/ 2604585 w 3219444"/>
              <a:gd name="connsiteY5" fmla="*/ 3066134 h 3066134"/>
              <a:gd name="connsiteX6" fmla="*/ 614859 w 3219444"/>
              <a:gd name="connsiteY6" fmla="*/ 3066134 h 3066134"/>
              <a:gd name="connsiteX7" fmla="*/ 0 w 3219444"/>
              <a:gd name="connsiteY7" fmla="*/ 1171159 h 3066134"/>
              <a:gd name="connsiteX8" fmla="*/ 1609722 w 3219444"/>
              <a:gd name="connsiteY8" fmla="*/ 0 h 306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9444" h="3066134">
                <a:moveTo>
                  <a:pt x="1609722" y="0"/>
                </a:moveTo>
                <a:lnTo>
                  <a:pt x="1921413" y="226772"/>
                </a:lnTo>
                <a:lnTo>
                  <a:pt x="2224584" y="1161134"/>
                </a:lnTo>
                <a:lnTo>
                  <a:pt x="3205665" y="1161134"/>
                </a:lnTo>
                <a:lnTo>
                  <a:pt x="3219444" y="1171159"/>
                </a:lnTo>
                <a:lnTo>
                  <a:pt x="2604585" y="3066134"/>
                </a:lnTo>
                <a:lnTo>
                  <a:pt x="614859" y="3066134"/>
                </a:lnTo>
                <a:lnTo>
                  <a:pt x="0" y="1171159"/>
                </a:lnTo>
                <a:lnTo>
                  <a:pt x="1609722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BBAED2E-E457-4C93-904D-DCE2E764E118}"/>
              </a:ext>
            </a:extLst>
          </p:cNvPr>
          <p:cNvSpPr/>
          <p:nvPr/>
        </p:nvSpPr>
        <p:spPr>
          <a:xfrm>
            <a:off x="6134103" y="2782208"/>
            <a:ext cx="3219444" cy="3066134"/>
          </a:xfrm>
          <a:custGeom>
            <a:avLst/>
            <a:gdLst>
              <a:gd name="connsiteX0" fmla="*/ 1609722 w 3219444"/>
              <a:gd name="connsiteY0" fmla="*/ 0 h 3066134"/>
              <a:gd name="connsiteX1" fmla="*/ 3219444 w 3219444"/>
              <a:gd name="connsiteY1" fmla="*/ 1171159 h 3066134"/>
              <a:gd name="connsiteX2" fmla="*/ 2604585 w 3219444"/>
              <a:gd name="connsiteY2" fmla="*/ 3066134 h 3066134"/>
              <a:gd name="connsiteX3" fmla="*/ 614859 w 3219444"/>
              <a:gd name="connsiteY3" fmla="*/ 3066134 h 3066134"/>
              <a:gd name="connsiteX4" fmla="*/ 0 w 3219444"/>
              <a:gd name="connsiteY4" fmla="*/ 1171159 h 3066134"/>
              <a:gd name="connsiteX5" fmla="*/ 13779 w 3219444"/>
              <a:gd name="connsiteY5" fmla="*/ 1161134 h 3066134"/>
              <a:gd name="connsiteX6" fmla="*/ 994860 w 3219444"/>
              <a:gd name="connsiteY6" fmla="*/ 1161134 h 3066134"/>
              <a:gd name="connsiteX7" fmla="*/ 1298031 w 3219444"/>
              <a:gd name="connsiteY7" fmla="*/ 226772 h 3066134"/>
              <a:gd name="connsiteX8" fmla="*/ 1609722 w 3219444"/>
              <a:gd name="connsiteY8" fmla="*/ 0 h 306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9444" h="3066134">
                <a:moveTo>
                  <a:pt x="1609722" y="0"/>
                </a:moveTo>
                <a:lnTo>
                  <a:pt x="3219444" y="1171159"/>
                </a:lnTo>
                <a:lnTo>
                  <a:pt x="2604585" y="3066134"/>
                </a:lnTo>
                <a:lnTo>
                  <a:pt x="614859" y="3066134"/>
                </a:lnTo>
                <a:lnTo>
                  <a:pt x="0" y="1171159"/>
                </a:lnTo>
                <a:lnTo>
                  <a:pt x="13779" y="1161134"/>
                </a:lnTo>
                <a:lnTo>
                  <a:pt x="994860" y="1161134"/>
                </a:lnTo>
                <a:lnTo>
                  <a:pt x="1298031" y="226772"/>
                </a:lnTo>
                <a:lnTo>
                  <a:pt x="1609722" y="0"/>
                </a:lnTo>
                <a:close/>
              </a:path>
            </a:pathLst>
          </a:cu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E7C360-ACD0-453C-A28D-0C847F2D81AC}"/>
              </a:ext>
            </a:extLst>
          </p:cNvPr>
          <p:cNvSpPr/>
          <p:nvPr/>
        </p:nvSpPr>
        <p:spPr>
          <a:xfrm>
            <a:off x="5048250" y="1547500"/>
            <a:ext cx="2095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</a:p>
          <a:p>
            <a:pPr algn="ctr"/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C3D4DA-8FB0-4B46-AB76-5641298C809F}"/>
              </a:ext>
            </a:extLst>
          </p:cNvPr>
          <p:cNvSpPr/>
          <p:nvPr/>
        </p:nvSpPr>
        <p:spPr>
          <a:xfrm>
            <a:off x="6696075" y="3878721"/>
            <a:ext cx="2095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</a:p>
          <a:p>
            <a:pPr algn="ctr"/>
            <a:endParaRPr lang="en-MY" sz="24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880F28-F8F9-47D6-B5F9-E90BF15609BE}"/>
              </a:ext>
            </a:extLst>
          </p:cNvPr>
          <p:cNvSpPr/>
          <p:nvPr/>
        </p:nvSpPr>
        <p:spPr>
          <a:xfrm>
            <a:off x="3400425" y="3848092"/>
            <a:ext cx="2095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sz="2400" dirty="0">
                <a:solidFill>
                  <a:schemeClr val="bg1"/>
                </a:solidFill>
                <a:latin typeface="Aileron Thin" panose="00000300000000000000" pitchFamily="50" charset="0"/>
              </a:rPr>
              <a:t>Lorem ipsum dolor sit amet, consectetur adipiscing elit</a:t>
            </a:r>
          </a:p>
          <a:p>
            <a:pPr algn="ctr"/>
            <a:endParaRPr lang="en-MY" sz="2400" dirty="0">
              <a:solidFill>
                <a:schemeClr val="bg1"/>
              </a:solidFill>
            </a:endParaRPr>
          </a:p>
        </p:txBody>
      </p:sp>
      <p:pic>
        <p:nvPicPr>
          <p:cNvPr id="17" name="Graphic 16" descr="Downward trend">
            <a:extLst>
              <a:ext uri="{FF2B5EF4-FFF2-40B4-BE49-F238E27FC236}">
                <a16:creationId xmlns:a16="http://schemas.microsoft.com/office/drawing/2014/main" id="{7597BBA4-91B4-4EF9-8AA8-8BF2BF11A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8981" y="3418605"/>
            <a:ext cx="517266" cy="517266"/>
          </a:xfrm>
          <a:prstGeom prst="rect">
            <a:avLst/>
          </a:prstGeom>
        </p:spPr>
      </p:pic>
      <p:pic>
        <p:nvPicPr>
          <p:cNvPr id="19" name="Graphic 18" descr="Upward trend">
            <a:extLst>
              <a:ext uri="{FF2B5EF4-FFF2-40B4-BE49-F238E27FC236}">
                <a16:creationId xmlns:a16="http://schemas.microsoft.com/office/drawing/2014/main" id="{80E7D7F3-0336-4690-99EE-227BC6255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2230" y="3429000"/>
            <a:ext cx="517266" cy="51726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86DBF18-3EC0-493A-81D4-C970BF6836A2}"/>
              </a:ext>
            </a:extLst>
          </p:cNvPr>
          <p:cNvSpPr/>
          <p:nvPr/>
        </p:nvSpPr>
        <p:spPr>
          <a:xfrm>
            <a:off x="580292" y="597877"/>
            <a:ext cx="87923" cy="703385"/>
          </a:xfrm>
          <a:prstGeom prst="rect">
            <a:avLst/>
          </a:prstGeom>
          <a:solidFill>
            <a:srgbClr val="FF9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A26B5A-A9DC-404B-AEC2-BF9F652255D3}"/>
              </a:ext>
            </a:extLst>
          </p:cNvPr>
          <p:cNvSpPr txBox="1"/>
          <p:nvPr/>
        </p:nvSpPr>
        <p:spPr>
          <a:xfrm>
            <a:off x="808892" y="597877"/>
            <a:ext cx="2591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krobat Thin" panose="00000300000000000000" pitchFamily="50" charset="0"/>
              </a:rPr>
              <a:t>Venn Title</a:t>
            </a:r>
          </a:p>
        </p:txBody>
      </p:sp>
    </p:spTree>
    <p:extLst>
      <p:ext uri="{BB962C8B-B14F-4D97-AF65-F5344CB8AC3E}">
        <p14:creationId xmlns:p14="http://schemas.microsoft.com/office/powerpoint/2010/main" val="2611554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0" grpId="0" animBg="1"/>
      <p:bldP spid="9" grpId="0" animBg="1"/>
      <p:bldP spid="8" grpId="0" animBg="1"/>
      <p:bldP spid="22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5406282C-49C0-4425-91C5-317F5C91EDEA}"/>
              </a:ext>
            </a:extLst>
          </p:cNvPr>
          <p:cNvSpPr/>
          <p:nvPr/>
        </p:nvSpPr>
        <p:spPr>
          <a:xfrm>
            <a:off x="3182816" y="1720362"/>
            <a:ext cx="4026876" cy="4026876"/>
          </a:xfrm>
          <a:prstGeom prst="diamond">
            <a:avLst/>
          </a:prstGeom>
          <a:noFill/>
          <a:ln w="38100">
            <a:solidFill>
              <a:srgbClr val="FF7C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5DBCE44-3D80-4E89-9F33-36F0D2494E5B}"/>
              </a:ext>
            </a:extLst>
          </p:cNvPr>
          <p:cNvSpPr/>
          <p:nvPr/>
        </p:nvSpPr>
        <p:spPr>
          <a:xfrm>
            <a:off x="5029199" y="1720362"/>
            <a:ext cx="4026876" cy="4026876"/>
          </a:xfrm>
          <a:prstGeom prst="diamond">
            <a:avLst/>
          </a:prstGeom>
          <a:noFill/>
          <a:ln w="38100">
            <a:solidFill>
              <a:srgbClr val="FF7C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72F9F-2A4E-4D4E-A30C-63ED1D81554B}"/>
              </a:ext>
            </a:extLst>
          </p:cNvPr>
          <p:cNvSpPr txBox="1"/>
          <p:nvPr/>
        </p:nvSpPr>
        <p:spPr>
          <a:xfrm>
            <a:off x="5539154" y="3311769"/>
            <a:ext cx="1178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Lorem Ipsum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E0DFC-F55A-4F95-A82E-C88AB29AB58F}"/>
              </a:ext>
            </a:extLst>
          </p:cNvPr>
          <p:cNvSpPr txBox="1"/>
          <p:nvPr/>
        </p:nvSpPr>
        <p:spPr>
          <a:xfrm>
            <a:off x="7282962" y="3292843"/>
            <a:ext cx="1178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Lorem Ipsum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BC0B8-2640-44CF-8910-7240DEF17FE4}"/>
              </a:ext>
            </a:extLst>
          </p:cNvPr>
          <p:cNvSpPr txBox="1"/>
          <p:nvPr/>
        </p:nvSpPr>
        <p:spPr>
          <a:xfrm>
            <a:off x="3868616" y="3318301"/>
            <a:ext cx="1178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Lorem Ipsum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702793A9-3129-4D9D-B2D7-AD6A05B49E43}"/>
              </a:ext>
            </a:extLst>
          </p:cNvPr>
          <p:cNvSpPr/>
          <p:nvPr/>
        </p:nvSpPr>
        <p:spPr>
          <a:xfrm>
            <a:off x="8461131" y="2650881"/>
            <a:ext cx="2165838" cy="2165838"/>
          </a:xfrm>
          <a:prstGeom prst="diamond">
            <a:avLst/>
          </a:prstGeom>
          <a:noFill/>
          <a:ln w="38100">
            <a:solidFill>
              <a:srgbClr val="FF7C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435A3F4-00BA-4ED8-B02C-8F10DE859383}"/>
              </a:ext>
            </a:extLst>
          </p:cNvPr>
          <p:cNvSpPr/>
          <p:nvPr/>
        </p:nvSpPr>
        <p:spPr>
          <a:xfrm>
            <a:off x="1628043" y="2650881"/>
            <a:ext cx="2165838" cy="2165838"/>
          </a:xfrm>
          <a:prstGeom prst="diamond">
            <a:avLst/>
          </a:prstGeom>
          <a:noFill/>
          <a:ln w="38100">
            <a:solidFill>
              <a:srgbClr val="FF7C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 descr="House">
            <a:extLst>
              <a:ext uri="{FF2B5EF4-FFF2-40B4-BE49-F238E27FC236}">
                <a16:creationId xmlns:a16="http://schemas.microsoft.com/office/drawing/2014/main" id="{BD77AE3A-FE68-4D12-BAF0-C3539BF22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3681" y="3228366"/>
            <a:ext cx="914400" cy="914400"/>
          </a:xfrm>
          <a:prstGeom prst="rect">
            <a:avLst/>
          </a:prstGeom>
        </p:spPr>
      </p:pic>
      <p:pic>
        <p:nvPicPr>
          <p:cNvPr id="14" name="Graphic 13" descr="Bank">
            <a:extLst>
              <a:ext uri="{FF2B5EF4-FFF2-40B4-BE49-F238E27FC236}">
                <a16:creationId xmlns:a16="http://schemas.microsoft.com/office/drawing/2014/main" id="{4F8EE64E-50AE-4CDC-9F19-7973B8B84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9345" y="3234898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19C756-7EA5-4343-A21C-BF20AB443E23}"/>
              </a:ext>
            </a:extLst>
          </p:cNvPr>
          <p:cNvSpPr txBox="1"/>
          <p:nvPr/>
        </p:nvSpPr>
        <p:spPr>
          <a:xfrm>
            <a:off x="4791074" y="398173"/>
            <a:ext cx="2609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krobat" panose="00000600000000000000" pitchFamily="50" charset="0"/>
              </a:rPr>
              <a:t>Insert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350EA1-9F49-45D1-A9E4-5618CC3AE3D5}"/>
              </a:ext>
            </a:extLst>
          </p:cNvPr>
          <p:cNvCxnSpPr/>
          <p:nvPr/>
        </p:nvCxnSpPr>
        <p:spPr>
          <a:xfrm>
            <a:off x="3868616" y="1045029"/>
            <a:ext cx="4433555" cy="0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824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0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623</Words>
  <Application>Microsoft Office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Agency FB</vt:lpstr>
      <vt:lpstr>Aileron Thin</vt:lpstr>
      <vt:lpstr>Akrobat</vt:lpstr>
      <vt:lpstr>Akrobat Thin</vt:lpstr>
      <vt:lpstr>Arial</vt:lpstr>
      <vt:lpstr>Bebas Neue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</dc:creator>
  <cp:lastModifiedBy>PC1</cp:lastModifiedBy>
  <cp:revision>108</cp:revision>
  <dcterms:created xsi:type="dcterms:W3CDTF">2019-04-09T02:00:20Z</dcterms:created>
  <dcterms:modified xsi:type="dcterms:W3CDTF">2019-04-09T07:37:48Z</dcterms:modified>
</cp:coreProperties>
</file>