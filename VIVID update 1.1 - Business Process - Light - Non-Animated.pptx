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62"/>
  </p:notesMasterIdLst>
  <p:handoutMasterIdLst>
    <p:handoutMasterId r:id="rId63"/>
  </p:handoutMasterIdLst>
  <p:sldIdLst>
    <p:sldId id="2666" r:id="rId2"/>
    <p:sldId id="3268" r:id="rId3"/>
    <p:sldId id="2946" r:id="rId4"/>
    <p:sldId id="3304" r:id="rId5"/>
    <p:sldId id="2950" r:id="rId6"/>
    <p:sldId id="3270" r:id="rId7"/>
    <p:sldId id="2948" r:id="rId8"/>
    <p:sldId id="2150" r:id="rId9"/>
    <p:sldId id="3301" r:id="rId10"/>
    <p:sldId id="3302" r:id="rId11"/>
    <p:sldId id="2386" r:id="rId12"/>
    <p:sldId id="3303" r:id="rId13"/>
    <p:sldId id="2164" r:id="rId14"/>
    <p:sldId id="3271" r:id="rId15"/>
    <p:sldId id="3276" r:id="rId16"/>
    <p:sldId id="3305" r:id="rId17"/>
    <p:sldId id="2396" r:id="rId18"/>
    <p:sldId id="3307" r:id="rId19"/>
    <p:sldId id="3273" r:id="rId20"/>
    <p:sldId id="3306" r:id="rId21"/>
    <p:sldId id="3277" r:id="rId22"/>
    <p:sldId id="3308" r:id="rId23"/>
    <p:sldId id="3278" r:id="rId24"/>
    <p:sldId id="3309" r:id="rId25"/>
    <p:sldId id="3279" r:id="rId26"/>
    <p:sldId id="3310" r:id="rId27"/>
    <p:sldId id="3280" r:id="rId28"/>
    <p:sldId id="3311" r:id="rId29"/>
    <p:sldId id="3281" r:id="rId30"/>
    <p:sldId id="3312" r:id="rId31"/>
    <p:sldId id="3282" r:id="rId32"/>
    <p:sldId id="3313" r:id="rId33"/>
    <p:sldId id="3283" r:id="rId34"/>
    <p:sldId id="3284" r:id="rId35"/>
    <p:sldId id="3285" r:id="rId36"/>
    <p:sldId id="3286" r:id="rId37"/>
    <p:sldId id="2388" r:id="rId38"/>
    <p:sldId id="2387" r:id="rId39"/>
    <p:sldId id="3287" r:id="rId40"/>
    <p:sldId id="3288" r:id="rId41"/>
    <p:sldId id="3289" r:id="rId42"/>
    <p:sldId id="3290" r:id="rId43"/>
    <p:sldId id="3314" r:id="rId44"/>
    <p:sldId id="3291" r:id="rId45"/>
    <p:sldId id="3315" r:id="rId46"/>
    <p:sldId id="3316" r:id="rId47"/>
    <p:sldId id="2399" r:id="rId48"/>
    <p:sldId id="2398" r:id="rId49"/>
    <p:sldId id="3317" r:id="rId50"/>
    <p:sldId id="3318" r:id="rId51"/>
    <p:sldId id="3292" r:id="rId52"/>
    <p:sldId id="3293" r:id="rId53"/>
    <p:sldId id="3319" r:id="rId54"/>
    <p:sldId id="3294" r:id="rId55"/>
    <p:sldId id="3295" r:id="rId56"/>
    <p:sldId id="3296" r:id="rId57"/>
    <p:sldId id="3297" r:id="rId58"/>
    <p:sldId id="3298" r:id="rId59"/>
    <p:sldId id="3299" r:id="rId60"/>
    <p:sldId id="3300" r:id="rId61"/>
  </p:sldIdLst>
  <p:sldSz cx="18288000" cy="10287000"/>
  <p:notesSz cx="6858000" cy="9144000"/>
  <p:defaultTextStyle>
    <a:defPPr>
      <a:defRPr lang="uk-UA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624" userDrawn="1">
          <p15:clr>
            <a:srgbClr val="A4A3A4"/>
          </p15:clr>
        </p15:guide>
        <p15:guide id="5" pos="4896" userDrawn="1">
          <p15:clr>
            <a:srgbClr val="A4A3A4"/>
          </p15:clr>
        </p15:guide>
        <p15:guide id="6" orient="horz" pos="32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D12F"/>
    <a:srgbClr val="93B428"/>
    <a:srgbClr val="B8B527"/>
    <a:srgbClr val="47475B"/>
    <a:srgbClr val="3E3E50"/>
    <a:srgbClr val="202124"/>
    <a:srgbClr val="30947C"/>
    <a:srgbClr val="178F95"/>
    <a:srgbClr val="50C2E1"/>
    <a:srgbClr val="1BA2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2069" autoAdjust="0"/>
    <p:restoredTop sz="94645" autoAdjust="0"/>
  </p:normalViewPr>
  <p:slideViewPr>
    <p:cSldViewPr>
      <p:cViewPr>
        <p:scale>
          <a:sx n="50" d="100"/>
          <a:sy n="50" d="100"/>
        </p:scale>
        <p:origin x="2118" y="1206"/>
      </p:cViewPr>
      <p:guideLst>
        <p:guide pos="6624"/>
        <p:guide pos="4896"/>
        <p:guide orient="horz" pos="32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5" d="100"/>
          <a:sy n="95" d="100"/>
        </p:scale>
        <p:origin x="366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8A721A-7097-462E-9F15-D2DA8F677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Source Sans Pro" panose="020B05030304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0B37E1-A66D-4F9B-BEE0-E6CE0E36E1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0535EF-3905-4906-82C6-F73D4AB46B56}" type="datetimeFigureOut">
              <a:rPr lang="ru-RU" smtClean="0">
                <a:latin typeface="Source Sans Pro" panose="020B0503030403020204" pitchFamily="34" charset="0"/>
              </a:rPr>
              <a:t>13.04.2020</a:t>
            </a:fld>
            <a:endParaRPr lang="ru-RU" dirty="0">
              <a:latin typeface="Source Sans Pro" panose="020B05030304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7303B-3609-482B-BC4D-3E4D2A7013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Source Sans Pro" panose="020B05030304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88AA-6100-4868-8A2B-6F5D3D460B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51765-A80B-4A81-8816-DA0059D6660E}" type="slidenum">
              <a:rPr lang="ru-RU" smtClean="0">
                <a:latin typeface="Source Sans Pro" panose="020B0503030403020204" pitchFamily="34" charset="0"/>
              </a:rPr>
              <a:t>‹#›</a:t>
            </a:fld>
            <a:endParaRPr lang="ru-RU" dirty="0"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119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ource Sans Pro" panose="020B0503030403020204" pitchFamily="34" charset="0"/>
              </a:defRPr>
            </a:lvl1pPr>
          </a:lstStyle>
          <a:p>
            <a:endParaRPr lang="uk-U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ource Sans Pro" panose="020B0503030403020204" pitchFamily="34" charset="0"/>
              </a:defRPr>
            </a:lvl1pPr>
          </a:lstStyle>
          <a:p>
            <a:fld id="{FB027185-10FB-4A57-B3F0-45136A811A24}" type="datetimeFigureOut">
              <a:rPr lang="uk-UA" smtClean="0"/>
              <a:pPr/>
              <a:t>13.04.2020</a:t>
            </a:fld>
            <a:endParaRPr lang="uk-U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ource Sans Pro" panose="020B0503030403020204" pitchFamily="34" charset="0"/>
              </a:defRPr>
            </a:lvl1pPr>
          </a:lstStyle>
          <a:p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ource Sans Pro" panose="020B0503030403020204" pitchFamily="34" charset="0"/>
              </a:defRPr>
            </a:lvl1pPr>
          </a:lstStyle>
          <a:p>
            <a:fld id="{BD9C3A12-1E0F-412B-B376-8089A55D946C}" type="slidenum">
              <a:rPr lang="uk-UA" smtClean="0"/>
              <a:pPr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67216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35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0951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5CCFE45-E909-434C-A78A-59916A4F641D}"/>
              </a:ext>
            </a:extLst>
          </p:cNvPr>
          <p:cNvSpPr/>
          <p:nvPr userDrawn="1"/>
        </p:nvSpPr>
        <p:spPr>
          <a:xfrm>
            <a:off x="3359603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F4E8A5-96CF-42E8-A675-6275BB71CE3F}"/>
              </a:ext>
            </a:extLst>
          </p:cNvPr>
          <p:cNvSpPr/>
          <p:nvPr userDrawn="1"/>
        </p:nvSpPr>
        <p:spPr>
          <a:xfrm>
            <a:off x="5319032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60B76A-6CC4-4B80-8528-4F91D1980581}"/>
              </a:ext>
            </a:extLst>
          </p:cNvPr>
          <p:cNvSpPr/>
          <p:nvPr userDrawn="1"/>
        </p:nvSpPr>
        <p:spPr>
          <a:xfrm>
            <a:off x="7278461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59F118-4738-46B0-BDB4-C7303F4996B1}"/>
              </a:ext>
            </a:extLst>
          </p:cNvPr>
          <p:cNvSpPr/>
          <p:nvPr userDrawn="1"/>
        </p:nvSpPr>
        <p:spPr>
          <a:xfrm>
            <a:off x="9237890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AA6823-BD3A-49EE-8C6D-2CC725BB4031}"/>
              </a:ext>
            </a:extLst>
          </p:cNvPr>
          <p:cNvSpPr/>
          <p:nvPr userDrawn="1"/>
        </p:nvSpPr>
        <p:spPr>
          <a:xfrm>
            <a:off x="11197319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DA2FD4-51FA-4BF5-8840-7FF00DC929DD}"/>
              </a:ext>
            </a:extLst>
          </p:cNvPr>
          <p:cNvSpPr/>
          <p:nvPr userDrawn="1"/>
        </p:nvSpPr>
        <p:spPr>
          <a:xfrm>
            <a:off x="13156748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FF1F77-63E1-493B-AEEB-45264C2D0AEF}"/>
              </a:ext>
            </a:extLst>
          </p:cNvPr>
          <p:cNvSpPr/>
          <p:nvPr userDrawn="1"/>
        </p:nvSpPr>
        <p:spPr>
          <a:xfrm>
            <a:off x="3359603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746853-2DA2-48A2-9FDB-0B77EC2992C8}"/>
              </a:ext>
            </a:extLst>
          </p:cNvPr>
          <p:cNvSpPr/>
          <p:nvPr userDrawn="1"/>
        </p:nvSpPr>
        <p:spPr>
          <a:xfrm>
            <a:off x="5319032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BA33E0-AF7D-45BE-90A6-C8A0566727FB}"/>
              </a:ext>
            </a:extLst>
          </p:cNvPr>
          <p:cNvSpPr/>
          <p:nvPr userDrawn="1"/>
        </p:nvSpPr>
        <p:spPr>
          <a:xfrm>
            <a:off x="7278461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C3F3CB-D6DE-496D-A465-91EDED458D4D}"/>
              </a:ext>
            </a:extLst>
          </p:cNvPr>
          <p:cNvSpPr/>
          <p:nvPr userDrawn="1"/>
        </p:nvSpPr>
        <p:spPr>
          <a:xfrm>
            <a:off x="9237890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B9F457-33CB-445F-B279-3294ED68AF2C}"/>
              </a:ext>
            </a:extLst>
          </p:cNvPr>
          <p:cNvSpPr/>
          <p:nvPr userDrawn="1"/>
        </p:nvSpPr>
        <p:spPr>
          <a:xfrm>
            <a:off x="11197319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3DF26-4FA8-4D0E-82AF-86A1C0738015}"/>
              </a:ext>
            </a:extLst>
          </p:cNvPr>
          <p:cNvSpPr/>
          <p:nvPr userDrawn="1"/>
        </p:nvSpPr>
        <p:spPr>
          <a:xfrm>
            <a:off x="13156748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BB9D46-4B4B-4A18-AEEB-364024675EE9}"/>
              </a:ext>
            </a:extLst>
          </p:cNvPr>
          <p:cNvSpPr/>
          <p:nvPr userDrawn="1"/>
        </p:nvSpPr>
        <p:spPr>
          <a:xfrm>
            <a:off x="3359603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A1E02A-A5E2-4234-A4E6-21D93CDE4CF7}"/>
              </a:ext>
            </a:extLst>
          </p:cNvPr>
          <p:cNvSpPr/>
          <p:nvPr userDrawn="1"/>
        </p:nvSpPr>
        <p:spPr>
          <a:xfrm>
            <a:off x="5319032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67D3BE-D640-4DCD-8F20-F425B0F4907E}"/>
              </a:ext>
            </a:extLst>
          </p:cNvPr>
          <p:cNvSpPr/>
          <p:nvPr userDrawn="1"/>
        </p:nvSpPr>
        <p:spPr>
          <a:xfrm>
            <a:off x="7278461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4AF4A8-B7F0-45AF-AD32-68E73E6E327F}"/>
              </a:ext>
            </a:extLst>
          </p:cNvPr>
          <p:cNvSpPr/>
          <p:nvPr userDrawn="1"/>
        </p:nvSpPr>
        <p:spPr>
          <a:xfrm>
            <a:off x="9237890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2E51AB-D360-415A-817E-9E0C90E1D2C6}"/>
              </a:ext>
            </a:extLst>
          </p:cNvPr>
          <p:cNvSpPr/>
          <p:nvPr userDrawn="1"/>
        </p:nvSpPr>
        <p:spPr>
          <a:xfrm>
            <a:off x="11197319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471FD8-C17F-4453-95A8-EFAD17552F9E}"/>
              </a:ext>
            </a:extLst>
          </p:cNvPr>
          <p:cNvSpPr/>
          <p:nvPr userDrawn="1"/>
        </p:nvSpPr>
        <p:spPr>
          <a:xfrm>
            <a:off x="13156748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B1816C-7DE7-4223-80A4-925C48D9D2EB}"/>
              </a:ext>
            </a:extLst>
          </p:cNvPr>
          <p:cNvSpPr/>
          <p:nvPr userDrawn="1"/>
        </p:nvSpPr>
        <p:spPr>
          <a:xfrm>
            <a:off x="3359603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0A1F21-2EC7-4EDD-B2F9-DC245A7DC2C7}"/>
              </a:ext>
            </a:extLst>
          </p:cNvPr>
          <p:cNvSpPr/>
          <p:nvPr userDrawn="1"/>
        </p:nvSpPr>
        <p:spPr>
          <a:xfrm>
            <a:off x="5319032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3B4FE8-0D7E-4C0D-B3D8-5941C008BCBA}"/>
              </a:ext>
            </a:extLst>
          </p:cNvPr>
          <p:cNvSpPr/>
          <p:nvPr userDrawn="1"/>
        </p:nvSpPr>
        <p:spPr>
          <a:xfrm>
            <a:off x="7278461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B92D8A-CAE0-48CD-9C71-2AE345B66421}"/>
              </a:ext>
            </a:extLst>
          </p:cNvPr>
          <p:cNvSpPr/>
          <p:nvPr userDrawn="1"/>
        </p:nvSpPr>
        <p:spPr>
          <a:xfrm>
            <a:off x="9237890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DBB29E-B7B0-4283-AF98-2F9649866020}"/>
              </a:ext>
            </a:extLst>
          </p:cNvPr>
          <p:cNvSpPr/>
          <p:nvPr userDrawn="1"/>
        </p:nvSpPr>
        <p:spPr>
          <a:xfrm>
            <a:off x="11197319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DE75A5-582C-4E80-8797-0089F6F7C2F9}"/>
              </a:ext>
            </a:extLst>
          </p:cNvPr>
          <p:cNvSpPr/>
          <p:nvPr userDrawn="1"/>
        </p:nvSpPr>
        <p:spPr>
          <a:xfrm>
            <a:off x="13156748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B9DC7E-3B8E-487A-A73C-55B4A0BAEE8E}"/>
              </a:ext>
            </a:extLst>
          </p:cNvPr>
          <p:cNvSpPr txBox="1"/>
          <p:nvPr userDrawn="1"/>
        </p:nvSpPr>
        <p:spPr>
          <a:xfrm>
            <a:off x="3389100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2"/>
                    </a:gs>
                    <a:gs pos="1000">
                      <a:schemeClr val="accent1"/>
                    </a:gs>
                  </a:gsLst>
                  <a:lin ang="6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2"/>
                  </a:gs>
                  <a:gs pos="1000">
                    <a:schemeClr val="accent1"/>
                  </a:gs>
                </a:gsLst>
                <a:lin ang="6600000" scaled="0"/>
              </a:gradFill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32CC07-570C-4F0B-AEE8-E668375FE761}"/>
              </a:ext>
            </a:extLst>
          </p:cNvPr>
          <p:cNvSpPr txBox="1"/>
          <p:nvPr userDrawn="1"/>
        </p:nvSpPr>
        <p:spPr>
          <a:xfrm>
            <a:off x="5519057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3"/>
                    </a:gs>
                    <a:gs pos="1000">
                      <a:schemeClr val="accent2"/>
                    </a:gs>
                  </a:gsLst>
                  <a:lin ang="6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3"/>
                  </a:gs>
                  <a:gs pos="1000">
                    <a:schemeClr val="accent2"/>
                  </a:gs>
                </a:gsLst>
                <a:lin ang="6600000" scaled="0"/>
              </a:gradFill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08A755-00B6-406B-908B-84A1391B0127}"/>
              </a:ext>
            </a:extLst>
          </p:cNvPr>
          <p:cNvSpPr txBox="1"/>
          <p:nvPr userDrawn="1"/>
        </p:nvSpPr>
        <p:spPr>
          <a:xfrm>
            <a:off x="7478486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4"/>
                    </a:gs>
                    <a:gs pos="1000">
                      <a:schemeClr val="accent3"/>
                    </a:gs>
                  </a:gsLst>
                  <a:lin ang="6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4"/>
                  </a:gs>
                  <a:gs pos="1000">
                    <a:schemeClr val="accent3"/>
                  </a:gs>
                </a:gsLst>
                <a:lin ang="6600000" scaled="0"/>
              </a:gradFill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85443C-5D0F-448B-B222-1329F39F2144}"/>
              </a:ext>
            </a:extLst>
          </p:cNvPr>
          <p:cNvSpPr txBox="1"/>
          <p:nvPr userDrawn="1"/>
        </p:nvSpPr>
        <p:spPr>
          <a:xfrm>
            <a:off x="9437914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5"/>
                    </a:gs>
                    <a:gs pos="1000">
                      <a:schemeClr val="accent4"/>
                    </a:gs>
                  </a:gsLst>
                  <a:lin ang="18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5"/>
                  </a:gs>
                  <a:gs pos="1000">
                    <a:schemeClr val="accent4"/>
                  </a:gs>
                </a:gsLst>
                <a:lin ang="18600000" scaled="0"/>
              </a:gradFill>
              <a:latin typeface="+mj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5B9563-CEA4-43F7-BD65-D13E2500853B}"/>
              </a:ext>
            </a:extLst>
          </p:cNvPr>
          <p:cNvSpPr txBox="1"/>
          <p:nvPr userDrawn="1"/>
        </p:nvSpPr>
        <p:spPr>
          <a:xfrm>
            <a:off x="11567871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6"/>
                    </a:gs>
                    <a:gs pos="1000">
                      <a:schemeClr val="accent5"/>
                    </a:gs>
                  </a:gsLst>
                  <a:lin ang="18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6"/>
                  </a:gs>
                  <a:gs pos="1000">
                    <a:schemeClr val="accent5"/>
                  </a:gs>
                </a:gsLst>
                <a:lin ang="18600000" scaled="0"/>
              </a:gradFill>
              <a:latin typeface="+mj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86ACA1-53ED-4E7E-9E2C-290B77C656CF}"/>
              </a:ext>
            </a:extLst>
          </p:cNvPr>
          <p:cNvSpPr txBox="1"/>
          <p:nvPr userDrawn="1"/>
        </p:nvSpPr>
        <p:spPr>
          <a:xfrm>
            <a:off x="13527300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6">
                        <a:lumMod val="75000"/>
                      </a:schemeClr>
                    </a:gs>
                    <a:gs pos="1000">
                      <a:schemeClr val="accent6"/>
                    </a:gs>
                  </a:gsLst>
                  <a:lin ang="6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6">
                      <a:lumMod val="75000"/>
                    </a:schemeClr>
                  </a:gs>
                  <a:gs pos="1000">
                    <a:schemeClr val="accent6"/>
                  </a:gs>
                </a:gsLst>
                <a:lin ang="6600000" scaled="0"/>
              </a:gradFill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6AB1D7-94CA-412A-B522-8E2E7E3B9EC1}"/>
              </a:ext>
            </a:extLst>
          </p:cNvPr>
          <p:cNvSpPr txBox="1"/>
          <p:nvPr userDrawn="1"/>
        </p:nvSpPr>
        <p:spPr>
          <a:xfrm>
            <a:off x="3359603" y="-4909474"/>
            <a:ext cx="101382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rPr>
              <a:t>01</a:t>
            </a:r>
            <a:endParaRPr lang="ru-RU" sz="16600" dirty="0">
              <a:gradFill>
                <a:gsLst>
                  <a:gs pos="100000">
                    <a:schemeClr val="accent6"/>
                  </a:gs>
                  <a:gs pos="80000">
                    <a:schemeClr val="accent5"/>
                  </a:gs>
                  <a:gs pos="60000">
                    <a:schemeClr val="accent4"/>
                  </a:gs>
                  <a:gs pos="40000">
                    <a:schemeClr val="accent3"/>
                  </a:gs>
                  <a:gs pos="20000">
                    <a:schemeClr val="accent2"/>
                  </a:gs>
                  <a:gs pos="1000">
                    <a:schemeClr val="accent1"/>
                  </a:gs>
                </a:gsLst>
                <a:lin ang="9000000" scaled="0"/>
              </a:gradFill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FFCADD-7631-481A-A390-3C84DA7456D6}"/>
              </a:ext>
            </a:extLst>
          </p:cNvPr>
          <p:cNvSpPr/>
          <p:nvPr userDrawn="1"/>
        </p:nvSpPr>
        <p:spPr>
          <a:xfrm>
            <a:off x="3359602" y="16158830"/>
            <a:ext cx="11539297" cy="895350"/>
          </a:xfrm>
          <a:prstGeom prst="rect">
            <a:avLst/>
          </a:prstGeom>
          <a:gradFill>
            <a:gsLst>
              <a:gs pos="98230">
                <a:schemeClr val="accent6"/>
              </a:gs>
              <a:gs pos="80000">
                <a:schemeClr val="accent5"/>
              </a:gs>
              <a:gs pos="60000">
                <a:schemeClr val="accent4"/>
              </a:gs>
              <a:gs pos="40000">
                <a:schemeClr val="accent3"/>
              </a:gs>
              <a:gs pos="20000">
                <a:schemeClr val="accent2"/>
              </a:gs>
              <a:gs pos="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775223-E227-4F7F-B6DD-0AF4B6399ABF}"/>
              </a:ext>
            </a:extLst>
          </p:cNvPr>
          <p:cNvSpPr/>
          <p:nvPr userDrawn="1"/>
        </p:nvSpPr>
        <p:spPr>
          <a:xfrm>
            <a:off x="-12650108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32E2BB-719A-42CE-A807-D3A5BB47F6AB}"/>
              </a:ext>
            </a:extLst>
          </p:cNvPr>
          <p:cNvSpPr/>
          <p:nvPr userDrawn="1"/>
        </p:nvSpPr>
        <p:spPr>
          <a:xfrm>
            <a:off x="-10690679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9386235-5DE3-4E5C-A184-010A304950C1}"/>
              </a:ext>
            </a:extLst>
          </p:cNvPr>
          <p:cNvSpPr/>
          <p:nvPr userDrawn="1"/>
        </p:nvSpPr>
        <p:spPr>
          <a:xfrm>
            <a:off x="-8731250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F2DEDF5-7B1B-46F8-AC89-47FA867DA15B}"/>
              </a:ext>
            </a:extLst>
          </p:cNvPr>
          <p:cNvSpPr/>
          <p:nvPr userDrawn="1"/>
        </p:nvSpPr>
        <p:spPr>
          <a:xfrm>
            <a:off x="-6771821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542AEC1-31E1-4541-A061-ABC17EA8DE59}"/>
              </a:ext>
            </a:extLst>
          </p:cNvPr>
          <p:cNvSpPr/>
          <p:nvPr userDrawn="1"/>
        </p:nvSpPr>
        <p:spPr>
          <a:xfrm>
            <a:off x="-4812392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66000">
                <a:schemeClr val="accent6">
                  <a:alpha val="50000"/>
                </a:schemeClr>
              </a:gs>
              <a:gs pos="33000">
                <a:schemeClr val="accent5">
                  <a:alpha val="50000"/>
                </a:schemeClr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84FF38-DEAF-4965-BFF5-63A95CC922F6}"/>
              </a:ext>
            </a:extLst>
          </p:cNvPr>
          <p:cNvSpPr/>
          <p:nvPr userDrawn="1"/>
        </p:nvSpPr>
        <p:spPr>
          <a:xfrm>
            <a:off x="-2852963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04FBB06-6ACF-42B3-A601-DA9092589AC7}"/>
              </a:ext>
            </a:extLst>
          </p:cNvPr>
          <p:cNvSpPr/>
          <p:nvPr userDrawn="1"/>
        </p:nvSpPr>
        <p:spPr>
          <a:xfrm>
            <a:off x="-12650108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341E686-20A6-4E44-9E43-FCB7C9EBA87D}"/>
              </a:ext>
            </a:extLst>
          </p:cNvPr>
          <p:cNvSpPr/>
          <p:nvPr userDrawn="1"/>
        </p:nvSpPr>
        <p:spPr>
          <a:xfrm>
            <a:off x="-10690679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257B2E2-55EC-4FE1-ADA3-F8A45D4499DB}"/>
              </a:ext>
            </a:extLst>
          </p:cNvPr>
          <p:cNvSpPr/>
          <p:nvPr userDrawn="1"/>
        </p:nvSpPr>
        <p:spPr>
          <a:xfrm>
            <a:off x="-8731250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072476B-E2B3-4113-A8EB-53297064E723}"/>
              </a:ext>
            </a:extLst>
          </p:cNvPr>
          <p:cNvSpPr/>
          <p:nvPr userDrawn="1"/>
        </p:nvSpPr>
        <p:spPr>
          <a:xfrm>
            <a:off x="-6771821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1C6BAAE-C408-4DC1-BBAC-F38F61BFF289}"/>
              </a:ext>
            </a:extLst>
          </p:cNvPr>
          <p:cNvSpPr/>
          <p:nvPr userDrawn="1"/>
        </p:nvSpPr>
        <p:spPr>
          <a:xfrm>
            <a:off x="-4812392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FEA89E8-F519-45D4-BBF1-51FF3A0D3F34}"/>
              </a:ext>
            </a:extLst>
          </p:cNvPr>
          <p:cNvSpPr/>
          <p:nvPr userDrawn="1"/>
        </p:nvSpPr>
        <p:spPr>
          <a:xfrm>
            <a:off x="-2852963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2D4D7C-8548-4285-B27F-05D5E3A94E8C}"/>
              </a:ext>
            </a:extLst>
          </p:cNvPr>
          <p:cNvSpPr/>
          <p:nvPr userDrawn="1"/>
        </p:nvSpPr>
        <p:spPr>
          <a:xfrm>
            <a:off x="-12650108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40216C3-877A-4297-B95C-05B30F60A7EF}"/>
              </a:ext>
            </a:extLst>
          </p:cNvPr>
          <p:cNvSpPr/>
          <p:nvPr userDrawn="1"/>
        </p:nvSpPr>
        <p:spPr>
          <a:xfrm>
            <a:off x="-10690679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1484F0D-1D79-4A0F-A30A-FF4C3A42CD45}"/>
              </a:ext>
            </a:extLst>
          </p:cNvPr>
          <p:cNvSpPr/>
          <p:nvPr userDrawn="1"/>
        </p:nvSpPr>
        <p:spPr>
          <a:xfrm>
            <a:off x="-8731250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5E2FBE-40C1-4AFB-B186-76B57432052F}"/>
              </a:ext>
            </a:extLst>
          </p:cNvPr>
          <p:cNvSpPr/>
          <p:nvPr userDrawn="1"/>
        </p:nvSpPr>
        <p:spPr>
          <a:xfrm>
            <a:off x="-6771821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8F7C230-01B0-4354-9309-D7BBF4370994}"/>
              </a:ext>
            </a:extLst>
          </p:cNvPr>
          <p:cNvSpPr/>
          <p:nvPr userDrawn="1"/>
        </p:nvSpPr>
        <p:spPr>
          <a:xfrm>
            <a:off x="-4812392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E3E96E1-0305-47DD-BA0A-E2E3D38A52A0}"/>
              </a:ext>
            </a:extLst>
          </p:cNvPr>
          <p:cNvSpPr/>
          <p:nvPr userDrawn="1"/>
        </p:nvSpPr>
        <p:spPr>
          <a:xfrm>
            <a:off x="-2852963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101C09C-4334-4CC0-B89D-7D5D06DD9B9A}"/>
              </a:ext>
            </a:extLst>
          </p:cNvPr>
          <p:cNvSpPr/>
          <p:nvPr userDrawn="1"/>
        </p:nvSpPr>
        <p:spPr>
          <a:xfrm>
            <a:off x="-12650108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10C6167-35A0-4DEC-9A9B-2155762BB378}"/>
              </a:ext>
            </a:extLst>
          </p:cNvPr>
          <p:cNvSpPr/>
          <p:nvPr userDrawn="1"/>
        </p:nvSpPr>
        <p:spPr>
          <a:xfrm>
            <a:off x="-10690679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2C53E81-26AD-478B-BD2D-AB1B44848837}"/>
              </a:ext>
            </a:extLst>
          </p:cNvPr>
          <p:cNvSpPr/>
          <p:nvPr userDrawn="1"/>
        </p:nvSpPr>
        <p:spPr>
          <a:xfrm>
            <a:off x="-8731250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E8D4755-AE01-46F8-AADB-833BF3A30CF0}"/>
              </a:ext>
            </a:extLst>
          </p:cNvPr>
          <p:cNvSpPr/>
          <p:nvPr userDrawn="1"/>
        </p:nvSpPr>
        <p:spPr>
          <a:xfrm>
            <a:off x="-6771821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9DD7F20-697D-41C5-A684-04665C65CF0C}"/>
              </a:ext>
            </a:extLst>
          </p:cNvPr>
          <p:cNvSpPr/>
          <p:nvPr userDrawn="1"/>
        </p:nvSpPr>
        <p:spPr>
          <a:xfrm>
            <a:off x="-4820101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FD26935-7A59-4415-86EF-4D2F4D3E4436}"/>
              </a:ext>
            </a:extLst>
          </p:cNvPr>
          <p:cNvSpPr/>
          <p:nvPr userDrawn="1"/>
        </p:nvSpPr>
        <p:spPr>
          <a:xfrm>
            <a:off x="-2852963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3FD1753-DFCA-4824-8B4D-19641F187792}"/>
              </a:ext>
            </a:extLst>
          </p:cNvPr>
          <p:cNvSpPr txBox="1"/>
          <p:nvPr userDrawn="1"/>
        </p:nvSpPr>
        <p:spPr>
          <a:xfrm>
            <a:off x="4074900" y="2542788"/>
            <a:ext cx="101382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rPr>
              <a:t>COLOR SHEET</a:t>
            </a:r>
            <a:endParaRPr lang="ru-RU" sz="16600" dirty="0">
              <a:gradFill>
                <a:gsLst>
                  <a:gs pos="100000">
                    <a:schemeClr val="accent6"/>
                  </a:gs>
                  <a:gs pos="80000">
                    <a:schemeClr val="accent5"/>
                  </a:gs>
                  <a:gs pos="60000">
                    <a:schemeClr val="accent4"/>
                  </a:gs>
                  <a:gs pos="40000">
                    <a:schemeClr val="accent3"/>
                  </a:gs>
                  <a:gs pos="20000">
                    <a:schemeClr val="accent2"/>
                  </a:gs>
                  <a:gs pos="1000">
                    <a:schemeClr val="accent1"/>
                  </a:gs>
                </a:gsLst>
                <a:lin ang="9000000" scaled="0"/>
              </a:gradFill>
              <a:latin typeface="+mj-lt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F06F30A-15E0-4D2D-9C6B-343CA9BDA119}"/>
              </a:ext>
            </a:extLst>
          </p:cNvPr>
          <p:cNvSpPr/>
          <p:nvPr userDrawn="1"/>
        </p:nvSpPr>
        <p:spPr>
          <a:xfrm>
            <a:off x="3359602" y="17424698"/>
            <a:ext cx="11539297" cy="895350"/>
          </a:xfrm>
          <a:prstGeom prst="rect">
            <a:avLst/>
          </a:prstGeom>
          <a:gradFill>
            <a:gsLst>
              <a:gs pos="0">
                <a:schemeClr val="accent5"/>
              </a:gs>
              <a:gs pos="33000">
                <a:schemeClr val="accent4"/>
              </a:gs>
              <a:gs pos="66000">
                <a:schemeClr val="accent3"/>
              </a:gs>
              <a:gs pos="100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23DA8D5-75F0-48DF-A6BD-1D9EEB0E0822}"/>
              </a:ext>
            </a:extLst>
          </p:cNvPr>
          <p:cNvSpPr/>
          <p:nvPr userDrawn="1"/>
        </p:nvSpPr>
        <p:spPr>
          <a:xfrm>
            <a:off x="19369313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6909CA9-D209-4159-A7E5-310FCFD4435B}"/>
              </a:ext>
            </a:extLst>
          </p:cNvPr>
          <p:cNvSpPr/>
          <p:nvPr userDrawn="1"/>
        </p:nvSpPr>
        <p:spPr>
          <a:xfrm>
            <a:off x="21328742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985243F-FB47-4269-A9ED-F3B32B7FCB8C}"/>
              </a:ext>
            </a:extLst>
          </p:cNvPr>
          <p:cNvSpPr/>
          <p:nvPr userDrawn="1"/>
        </p:nvSpPr>
        <p:spPr>
          <a:xfrm>
            <a:off x="23288171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6BB7FE9-32D5-469B-932A-C993D32C66CC}"/>
              </a:ext>
            </a:extLst>
          </p:cNvPr>
          <p:cNvSpPr/>
          <p:nvPr userDrawn="1"/>
        </p:nvSpPr>
        <p:spPr>
          <a:xfrm>
            <a:off x="25247600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58CFEB-D802-4A8D-9337-BB6F3BB34FEC}"/>
              </a:ext>
            </a:extLst>
          </p:cNvPr>
          <p:cNvSpPr/>
          <p:nvPr userDrawn="1"/>
        </p:nvSpPr>
        <p:spPr>
          <a:xfrm>
            <a:off x="27207029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66000">
                <a:schemeClr val="accent6">
                  <a:alpha val="50000"/>
                </a:schemeClr>
              </a:gs>
              <a:gs pos="33000">
                <a:schemeClr val="accent5">
                  <a:alpha val="50000"/>
                </a:schemeClr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3774205-3920-478A-A839-74D594EDCACE}"/>
              </a:ext>
            </a:extLst>
          </p:cNvPr>
          <p:cNvSpPr/>
          <p:nvPr userDrawn="1"/>
        </p:nvSpPr>
        <p:spPr>
          <a:xfrm>
            <a:off x="29166458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6DFFC0-F563-4181-8C07-01721106AFAE}"/>
              </a:ext>
            </a:extLst>
          </p:cNvPr>
          <p:cNvSpPr/>
          <p:nvPr userDrawn="1"/>
        </p:nvSpPr>
        <p:spPr>
          <a:xfrm>
            <a:off x="19369313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A577136-6AB9-4E86-A4D2-D8B4C2B2EA0D}"/>
              </a:ext>
            </a:extLst>
          </p:cNvPr>
          <p:cNvSpPr/>
          <p:nvPr userDrawn="1"/>
        </p:nvSpPr>
        <p:spPr>
          <a:xfrm>
            <a:off x="21328742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CB500D4-E411-40A1-AD2F-4DAE4151AC56}"/>
              </a:ext>
            </a:extLst>
          </p:cNvPr>
          <p:cNvSpPr/>
          <p:nvPr userDrawn="1"/>
        </p:nvSpPr>
        <p:spPr>
          <a:xfrm>
            <a:off x="23288171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856A43F-8D50-4A13-87DA-64335E0F3B01}"/>
              </a:ext>
            </a:extLst>
          </p:cNvPr>
          <p:cNvSpPr/>
          <p:nvPr userDrawn="1"/>
        </p:nvSpPr>
        <p:spPr>
          <a:xfrm>
            <a:off x="25247600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A22D757-33D8-42B8-AED0-6EDE96421782}"/>
              </a:ext>
            </a:extLst>
          </p:cNvPr>
          <p:cNvSpPr/>
          <p:nvPr userDrawn="1"/>
        </p:nvSpPr>
        <p:spPr>
          <a:xfrm>
            <a:off x="27207029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5E1AC82-66B9-48C7-913D-629802895916}"/>
              </a:ext>
            </a:extLst>
          </p:cNvPr>
          <p:cNvSpPr/>
          <p:nvPr userDrawn="1"/>
        </p:nvSpPr>
        <p:spPr>
          <a:xfrm>
            <a:off x="29166458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D219B66-3190-49FD-BA76-7D7F39D85803}"/>
              </a:ext>
            </a:extLst>
          </p:cNvPr>
          <p:cNvSpPr/>
          <p:nvPr userDrawn="1"/>
        </p:nvSpPr>
        <p:spPr>
          <a:xfrm>
            <a:off x="19369313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93A28A0-83C8-4F49-9C64-5EFE5E053CD7}"/>
              </a:ext>
            </a:extLst>
          </p:cNvPr>
          <p:cNvSpPr/>
          <p:nvPr userDrawn="1"/>
        </p:nvSpPr>
        <p:spPr>
          <a:xfrm>
            <a:off x="21328742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EE218E6-34CB-4004-B1E8-91E94D288CBF}"/>
              </a:ext>
            </a:extLst>
          </p:cNvPr>
          <p:cNvSpPr/>
          <p:nvPr userDrawn="1"/>
        </p:nvSpPr>
        <p:spPr>
          <a:xfrm>
            <a:off x="23288171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36FDB4B-0938-4DA4-8897-EE4470147B14}"/>
              </a:ext>
            </a:extLst>
          </p:cNvPr>
          <p:cNvSpPr/>
          <p:nvPr userDrawn="1"/>
        </p:nvSpPr>
        <p:spPr>
          <a:xfrm>
            <a:off x="25247600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0794D18-B750-4932-A08F-BB9A81E68964}"/>
              </a:ext>
            </a:extLst>
          </p:cNvPr>
          <p:cNvSpPr/>
          <p:nvPr userDrawn="1"/>
        </p:nvSpPr>
        <p:spPr>
          <a:xfrm>
            <a:off x="27207029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C0664A5-9B41-42FD-9F61-83E778CF0B29}"/>
              </a:ext>
            </a:extLst>
          </p:cNvPr>
          <p:cNvSpPr/>
          <p:nvPr userDrawn="1"/>
        </p:nvSpPr>
        <p:spPr>
          <a:xfrm>
            <a:off x="29166458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F3B59F7-D274-4052-9639-CC7DCC1A66A8}"/>
              </a:ext>
            </a:extLst>
          </p:cNvPr>
          <p:cNvSpPr/>
          <p:nvPr userDrawn="1"/>
        </p:nvSpPr>
        <p:spPr>
          <a:xfrm>
            <a:off x="19369313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20B0DF4-FAEF-4ECA-BCA6-0328C809DA6D}"/>
              </a:ext>
            </a:extLst>
          </p:cNvPr>
          <p:cNvSpPr/>
          <p:nvPr userDrawn="1"/>
        </p:nvSpPr>
        <p:spPr>
          <a:xfrm>
            <a:off x="21328742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B37811D-EB6C-492D-A9F5-827F54AF4462}"/>
              </a:ext>
            </a:extLst>
          </p:cNvPr>
          <p:cNvSpPr/>
          <p:nvPr userDrawn="1"/>
        </p:nvSpPr>
        <p:spPr>
          <a:xfrm>
            <a:off x="23288171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B1C1A88-A855-46EF-9F27-64F7D9F0BA38}"/>
              </a:ext>
            </a:extLst>
          </p:cNvPr>
          <p:cNvSpPr/>
          <p:nvPr userDrawn="1"/>
        </p:nvSpPr>
        <p:spPr>
          <a:xfrm>
            <a:off x="25247600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BD3782A-822A-4B25-B42A-506EE2D52AB9}"/>
              </a:ext>
            </a:extLst>
          </p:cNvPr>
          <p:cNvSpPr/>
          <p:nvPr userDrawn="1"/>
        </p:nvSpPr>
        <p:spPr>
          <a:xfrm>
            <a:off x="27199320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3B2F6AC-3BEA-44EF-A964-89836A9FA730}"/>
              </a:ext>
            </a:extLst>
          </p:cNvPr>
          <p:cNvSpPr/>
          <p:nvPr userDrawn="1"/>
        </p:nvSpPr>
        <p:spPr>
          <a:xfrm>
            <a:off x="29166458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19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653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387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3997" r:id="rId2"/>
  </p:sldLayoutIdLst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DE150D-9CC4-4040-B1F7-9D1C6806ABB8}"/>
              </a:ext>
            </a:extLst>
          </p:cNvPr>
          <p:cNvSpPr/>
          <p:nvPr/>
        </p:nvSpPr>
        <p:spPr>
          <a:xfrm>
            <a:off x="1371600" y="1371601"/>
            <a:ext cx="15544800" cy="7543800"/>
          </a:xfrm>
          <a:prstGeom prst="roundRect">
            <a:avLst>
              <a:gd name="adj" fmla="val 2526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C5393-6064-4C3B-B7EF-46012EA72F13}"/>
              </a:ext>
            </a:extLst>
          </p:cNvPr>
          <p:cNvSpPr txBox="1"/>
          <p:nvPr/>
        </p:nvSpPr>
        <p:spPr>
          <a:xfrm>
            <a:off x="3448050" y="3327620"/>
            <a:ext cx="113919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rPr>
              <a:t>BUSINESS PROCESS</a:t>
            </a:r>
            <a:endParaRPr lang="uk-UA" sz="11500" b="1" dirty="0">
              <a:solidFill>
                <a:schemeClr val="bg1"/>
              </a:solidFill>
              <a:latin typeface="+mj-lt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396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DAEF64-F013-42B6-8294-20F8692CC21C}"/>
              </a:ext>
            </a:extLst>
          </p:cNvPr>
          <p:cNvSpPr/>
          <p:nvPr/>
        </p:nvSpPr>
        <p:spPr>
          <a:xfrm>
            <a:off x="9208804" y="1371600"/>
            <a:ext cx="7707598" cy="7543800"/>
          </a:xfrm>
          <a:prstGeom prst="roundRect">
            <a:avLst>
              <a:gd name="adj" fmla="val 2814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D3411817-6E29-4683-B710-C1DF95E42DE1}"/>
              </a:ext>
            </a:extLst>
          </p:cNvPr>
          <p:cNvSpPr/>
          <p:nvPr/>
        </p:nvSpPr>
        <p:spPr>
          <a:xfrm>
            <a:off x="1371600" y="1371600"/>
            <a:ext cx="7707598" cy="7543800"/>
          </a:xfrm>
          <a:prstGeom prst="roundRect">
            <a:avLst>
              <a:gd name="adj" fmla="val 2814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Not Equal 74">
            <a:extLst>
              <a:ext uri="{FF2B5EF4-FFF2-40B4-BE49-F238E27FC236}">
                <a16:creationId xmlns:a16="http://schemas.microsoft.com/office/drawing/2014/main" id="{78860058-223A-48AB-88D2-D32D3132E85C}"/>
              </a:ext>
            </a:extLst>
          </p:cNvPr>
          <p:cNvSpPr/>
          <p:nvPr/>
        </p:nvSpPr>
        <p:spPr>
          <a:xfrm>
            <a:off x="8063367" y="4062867"/>
            <a:ext cx="2161266" cy="2161266"/>
          </a:xfrm>
          <a:prstGeom prst="mathNotEqual">
            <a:avLst>
              <a:gd name="adj1" fmla="val 23520"/>
              <a:gd name="adj2" fmla="val 6600000"/>
              <a:gd name="adj3" fmla="val 1264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6DD3D2C-04B3-46B8-9BAF-E9DD294985FF}"/>
              </a:ext>
            </a:extLst>
          </p:cNvPr>
          <p:cNvSpPr txBox="1"/>
          <p:nvPr/>
        </p:nvSpPr>
        <p:spPr>
          <a:xfrm>
            <a:off x="2275831" y="4481781"/>
            <a:ext cx="5787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+mj-lt"/>
                <a:ea typeface="Roboto Black" panose="02000000000000000000" pitchFamily="2" charset="0"/>
              </a:rPr>
              <a:t>QUALITY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904CC96-13EE-4F11-9588-130757E79AA7}"/>
              </a:ext>
            </a:extLst>
          </p:cNvPr>
          <p:cNvSpPr txBox="1"/>
          <p:nvPr/>
        </p:nvSpPr>
        <p:spPr>
          <a:xfrm>
            <a:off x="10224633" y="4481781"/>
            <a:ext cx="5787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+mj-lt"/>
                <a:ea typeface="Roboto Black" panose="02000000000000000000" pitchFamily="2" charset="0"/>
              </a:rPr>
              <a:t>QUANTITY </a:t>
            </a:r>
          </a:p>
        </p:txBody>
      </p:sp>
    </p:spTree>
    <p:extLst>
      <p:ext uri="{BB962C8B-B14F-4D97-AF65-F5344CB8AC3E}">
        <p14:creationId xmlns:p14="http://schemas.microsoft.com/office/powerpoint/2010/main" val="347240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DAEF64-F013-42B6-8294-20F8692CC21C}"/>
              </a:ext>
            </a:extLst>
          </p:cNvPr>
          <p:cNvSpPr/>
          <p:nvPr/>
        </p:nvSpPr>
        <p:spPr>
          <a:xfrm>
            <a:off x="9208804" y="1371600"/>
            <a:ext cx="7707598" cy="7543800"/>
          </a:xfrm>
          <a:prstGeom prst="roundRect">
            <a:avLst>
              <a:gd name="adj" fmla="val 281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D3411817-6E29-4683-B710-C1DF95E42DE1}"/>
              </a:ext>
            </a:extLst>
          </p:cNvPr>
          <p:cNvSpPr/>
          <p:nvPr/>
        </p:nvSpPr>
        <p:spPr>
          <a:xfrm>
            <a:off x="1371600" y="1371600"/>
            <a:ext cx="7707598" cy="7543800"/>
          </a:xfrm>
          <a:prstGeom prst="roundRect">
            <a:avLst>
              <a:gd name="adj" fmla="val 281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Not Equal 72">
            <a:extLst>
              <a:ext uri="{FF2B5EF4-FFF2-40B4-BE49-F238E27FC236}">
                <a16:creationId xmlns:a16="http://schemas.microsoft.com/office/drawing/2014/main" id="{95DA21A9-E200-42BB-94DA-390A62A87F59}"/>
              </a:ext>
            </a:extLst>
          </p:cNvPr>
          <p:cNvSpPr/>
          <p:nvPr/>
        </p:nvSpPr>
        <p:spPr>
          <a:xfrm>
            <a:off x="8063367" y="4062867"/>
            <a:ext cx="2161266" cy="2161266"/>
          </a:xfrm>
          <a:prstGeom prst="mathNotEqual">
            <a:avLst>
              <a:gd name="adj1" fmla="val 23520"/>
              <a:gd name="adj2" fmla="val 6600000"/>
              <a:gd name="adj3" fmla="val 12646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0C2B84-CB85-4DF0-BB7B-E4F70788CE7D}"/>
              </a:ext>
            </a:extLst>
          </p:cNvPr>
          <p:cNvSpPr txBox="1"/>
          <p:nvPr/>
        </p:nvSpPr>
        <p:spPr>
          <a:xfrm>
            <a:off x="2275831" y="4481781"/>
            <a:ext cx="5787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+mj-lt"/>
                <a:ea typeface="Roboto Black" panose="02000000000000000000" pitchFamily="2" charset="0"/>
              </a:rPr>
              <a:t>DISCOUNT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E0C9ECC-CC64-42BE-B024-1CFF21B76EC3}"/>
              </a:ext>
            </a:extLst>
          </p:cNvPr>
          <p:cNvSpPr txBox="1"/>
          <p:nvPr/>
        </p:nvSpPr>
        <p:spPr>
          <a:xfrm>
            <a:off x="10224633" y="4481781"/>
            <a:ext cx="5787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+mj-lt"/>
                <a:ea typeface="Roboto Black" panose="02000000000000000000" pitchFamily="2" charset="0"/>
              </a:rPr>
              <a:t>SALES</a:t>
            </a:r>
          </a:p>
        </p:txBody>
      </p:sp>
    </p:spTree>
    <p:extLst>
      <p:ext uri="{BB962C8B-B14F-4D97-AF65-F5344CB8AC3E}">
        <p14:creationId xmlns:p14="http://schemas.microsoft.com/office/powerpoint/2010/main" val="3545453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71CE7573-E4F8-4892-A728-12CA6E4B2132}"/>
              </a:ext>
            </a:extLst>
          </p:cNvPr>
          <p:cNvSpPr/>
          <p:nvPr/>
        </p:nvSpPr>
        <p:spPr>
          <a:xfrm>
            <a:off x="9208804" y="1371600"/>
            <a:ext cx="7707598" cy="7543800"/>
          </a:xfrm>
          <a:prstGeom prst="roundRect">
            <a:avLst>
              <a:gd name="adj" fmla="val 2814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4C4DDCBA-55E0-4B37-AEBF-8BD7D796B4B2}"/>
              </a:ext>
            </a:extLst>
          </p:cNvPr>
          <p:cNvSpPr/>
          <p:nvPr/>
        </p:nvSpPr>
        <p:spPr>
          <a:xfrm>
            <a:off x="1371600" y="1371600"/>
            <a:ext cx="7707598" cy="7543800"/>
          </a:xfrm>
          <a:prstGeom prst="roundRect">
            <a:avLst>
              <a:gd name="adj" fmla="val 2814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0433BF0-C0ED-4B73-B0FB-2C9B48D5B100}"/>
              </a:ext>
            </a:extLst>
          </p:cNvPr>
          <p:cNvSpPr txBox="1"/>
          <p:nvPr/>
        </p:nvSpPr>
        <p:spPr>
          <a:xfrm flipH="1">
            <a:off x="3133628" y="397656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Distribution Chain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5CD4F9C-CD56-4D77-BBA9-4847A960562A}"/>
              </a:ext>
            </a:extLst>
          </p:cNvPr>
          <p:cNvSpPr txBox="1"/>
          <p:nvPr/>
        </p:nvSpPr>
        <p:spPr>
          <a:xfrm flipH="1">
            <a:off x="3133629" y="4740772"/>
            <a:ext cx="41835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Lorem ipsum dolor sit </a:t>
            </a:r>
            <a:r>
              <a:rPr lang="en-US" sz="2400" dirty="0" err="1">
                <a:solidFill>
                  <a:schemeClr val="bg1"/>
                </a:solidFill>
              </a:rPr>
              <a:t>amet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consectetuer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adipiscing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elit</a:t>
            </a:r>
            <a:r>
              <a:rPr lang="en-US" sz="2400" dirty="0">
                <a:solidFill>
                  <a:schemeClr val="bg1"/>
                </a:solidFill>
              </a:rPr>
              <a:t>. Maecenas </a:t>
            </a:r>
            <a:r>
              <a:rPr lang="en-US" sz="2400" dirty="0" err="1">
                <a:solidFill>
                  <a:schemeClr val="bg1"/>
                </a:solidFill>
              </a:rPr>
              <a:t>porttitor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congue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massa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DB803FE-5A92-4A2D-AB8C-C9CB34DC331A}"/>
              </a:ext>
            </a:extLst>
          </p:cNvPr>
          <p:cNvSpPr txBox="1"/>
          <p:nvPr/>
        </p:nvSpPr>
        <p:spPr>
          <a:xfrm flipH="1">
            <a:off x="10970830" y="397656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Production Lane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2E521BA-0C79-42F0-819E-8DDD1B1A8838}"/>
              </a:ext>
            </a:extLst>
          </p:cNvPr>
          <p:cNvSpPr txBox="1"/>
          <p:nvPr/>
        </p:nvSpPr>
        <p:spPr>
          <a:xfrm flipH="1">
            <a:off x="10970833" y="4740772"/>
            <a:ext cx="41835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Lorem ipsum dolor sit </a:t>
            </a:r>
            <a:r>
              <a:rPr lang="en-US" sz="2400" dirty="0" err="1">
                <a:solidFill>
                  <a:schemeClr val="bg1"/>
                </a:solidFill>
              </a:rPr>
              <a:t>amet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consectetuer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adipiscing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elit</a:t>
            </a:r>
            <a:r>
              <a:rPr lang="en-US" sz="2400" dirty="0">
                <a:solidFill>
                  <a:schemeClr val="bg1"/>
                </a:solidFill>
              </a:rPr>
              <a:t>. Maecenas </a:t>
            </a:r>
            <a:r>
              <a:rPr lang="en-US" sz="2400" dirty="0" err="1">
                <a:solidFill>
                  <a:schemeClr val="bg1"/>
                </a:solidFill>
              </a:rPr>
              <a:t>porttitor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congue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massa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DF6794E2-B234-4FFE-8EE5-853637B93C5F}"/>
              </a:ext>
            </a:extLst>
          </p:cNvPr>
          <p:cNvSpPr/>
          <p:nvPr/>
        </p:nvSpPr>
        <p:spPr>
          <a:xfrm>
            <a:off x="8483600" y="4094610"/>
            <a:ext cx="1320800" cy="889324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82" name="Arrow: Right 81">
            <a:extLst>
              <a:ext uri="{FF2B5EF4-FFF2-40B4-BE49-F238E27FC236}">
                <a16:creationId xmlns:a16="http://schemas.microsoft.com/office/drawing/2014/main" id="{28E9F300-7539-4A44-B74C-DE6C7254F40F}"/>
              </a:ext>
            </a:extLst>
          </p:cNvPr>
          <p:cNvSpPr/>
          <p:nvPr/>
        </p:nvSpPr>
        <p:spPr>
          <a:xfrm rot="10800000">
            <a:off x="8483600" y="5303066"/>
            <a:ext cx="1320800" cy="889324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14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71CE7573-E4F8-4892-A728-12CA6E4B2132}"/>
              </a:ext>
            </a:extLst>
          </p:cNvPr>
          <p:cNvSpPr/>
          <p:nvPr/>
        </p:nvSpPr>
        <p:spPr>
          <a:xfrm>
            <a:off x="9208804" y="1371600"/>
            <a:ext cx="7707598" cy="7543800"/>
          </a:xfrm>
          <a:prstGeom prst="roundRect">
            <a:avLst>
              <a:gd name="adj" fmla="val 281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4C4DDCBA-55E0-4B37-AEBF-8BD7D796B4B2}"/>
              </a:ext>
            </a:extLst>
          </p:cNvPr>
          <p:cNvSpPr/>
          <p:nvPr/>
        </p:nvSpPr>
        <p:spPr>
          <a:xfrm>
            <a:off x="1371600" y="1371600"/>
            <a:ext cx="7707598" cy="7543800"/>
          </a:xfrm>
          <a:prstGeom prst="roundRect">
            <a:avLst>
              <a:gd name="adj" fmla="val 281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D5DD59D-36EF-4585-B27D-E9C6052BECF6}"/>
              </a:ext>
            </a:extLst>
          </p:cNvPr>
          <p:cNvSpPr txBox="1"/>
          <p:nvPr/>
        </p:nvSpPr>
        <p:spPr>
          <a:xfrm flipH="1">
            <a:off x="3133628" y="397656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Distribution Chain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1BE1045-EB38-4C14-9478-596FC24A1C90}"/>
              </a:ext>
            </a:extLst>
          </p:cNvPr>
          <p:cNvSpPr txBox="1"/>
          <p:nvPr/>
        </p:nvSpPr>
        <p:spPr>
          <a:xfrm flipH="1">
            <a:off x="3133629" y="4740772"/>
            <a:ext cx="41835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4B1EDF-D974-4FE7-A787-ACDA9B1BFDDB}"/>
              </a:ext>
            </a:extLst>
          </p:cNvPr>
          <p:cNvSpPr txBox="1"/>
          <p:nvPr/>
        </p:nvSpPr>
        <p:spPr>
          <a:xfrm flipH="1">
            <a:off x="10970830" y="397656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Production Lane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07BA3DC-FF4B-4FD9-9812-120813C9C580}"/>
              </a:ext>
            </a:extLst>
          </p:cNvPr>
          <p:cNvSpPr txBox="1"/>
          <p:nvPr/>
        </p:nvSpPr>
        <p:spPr>
          <a:xfrm flipH="1">
            <a:off x="10970833" y="4740772"/>
            <a:ext cx="41835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B334EEBA-97DC-4D6C-91A7-A1E79A8243BC}"/>
              </a:ext>
            </a:extLst>
          </p:cNvPr>
          <p:cNvSpPr/>
          <p:nvPr/>
        </p:nvSpPr>
        <p:spPr>
          <a:xfrm>
            <a:off x="8483600" y="4094610"/>
            <a:ext cx="1320800" cy="889324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Arrow: Right 81">
            <a:extLst>
              <a:ext uri="{FF2B5EF4-FFF2-40B4-BE49-F238E27FC236}">
                <a16:creationId xmlns:a16="http://schemas.microsoft.com/office/drawing/2014/main" id="{98B84172-7229-44FA-907F-6C97697DA177}"/>
              </a:ext>
            </a:extLst>
          </p:cNvPr>
          <p:cNvSpPr/>
          <p:nvPr/>
        </p:nvSpPr>
        <p:spPr>
          <a:xfrm rot="10800000">
            <a:off x="8483600" y="5303066"/>
            <a:ext cx="1320800" cy="889324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69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1FFCBAAB-EA29-4433-9A79-FD87E7053A68}"/>
              </a:ext>
            </a:extLst>
          </p:cNvPr>
          <p:cNvSpPr/>
          <p:nvPr/>
        </p:nvSpPr>
        <p:spPr>
          <a:xfrm>
            <a:off x="9208804" y="1371600"/>
            <a:ext cx="7707598" cy="7543800"/>
          </a:xfrm>
          <a:prstGeom prst="roundRect">
            <a:avLst>
              <a:gd name="adj" fmla="val 2814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091A0418-CFEB-4519-8ABB-7B8777DFAEB0}"/>
              </a:ext>
            </a:extLst>
          </p:cNvPr>
          <p:cNvSpPr/>
          <p:nvPr/>
        </p:nvSpPr>
        <p:spPr>
          <a:xfrm>
            <a:off x="1371600" y="1371600"/>
            <a:ext cx="7707598" cy="7543800"/>
          </a:xfrm>
          <a:prstGeom prst="roundRect">
            <a:avLst>
              <a:gd name="adj" fmla="val 2814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68788C0-4BFF-457E-AE7A-D4B62E584A9F}"/>
              </a:ext>
            </a:extLst>
          </p:cNvPr>
          <p:cNvSpPr txBox="1"/>
          <p:nvPr/>
        </p:nvSpPr>
        <p:spPr>
          <a:xfrm flipH="1">
            <a:off x="3133628" y="4782794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Research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832D458-FD81-4A57-821F-1691FFECA656}"/>
              </a:ext>
            </a:extLst>
          </p:cNvPr>
          <p:cNvSpPr txBox="1"/>
          <p:nvPr/>
        </p:nvSpPr>
        <p:spPr>
          <a:xfrm flipH="1">
            <a:off x="3133628" y="5459204"/>
            <a:ext cx="4183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89" name="Freeform 463">
            <a:extLst>
              <a:ext uri="{FF2B5EF4-FFF2-40B4-BE49-F238E27FC236}">
                <a16:creationId xmlns:a16="http://schemas.microsoft.com/office/drawing/2014/main" id="{4CFF1217-2FCD-44C1-BA09-319A0AB110FA}"/>
              </a:ext>
            </a:extLst>
          </p:cNvPr>
          <p:cNvSpPr>
            <a:spLocks noEditPoints="1"/>
          </p:cNvSpPr>
          <p:nvPr/>
        </p:nvSpPr>
        <p:spPr bwMode="auto">
          <a:xfrm>
            <a:off x="4555423" y="3258136"/>
            <a:ext cx="1339952" cy="1077796"/>
          </a:xfrm>
          <a:custGeom>
            <a:avLst/>
            <a:gdLst>
              <a:gd name="T0" fmla="*/ 16 w 176"/>
              <a:gd name="T1" fmla="*/ 104 h 144"/>
              <a:gd name="T2" fmla="*/ 24 w 176"/>
              <a:gd name="T3" fmla="*/ 104 h 144"/>
              <a:gd name="T4" fmla="*/ 44 w 176"/>
              <a:gd name="T5" fmla="*/ 84 h 144"/>
              <a:gd name="T6" fmla="*/ 136 w 176"/>
              <a:gd name="T7" fmla="*/ 80 h 144"/>
              <a:gd name="T8" fmla="*/ 116 w 176"/>
              <a:gd name="T9" fmla="*/ 108 h 144"/>
              <a:gd name="T10" fmla="*/ 136 w 176"/>
              <a:gd name="T11" fmla="*/ 88 h 144"/>
              <a:gd name="T12" fmla="*/ 136 w 176"/>
              <a:gd name="T13" fmla="*/ 80 h 144"/>
              <a:gd name="T14" fmla="*/ 143 w 176"/>
              <a:gd name="T15" fmla="*/ 16 h 144"/>
              <a:gd name="T16" fmla="*/ 120 w 176"/>
              <a:gd name="T17" fmla="*/ 0 h 144"/>
              <a:gd name="T18" fmla="*/ 80 w 176"/>
              <a:gd name="T19" fmla="*/ 24 h 144"/>
              <a:gd name="T20" fmla="*/ 33 w 176"/>
              <a:gd name="T21" fmla="*/ 16 h 144"/>
              <a:gd name="T22" fmla="*/ 4 w 176"/>
              <a:gd name="T23" fmla="*/ 87 h 144"/>
              <a:gd name="T24" fmla="*/ 40 w 176"/>
              <a:gd name="T25" fmla="*/ 144 h 144"/>
              <a:gd name="T26" fmla="*/ 97 w 176"/>
              <a:gd name="T27" fmla="*/ 112 h 144"/>
              <a:gd name="T28" fmla="*/ 176 w 176"/>
              <a:gd name="T29" fmla="*/ 104 h 144"/>
              <a:gd name="T30" fmla="*/ 40 w 176"/>
              <a:gd name="T31" fmla="*/ 136 h 144"/>
              <a:gd name="T32" fmla="*/ 40 w 176"/>
              <a:gd name="T33" fmla="*/ 72 h 144"/>
              <a:gd name="T34" fmla="*/ 40 w 176"/>
              <a:gd name="T35" fmla="*/ 136 h 144"/>
              <a:gd name="T36" fmla="*/ 40 w 176"/>
              <a:gd name="T37" fmla="*/ 64 h 144"/>
              <a:gd name="T38" fmla="*/ 41 w 176"/>
              <a:gd name="T39" fmla="*/ 17 h 144"/>
              <a:gd name="T40" fmla="*/ 56 w 176"/>
              <a:gd name="T41" fmla="*/ 8 h 144"/>
              <a:gd name="T42" fmla="*/ 72 w 176"/>
              <a:gd name="T43" fmla="*/ 23 h 144"/>
              <a:gd name="T44" fmla="*/ 96 w 176"/>
              <a:gd name="T45" fmla="*/ 104 h 144"/>
              <a:gd name="T46" fmla="*/ 80 w 176"/>
              <a:gd name="T47" fmla="*/ 96 h 144"/>
              <a:gd name="T48" fmla="*/ 96 w 176"/>
              <a:gd name="T49" fmla="*/ 104 h 144"/>
              <a:gd name="T50" fmla="*/ 80 w 176"/>
              <a:gd name="T51" fmla="*/ 88 h 144"/>
              <a:gd name="T52" fmla="*/ 96 w 176"/>
              <a:gd name="T53" fmla="*/ 32 h 144"/>
              <a:gd name="T54" fmla="*/ 104 w 176"/>
              <a:gd name="T55" fmla="*/ 23 h 144"/>
              <a:gd name="T56" fmla="*/ 120 w 176"/>
              <a:gd name="T57" fmla="*/ 8 h 144"/>
              <a:gd name="T58" fmla="*/ 135 w 176"/>
              <a:gd name="T59" fmla="*/ 17 h 144"/>
              <a:gd name="T60" fmla="*/ 136 w 176"/>
              <a:gd name="T61" fmla="*/ 64 h 144"/>
              <a:gd name="T62" fmla="*/ 104 w 176"/>
              <a:gd name="T63" fmla="*/ 23 h 144"/>
              <a:gd name="T64" fmla="*/ 104 w 176"/>
              <a:gd name="T65" fmla="*/ 104 h 144"/>
              <a:gd name="T66" fmla="*/ 168 w 176"/>
              <a:gd name="T67" fmla="*/ 10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76" h="144">
                <a:moveTo>
                  <a:pt x="40" y="80"/>
                </a:moveTo>
                <a:cubicBezTo>
                  <a:pt x="27" y="80"/>
                  <a:pt x="16" y="91"/>
                  <a:pt x="16" y="104"/>
                </a:cubicBezTo>
                <a:cubicBezTo>
                  <a:pt x="16" y="106"/>
                  <a:pt x="18" y="108"/>
                  <a:pt x="20" y="108"/>
                </a:cubicBezTo>
                <a:cubicBezTo>
                  <a:pt x="22" y="108"/>
                  <a:pt x="24" y="106"/>
                  <a:pt x="24" y="104"/>
                </a:cubicBezTo>
                <a:cubicBezTo>
                  <a:pt x="24" y="95"/>
                  <a:pt x="31" y="88"/>
                  <a:pt x="40" y="88"/>
                </a:cubicBezTo>
                <a:cubicBezTo>
                  <a:pt x="42" y="88"/>
                  <a:pt x="44" y="86"/>
                  <a:pt x="44" y="84"/>
                </a:cubicBezTo>
                <a:cubicBezTo>
                  <a:pt x="44" y="82"/>
                  <a:pt x="42" y="80"/>
                  <a:pt x="40" y="80"/>
                </a:cubicBezTo>
                <a:moveTo>
                  <a:pt x="136" y="80"/>
                </a:moveTo>
                <a:cubicBezTo>
                  <a:pt x="123" y="80"/>
                  <a:pt x="112" y="91"/>
                  <a:pt x="112" y="104"/>
                </a:cubicBezTo>
                <a:cubicBezTo>
                  <a:pt x="112" y="106"/>
                  <a:pt x="114" y="108"/>
                  <a:pt x="116" y="108"/>
                </a:cubicBezTo>
                <a:cubicBezTo>
                  <a:pt x="118" y="108"/>
                  <a:pt x="120" y="106"/>
                  <a:pt x="120" y="104"/>
                </a:cubicBezTo>
                <a:cubicBezTo>
                  <a:pt x="120" y="95"/>
                  <a:pt x="127" y="88"/>
                  <a:pt x="136" y="88"/>
                </a:cubicBezTo>
                <a:cubicBezTo>
                  <a:pt x="138" y="88"/>
                  <a:pt x="140" y="86"/>
                  <a:pt x="140" y="84"/>
                </a:cubicBezTo>
                <a:cubicBezTo>
                  <a:pt x="140" y="82"/>
                  <a:pt x="138" y="80"/>
                  <a:pt x="136" y="80"/>
                </a:cubicBezTo>
                <a:moveTo>
                  <a:pt x="172" y="87"/>
                </a:moveTo>
                <a:cubicBezTo>
                  <a:pt x="143" y="16"/>
                  <a:pt x="143" y="16"/>
                  <a:pt x="143" y="16"/>
                </a:cubicBezTo>
                <a:cubicBezTo>
                  <a:pt x="143" y="16"/>
                  <a:pt x="143" y="16"/>
                  <a:pt x="143" y="16"/>
                </a:cubicBezTo>
                <a:cubicBezTo>
                  <a:pt x="139" y="7"/>
                  <a:pt x="130" y="0"/>
                  <a:pt x="120" y="0"/>
                </a:cubicBezTo>
                <a:cubicBezTo>
                  <a:pt x="107" y="0"/>
                  <a:pt x="96" y="11"/>
                  <a:pt x="96" y="24"/>
                </a:cubicBezTo>
                <a:cubicBezTo>
                  <a:pt x="80" y="24"/>
                  <a:pt x="80" y="24"/>
                  <a:pt x="80" y="24"/>
                </a:cubicBezTo>
                <a:cubicBezTo>
                  <a:pt x="80" y="11"/>
                  <a:pt x="69" y="0"/>
                  <a:pt x="56" y="0"/>
                </a:cubicBezTo>
                <a:cubicBezTo>
                  <a:pt x="46" y="0"/>
                  <a:pt x="37" y="7"/>
                  <a:pt x="33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4" y="87"/>
                  <a:pt x="4" y="87"/>
                  <a:pt x="4" y="87"/>
                </a:cubicBezTo>
                <a:cubicBezTo>
                  <a:pt x="1" y="92"/>
                  <a:pt x="0" y="98"/>
                  <a:pt x="0" y="104"/>
                </a:cubicBezTo>
                <a:cubicBezTo>
                  <a:pt x="0" y="126"/>
                  <a:pt x="18" y="144"/>
                  <a:pt x="40" y="144"/>
                </a:cubicBezTo>
                <a:cubicBezTo>
                  <a:pt x="59" y="144"/>
                  <a:pt x="75" y="130"/>
                  <a:pt x="79" y="112"/>
                </a:cubicBezTo>
                <a:cubicBezTo>
                  <a:pt x="97" y="112"/>
                  <a:pt x="97" y="112"/>
                  <a:pt x="97" y="112"/>
                </a:cubicBezTo>
                <a:cubicBezTo>
                  <a:pt x="101" y="130"/>
                  <a:pt x="117" y="144"/>
                  <a:pt x="136" y="144"/>
                </a:cubicBezTo>
                <a:cubicBezTo>
                  <a:pt x="158" y="144"/>
                  <a:pt x="176" y="126"/>
                  <a:pt x="176" y="104"/>
                </a:cubicBezTo>
                <a:cubicBezTo>
                  <a:pt x="176" y="98"/>
                  <a:pt x="175" y="92"/>
                  <a:pt x="172" y="87"/>
                </a:cubicBezTo>
                <a:moveTo>
                  <a:pt x="40" y="136"/>
                </a:moveTo>
                <a:cubicBezTo>
                  <a:pt x="22" y="136"/>
                  <a:pt x="8" y="122"/>
                  <a:pt x="8" y="104"/>
                </a:cubicBezTo>
                <a:cubicBezTo>
                  <a:pt x="8" y="86"/>
                  <a:pt x="22" y="72"/>
                  <a:pt x="40" y="72"/>
                </a:cubicBezTo>
                <a:cubicBezTo>
                  <a:pt x="58" y="72"/>
                  <a:pt x="72" y="86"/>
                  <a:pt x="72" y="104"/>
                </a:cubicBezTo>
                <a:cubicBezTo>
                  <a:pt x="72" y="122"/>
                  <a:pt x="58" y="136"/>
                  <a:pt x="40" y="136"/>
                </a:cubicBezTo>
                <a:moveTo>
                  <a:pt x="72" y="80"/>
                </a:moveTo>
                <a:cubicBezTo>
                  <a:pt x="65" y="70"/>
                  <a:pt x="53" y="64"/>
                  <a:pt x="40" y="64"/>
                </a:cubicBezTo>
                <a:cubicBezTo>
                  <a:pt x="33" y="64"/>
                  <a:pt x="26" y="66"/>
                  <a:pt x="20" y="69"/>
                </a:cubicBezTo>
                <a:cubicBezTo>
                  <a:pt x="41" y="17"/>
                  <a:pt x="41" y="17"/>
                  <a:pt x="41" y="17"/>
                </a:cubicBezTo>
                <a:cubicBezTo>
                  <a:pt x="41" y="17"/>
                  <a:pt x="41" y="17"/>
                  <a:pt x="41" y="17"/>
                </a:cubicBezTo>
                <a:cubicBezTo>
                  <a:pt x="44" y="12"/>
                  <a:pt x="50" y="8"/>
                  <a:pt x="56" y="8"/>
                </a:cubicBezTo>
                <a:cubicBezTo>
                  <a:pt x="64" y="8"/>
                  <a:pt x="71" y="14"/>
                  <a:pt x="72" y="23"/>
                </a:cubicBezTo>
                <a:cubicBezTo>
                  <a:pt x="72" y="23"/>
                  <a:pt x="72" y="23"/>
                  <a:pt x="72" y="23"/>
                </a:cubicBezTo>
                <a:lnTo>
                  <a:pt x="72" y="80"/>
                </a:lnTo>
                <a:close/>
                <a:moveTo>
                  <a:pt x="96" y="104"/>
                </a:moveTo>
                <a:cubicBezTo>
                  <a:pt x="80" y="104"/>
                  <a:pt x="80" y="104"/>
                  <a:pt x="80" y="104"/>
                </a:cubicBezTo>
                <a:cubicBezTo>
                  <a:pt x="80" y="96"/>
                  <a:pt x="80" y="96"/>
                  <a:pt x="80" y="96"/>
                </a:cubicBezTo>
                <a:cubicBezTo>
                  <a:pt x="96" y="96"/>
                  <a:pt x="96" y="96"/>
                  <a:pt x="96" y="96"/>
                </a:cubicBezTo>
                <a:lnTo>
                  <a:pt x="96" y="104"/>
                </a:lnTo>
                <a:close/>
                <a:moveTo>
                  <a:pt x="96" y="88"/>
                </a:moveTo>
                <a:cubicBezTo>
                  <a:pt x="80" y="88"/>
                  <a:pt x="80" y="88"/>
                  <a:pt x="80" y="88"/>
                </a:cubicBezTo>
                <a:cubicBezTo>
                  <a:pt x="80" y="32"/>
                  <a:pt x="80" y="32"/>
                  <a:pt x="80" y="32"/>
                </a:cubicBezTo>
                <a:cubicBezTo>
                  <a:pt x="96" y="32"/>
                  <a:pt x="96" y="32"/>
                  <a:pt x="96" y="32"/>
                </a:cubicBezTo>
                <a:lnTo>
                  <a:pt x="96" y="88"/>
                </a:lnTo>
                <a:close/>
                <a:moveTo>
                  <a:pt x="104" y="23"/>
                </a:moveTo>
                <a:cubicBezTo>
                  <a:pt x="104" y="23"/>
                  <a:pt x="104" y="23"/>
                  <a:pt x="104" y="23"/>
                </a:cubicBezTo>
                <a:cubicBezTo>
                  <a:pt x="105" y="14"/>
                  <a:pt x="112" y="8"/>
                  <a:pt x="120" y="8"/>
                </a:cubicBezTo>
                <a:cubicBezTo>
                  <a:pt x="126" y="8"/>
                  <a:pt x="132" y="12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0" y="66"/>
                  <a:pt x="143" y="64"/>
                  <a:pt x="136" y="64"/>
                </a:cubicBezTo>
                <a:cubicBezTo>
                  <a:pt x="123" y="64"/>
                  <a:pt x="111" y="70"/>
                  <a:pt x="104" y="80"/>
                </a:cubicBezTo>
                <a:lnTo>
                  <a:pt x="104" y="23"/>
                </a:lnTo>
                <a:close/>
                <a:moveTo>
                  <a:pt x="136" y="136"/>
                </a:moveTo>
                <a:cubicBezTo>
                  <a:pt x="118" y="136"/>
                  <a:pt x="104" y="122"/>
                  <a:pt x="104" y="104"/>
                </a:cubicBezTo>
                <a:cubicBezTo>
                  <a:pt x="104" y="86"/>
                  <a:pt x="118" y="72"/>
                  <a:pt x="136" y="72"/>
                </a:cubicBezTo>
                <a:cubicBezTo>
                  <a:pt x="154" y="72"/>
                  <a:pt x="168" y="86"/>
                  <a:pt x="168" y="104"/>
                </a:cubicBezTo>
                <a:cubicBezTo>
                  <a:pt x="168" y="122"/>
                  <a:pt x="154" y="136"/>
                  <a:pt x="136" y="136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61DE7B6-3471-4FDB-88EC-967709382390}"/>
              </a:ext>
            </a:extLst>
          </p:cNvPr>
          <p:cNvSpPr txBox="1"/>
          <p:nvPr/>
        </p:nvSpPr>
        <p:spPr>
          <a:xfrm flipH="1">
            <a:off x="10970832" y="478279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Produce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1821519-81CB-4A2B-A803-FF036FDDD0E8}"/>
              </a:ext>
            </a:extLst>
          </p:cNvPr>
          <p:cNvSpPr txBox="1"/>
          <p:nvPr/>
        </p:nvSpPr>
        <p:spPr>
          <a:xfrm flipH="1">
            <a:off x="10970832" y="5459205"/>
            <a:ext cx="4183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92" name="Freeform 464">
            <a:extLst>
              <a:ext uri="{FF2B5EF4-FFF2-40B4-BE49-F238E27FC236}">
                <a16:creationId xmlns:a16="http://schemas.microsoft.com/office/drawing/2014/main" id="{3A037E78-F479-44B0-899C-BBB299FEB910}"/>
              </a:ext>
            </a:extLst>
          </p:cNvPr>
          <p:cNvSpPr>
            <a:spLocks noEditPoints="1"/>
          </p:cNvSpPr>
          <p:nvPr/>
        </p:nvSpPr>
        <p:spPr bwMode="auto">
          <a:xfrm>
            <a:off x="12473576" y="3258136"/>
            <a:ext cx="1178054" cy="1077795"/>
          </a:xfrm>
          <a:custGeom>
            <a:avLst/>
            <a:gdLst>
              <a:gd name="T0" fmla="*/ 39 w 180"/>
              <a:gd name="T1" fmla="*/ 24 h 168"/>
              <a:gd name="T2" fmla="*/ 31 w 180"/>
              <a:gd name="T3" fmla="*/ 46 h 168"/>
              <a:gd name="T4" fmla="*/ 55 w 180"/>
              <a:gd name="T5" fmla="*/ 43 h 168"/>
              <a:gd name="T6" fmla="*/ 42 w 180"/>
              <a:gd name="T7" fmla="*/ 40 h 168"/>
              <a:gd name="T8" fmla="*/ 32 w 180"/>
              <a:gd name="T9" fmla="*/ 36 h 168"/>
              <a:gd name="T10" fmla="*/ 39 w 180"/>
              <a:gd name="T11" fmla="*/ 32 h 168"/>
              <a:gd name="T12" fmla="*/ 48 w 180"/>
              <a:gd name="T13" fmla="*/ 38 h 168"/>
              <a:gd name="T14" fmla="*/ 42 w 180"/>
              <a:gd name="T15" fmla="*/ 120 h 168"/>
              <a:gd name="T16" fmla="*/ 26 w 180"/>
              <a:gd name="T17" fmla="*/ 138 h 168"/>
              <a:gd name="T18" fmla="*/ 46 w 180"/>
              <a:gd name="T19" fmla="*/ 143 h 168"/>
              <a:gd name="T20" fmla="*/ 42 w 180"/>
              <a:gd name="T21" fmla="*/ 120 h 168"/>
              <a:gd name="T22" fmla="*/ 39 w 180"/>
              <a:gd name="T23" fmla="*/ 136 h 168"/>
              <a:gd name="T24" fmla="*/ 32 w 180"/>
              <a:gd name="T25" fmla="*/ 132 h 168"/>
              <a:gd name="T26" fmla="*/ 42 w 180"/>
              <a:gd name="T27" fmla="*/ 128 h 168"/>
              <a:gd name="T28" fmla="*/ 43 w 180"/>
              <a:gd name="T29" fmla="*/ 135 h 168"/>
              <a:gd name="T30" fmla="*/ 156 w 180"/>
              <a:gd name="T31" fmla="*/ 16 h 168"/>
              <a:gd name="T32" fmla="*/ 76 w 180"/>
              <a:gd name="T33" fmla="*/ 67 h 168"/>
              <a:gd name="T34" fmla="*/ 73 w 180"/>
              <a:gd name="T35" fmla="*/ 55 h 168"/>
              <a:gd name="T36" fmla="*/ 8 w 180"/>
              <a:gd name="T37" fmla="*/ 20 h 168"/>
              <a:gd name="T38" fmla="*/ 51 w 180"/>
              <a:gd name="T39" fmla="*/ 84 h 168"/>
              <a:gd name="T40" fmla="*/ 8 w 180"/>
              <a:gd name="T41" fmla="*/ 148 h 168"/>
              <a:gd name="T42" fmla="*/ 73 w 180"/>
              <a:gd name="T43" fmla="*/ 113 h 168"/>
              <a:gd name="T44" fmla="*/ 76 w 180"/>
              <a:gd name="T45" fmla="*/ 101 h 168"/>
              <a:gd name="T46" fmla="*/ 156 w 180"/>
              <a:gd name="T47" fmla="*/ 152 h 168"/>
              <a:gd name="T48" fmla="*/ 102 w 180"/>
              <a:gd name="T49" fmla="*/ 84 h 168"/>
              <a:gd name="T50" fmla="*/ 25 w 180"/>
              <a:gd name="T51" fmla="*/ 56 h 168"/>
              <a:gd name="T52" fmla="*/ 51 w 180"/>
              <a:gd name="T53" fmla="*/ 15 h 168"/>
              <a:gd name="T54" fmla="*/ 25 w 180"/>
              <a:gd name="T55" fmla="*/ 56 h 168"/>
              <a:gd name="T56" fmla="*/ 60 w 180"/>
              <a:gd name="T57" fmla="*/ 65 h 168"/>
              <a:gd name="T58" fmla="*/ 58 w 180"/>
              <a:gd name="T59" fmla="*/ 79 h 168"/>
              <a:gd name="T60" fmla="*/ 51 w 180"/>
              <a:gd name="T61" fmla="*/ 153 h 168"/>
              <a:gd name="T62" fmla="*/ 25 w 180"/>
              <a:gd name="T63" fmla="*/ 112 h 168"/>
              <a:gd name="T64" fmla="*/ 51 w 180"/>
              <a:gd name="T65" fmla="*/ 153 h 168"/>
              <a:gd name="T66" fmla="*/ 42 w 180"/>
              <a:gd name="T67" fmla="*/ 100 h 168"/>
              <a:gd name="T68" fmla="*/ 170 w 180"/>
              <a:gd name="T69" fmla="*/ 29 h 168"/>
              <a:gd name="T70" fmla="*/ 170 w 180"/>
              <a:gd name="T71" fmla="*/ 139 h 168"/>
              <a:gd name="T72" fmla="*/ 83 w 180"/>
              <a:gd name="T73" fmla="*/ 97 h 168"/>
              <a:gd name="T74" fmla="*/ 170 w 180"/>
              <a:gd name="T75" fmla="*/ 139 h 168"/>
              <a:gd name="T76" fmla="*/ 72 w 180"/>
              <a:gd name="T77" fmla="*/ 84 h 168"/>
              <a:gd name="T78" fmla="*/ 80 w 180"/>
              <a:gd name="T79" fmla="*/ 84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80" h="168">
                <a:moveTo>
                  <a:pt x="46" y="25"/>
                </a:moveTo>
                <a:cubicBezTo>
                  <a:pt x="44" y="24"/>
                  <a:pt x="41" y="24"/>
                  <a:pt x="39" y="24"/>
                </a:cubicBezTo>
                <a:cubicBezTo>
                  <a:pt x="34" y="24"/>
                  <a:pt x="29" y="26"/>
                  <a:pt x="26" y="30"/>
                </a:cubicBezTo>
                <a:cubicBezTo>
                  <a:pt x="22" y="35"/>
                  <a:pt x="24" y="43"/>
                  <a:pt x="31" y="46"/>
                </a:cubicBezTo>
                <a:cubicBezTo>
                  <a:pt x="34" y="47"/>
                  <a:pt x="38" y="48"/>
                  <a:pt x="42" y="48"/>
                </a:cubicBezTo>
                <a:cubicBezTo>
                  <a:pt x="47" y="48"/>
                  <a:pt x="52" y="46"/>
                  <a:pt x="55" y="43"/>
                </a:cubicBezTo>
                <a:cubicBezTo>
                  <a:pt x="59" y="37"/>
                  <a:pt x="53" y="29"/>
                  <a:pt x="46" y="25"/>
                </a:cubicBezTo>
                <a:moveTo>
                  <a:pt x="42" y="40"/>
                </a:moveTo>
                <a:cubicBezTo>
                  <a:pt x="39" y="40"/>
                  <a:pt x="36" y="39"/>
                  <a:pt x="35" y="39"/>
                </a:cubicBezTo>
                <a:cubicBezTo>
                  <a:pt x="33" y="38"/>
                  <a:pt x="32" y="37"/>
                  <a:pt x="32" y="36"/>
                </a:cubicBezTo>
                <a:cubicBezTo>
                  <a:pt x="32" y="36"/>
                  <a:pt x="32" y="35"/>
                  <a:pt x="32" y="34"/>
                </a:cubicBezTo>
                <a:cubicBezTo>
                  <a:pt x="34" y="33"/>
                  <a:pt x="36" y="32"/>
                  <a:pt x="39" y="32"/>
                </a:cubicBezTo>
                <a:cubicBezTo>
                  <a:pt x="40" y="32"/>
                  <a:pt x="42" y="32"/>
                  <a:pt x="43" y="33"/>
                </a:cubicBezTo>
                <a:cubicBezTo>
                  <a:pt x="46" y="34"/>
                  <a:pt x="48" y="37"/>
                  <a:pt x="48" y="38"/>
                </a:cubicBezTo>
                <a:cubicBezTo>
                  <a:pt x="47" y="39"/>
                  <a:pt x="45" y="40"/>
                  <a:pt x="42" y="40"/>
                </a:cubicBezTo>
                <a:moveTo>
                  <a:pt x="42" y="120"/>
                </a:moveTo>
                <a:cubicBezTo>
                  <a:pt x="38" y="120"/>
                  <a:pt x="34" y="121"/>
                  <a:pt x="31" y="122"/>
                </a:cubicBezTo>
                <a:cubicBezTo>
                  <a:pt x="24" y="125"/>
                  <a:pt x="22" y="133"/>
                  <a:pt x="26" y="138"/>
                </a:cubicBezTo>
                <a:cubicBezTo>
                  <a:pt x="29" y="142"/>
                  <a:pt x="34" y="144"/>
                  <a:pt x="39" y="144"/>
                </a:cubicBezTo>
                <a:cubicBezTo>
                  <a:pt x="41" y="144"/>
                  <a:pt x="44" y="144"/>
                  <a:pt x="46" y="143"/>
                </a:cubicBezTo>
                <a:cubicBezTo>
                  <a:pt x="53" y="139"/>
                  <a:pt x="59" y="131"/>
                  <a:pt x="55" y="125"/>
                </a:cubicBezTo>
                <a:cubicBezTo>
                  <a:pt x="52" y="122"/>
                  <a:pt x="47" y="120"/>
                  <a:pt x="42" y="120"/>
                </a:cubicBezTo>
                <a:moveTo>
                  <a:pt x="43" y="135"/>
                </a:moveTo>
                <a:cubicBezTo>
                  <a:pt x="42" y="136"/>
                  <a:pt x="40" y="136"/>
                  <a:pt x="39" y="136"/>
                </a:cubicBezTo>
                <a:cubicBezTo>
                  <a:pt x="36" y="136"/>
                  <a:pt x="34" y="135"/>
                  <a:pt x="32" y="134"/>
                </a:cubicBezTo>
                <a:cubicBezTo>
                  <a:pt x="32" y="133"/>
                  <a:pt x="32" y="132"/>
                  <a:pt x="32" y="132"/>
                </a:cubicBezTo>
                <a:cubicBezTo>
                  <a:pt x="32" y="131"/>
                  <a:pt x="33" y="130"/>
                  <a:pt x="35" y="129"/>
                </a:cubicBezTo>
                <a:cubicBezTo>
                  <a:pt x="36" y="129"/>
                  <a:pt x="39" y="128"/>
                  <a:pt x="42" y="128"/>
                </a:cubicBezTo>
                <a:cubicBezTo>
                  <a:pt x="45" y="128"/>
                  <a:pt x="47" y="129"/>
                  <a:pt x="48" y="130"/>
                </a:cubicBezTo>
                <a:cubicBezTo>
                  <a:pt x="48" y="131"/>
                  <a:pt x="46" y="134"/>
                  <a:pt x="43" y="135"/>
                </a:cubicBezTo>
                <a:moveTo>
                  <a:pt x="180" y="32"/>
                </a:moveTo>
                <a:cubicBezTo>
                  <a:pt x="180" y="23"/>
                  <a:pt x="165" y="16"/>
                  <a:pt x="156" y="16"/>
                </a:cubicBezTo>
                <a:cubicBezTo>
                  <a:pt x="155" y="16"/>
                  <a:pt x="155" y="16"/>
                  <a:pt x="155" y="16"/>
                </a:cubicBezTo>
                <a:cubicBezTo>
                  <a:pt x="149" y="16"/>
                  <a:pt x="147" y="17"/>
                  <a:pt x="76" y="67"/>
                </a:cubicBezTo>
                <a:cubicBezTo>
                  <a:pt x="68" y="61"/>
                  <a:pt x="68" y="61"/>
                  <a:pt x="68" y="61"/>
                </a:cubicBezTo>
                <a:cubicBezTo>
                  <a:pt x="70" y="59"/>
                  <a:pt x="72" y="57"/>
                  <a:pt x="73" y="55"/>
                </a:cubicBezTo>
                <a:cubicBezTo>
                  <a:pt x="82" y="40"/>
                  <a:pt x="70" y="17"/>
                  <a:pt x="54" y="8"/>
                </a:cubicBezTo>
                <a:cubicBezTo>
                  <a:pt x="38" y="0"/>
                  <a:pt x="18" y="5"/>
                  <a:pt x="8" y="20"/>
                </a:cubicBezTo>
                <a:cubicBezTo>
                  <a:pt x="0" y="34"/>
                  <a:pt x="4" y="52"/>
                  <a:pt x="19" y="62"/>
                </a:cubicBezTo>
                <a:cubicBezTo>
                  <a:pt x="31" y="70"/>
                  <a:pt x="41" y="77"/>
                  <a:pt x="51" y="84"/>
                </a:cubicBezTo>
                <a:cubicBezTo>
                  <a:pt x="41" y="91"/>
                  <a:pt x="31" y="98"/>
                  <a:pt x="19" y="106"/>
                </a:cubicBezTo>
                <a:cubicBezTo>
                  <a:pt x="4" y="116"/>
                  <a:pt x="0" y="134"/>
                  <a:pt x="8" y="148"/>
                </a:cubicBezTo>
                <a:cubicBezTo>
                  <a:pt x="18" y="163"/>
                  <a:pt x="38" y="168"/>
                  <a:pt x="54" y="160"/>
                </a:cubicBezTo>
                <a:cubicBezTo>
                  <a:pt x="70" y="151"/>
                  <a:pt x="82" y="128"/>
                  <a:pt x="73" y="113"/>
                </a:cubicBezTo>
                <a:cubicBezTo>
                  <a:pt x="72" y="111"/>
                  <a:pt x="70" y="109"/>
                  <a:pt x="68" y="107"/>
                </a:cubicBezTo>
                <a:cubicBezTo>
                  <a:pt x="76" y="101"/>
                  <a:pt x="76" y="101"/>
                  <a:pt x="76" y="101"/>
                </a:cubicBezTo>
                <a:cubicBezTo>
                  <a:pt x="147" y="151"/>
                  <a:pt x="149" y="152"/>
                  <a:pt x="155" y="152"/>
                </a:cubicBezTo>
                <a:cubicBezTo>
                  <a:pt x="156" y="152"/>
                  <a:pt x="156" y="152"/>
                  <a:pt x="156" y="152"/>
                </a:cubicBezTo>
                <a:cubicBezTo>
                  <a:pt x="165" y="152"/>
                  <a:pt x="180" y="145"/>
                  <a:pt x="180" y="136"/>
                </a:cubicBezTo>
                <a:cubicBezTo>
                  <a:pt x="102" y="84"/>
                  <a:pt x="102" y="84"/>
                  <a:pt x="102" y="84"/>
                </a:cubicBezTo>
                <a:lnTo>
                  <a:pt x="180" y="32"/>
                </a:lnTo>
                <a:close/>
                <a:moveTo>
                  <a:pt x="25" y="56"/>
                </a:moveTo>
                <a:cubicBezTo>
                  <a:pt x="13" y="49"/>
                  <a:pt x="8" y="35"/>
                  <a:pt x="15" y="24"/>
                </a:cubicBezTo>
                <a:cubicBezTo>
                  <a:pt x="23" y="13"/>
                  <a:pt x="38" y="9"/>
                  <a:pt x="51" y="15"/>
                </a:cubicBezTo>
                <a:cubicBezTo>
                  <a:pt x="63" y="22"/>
                  <a:pt x="73" y="39"/>
                  <a:pt x="66" y="50"/>
                </a:cubicBezTo>
                <a:cubicBezTo>
                  <a:pt x="58" y="62"/>
                  <a:pt x="37" y="63"/>
                  <a:pt x="25" y="56"/>
                </a:cubicBezTo>
                <a:moveTo>
                  <a:pt x="42" y="68"/>
                </a:moveTo>
                <a:cubicBezTo>
                  <a:pt x="48" y="68"/>
                  <a:pt x="54" y="67"/>
                  <a:pt x="60" y="65"/>
                </a:cubicBezTo>
                <a:cubicBezTo>
                  <a:pt x="69" y="72"/>
                  <a:pt x="69" y="72"/>
                  <a:pt x="69" y="72"/>
                </a:cubicBezTo>
                <a:cubicBezTo>
                  <a:pt x="65" y="74"/>
                  <a:pt x="62" y="77"/>
                  <a:pt x="58" y="79"/>
                </a:cubicBezTo>
                <a:cubicBezTo>
                  <a:pt x="53" y="76"/>
                  <a:pt x="47" y="72"/>
                  <a:pt x="42" y="68"/>
                </a:cubicBezTo>
                <a:moveTo>
                  <a:pt x="51" y="153"/>
                </a:moveTo>
                <a:cubicBezTo>
                  <a:pt x="38" y="159"/>
                  <a:pt x="23" y="155"/>
                  <a:pt x="15" y="144"/>
                </a:cubicBezTo>
                <a:cubicBezTo>
                  <a:pt x="8" y="133"/>
                  <a:pt x="13" y="118"/>
                  <a:pt x="25" y="112"/>
                </a:cubicBezTo>
                <a:cubicBezTo>
                  <a:pt x="37" y="105"/>
                  <a:pt x="58" y="106"/>
                  <a:pt x="66" y="118"/>
                </a:cubicBezTo>
                <a:cubicBezTo>
                  <a:pt x="73" y="129"/>
                  <a:pt x="63" y="146"/>
                  <a:pt x="51" y="153"/>
                </a:cubicBezTo>
                <a:moveTo>
                  <a:pt x="60" y="103"/>
                </a:moveTo>
                <a:cubicBezTo>
                  <a:pt x="54" y="101"/>
                  <a:pt x="48" y="100"/>
                  <a:pt x="42" y="100"/>
                </a:cubicBezTo>
                <a:cubicBezTo>
                  <a:pt x="135" y="35"/>
                  <a:pt x="151" y="24"/>
                  <a:pt x="155" y="24"/>
                </a:cubicBezTo>
                <a:cubicBezTo>
                  <a:pt x="155" y="24"/>
                  <a:pt x="162" y="23"/>
                  <a:pt x="170" y="29"/>
                </a:cubicBezTo>
                <a:lnTo>
                  <a:pt x="60" y="103"/>
                </a:lnTo>
                <a:close/>
                <a:moveTo>
                  <a:pt x="170" y="139"/>
                </a:moveTo>
                <a:cubicBezTo>
                  <a:pt x="162" y="145"/>
                  <a:pt x="155" y="144"/>
                  <a:pt x="155" y="144"/>
                </a:cubicBezTo>
                <a:cubicBezTo>
                  <a:pt x="152" y="144"/>
                  <a:pt x="140" y="136"/>
                  <a:pt x="83" y="97"/>
                </a:cubicBezTo>
                <a:cubicBezTo>
                  <a:pt x="95" y="89"/>
                  <a:pt x="95" y="89"/>
                  <a:pt x="95" y="89"/>
                </a:cubicBezTo>
                <a:lnTo>
                  <a:pt x="170" y="139"/>
                </a:lnTo>
                <a:close/>
                <a:moveTo>
                  <a:pt x="76" y="80"/>
                </a:moveTo>
                <a:cubicBezTo>
                  <a:pt x="74" y="80"/>
                  <a:pt x="72" y="82"/>
                  <a:pt x="72" y="84"/>
                </a:cubicBezTo>
                <a:cubicBezTo>
                  <a:pt x="72" y="86"/>
                  <a:pt x="74" y="88"/>
                  <a:pt x="76" y="88"/>
                </a:cubicBezTo>
                <a:cubicBezTo>
                  <a:pt x="78" y="88"/>
                  <a:pt x="80" y="86"/>
                  <a:pt x="80" y="84"/>
                </a:cubicBezTo>
                <a:cubicBezTo>
                  <a:pt x="80" y="82"/>
                  <a:pt x="78" y="80"/>
                  <a:pt x="76" y="8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 dirty="0"/>
          </a:p>
        </p:txBody>
      </p:sp>
      <p:sp>
        <p:nvSpPr>
          <p:cNvPr id="93" name="Arrow: Circular 92">
            <a:extLst>
              <a:ext uri="{FF2B5EF4-FFF2-40B4-BE49-F238E27FC236}">
                <a16:creationId xmlns:a16="http://schemas.microsoft.com/office/drawing/2014/main" id="{731C6F88-D6D6-4272-93F9-E3D53F27F47E}"/>
              </a:ext>
            </a:extLst>
          </p:cNvPr>
          <p:cNvSpPr/>
          <p:nvPr/>
        </p:nvSpPr>
        <p:spPr>
          <a:xfrm rot="10800000">
            <a:off x="7964632" y="3994814"/>
            <a:ext cx="2358737" cy="2358737"/>
          </a:xfrm>
          <a:prstGeom prst="circularArrow">
            <a:avLst>
              <a:gd name="adj1" fmla="val 7979"/>
              <a:gd name="adj2" fmla="val 1142319"/>
              <a:gd name="adj3" fmla="val 20485660"/>
              <a:gd name="adj4" fmla="val 11287124"/>
              <a:gd name="adj5" fmla="val 125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4" name="Arrow: Circular 93">
            <a:extLst>
              <a:ext uri="{FF2B5EF4-FFF2-40B4-BE49-F238E27FC236}">
                <a16:creationId xmlns:a16="http://schemas.microsoft.com/office/drawing/2014/main" id="{63E0A571-A404-4F9B-881B-29417E5EAA25}"/>
              </a:ext>
            </a:extLst>
          </p:cNvPr>
          <p:cNvSpPr/>
          <p:nvPr/>
        </p:nvSpPr>
        <p:spPr>
          <a:xfrm>
            <a:off x="7964632" y="3933449"/>
            <a:ext cx="2358737" cy="2358737"/>
          </a:xfrm>
          <a:prstGeom prst="circularArrow">
            <a:avLst>
              <a:gd name="adj1" fmla="val 7979"/>
              <a:gd name="adj2" fmla="val 1142319"/>
              <a:gd name="adj3" fmla="val 20485660"/>
              <a:gd name="adj4" fmla="val 11287124"/>
              <a:gd name="adj5" fmla="val 125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79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1FFCBAAB-EA29-4433-9A79-FD87E7053A68}"/>
              </a:ext>
            </a:extLst>
          </p:cNvPr>
          <p:cNvSpPr/>
          <p:nvPr/>
        </p:nvSpPr>
        <p:spPr>
          <a:xfrm>
            <a:off x="9208804" y="1371600"/>
            <a:ext cx="7707598" cy="7543800"/>
          </a:xfrm>
          <a:prstGeom prst="roundRect">
            <a:avLst>
              <a:gd name="adj" fmla="val 281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091A0418-CFEB-4519-8ABB-7B8777DFAEB0}"/>
              </a:ext>
            </a:extLst>
          </p:cNvPr>
          <p:cNvSpPr/>
          <p:nvPr/>
        </p:nvSpPr>
        <p:spPr>
          <a:xfrm>
            <a:off x="1371600" y="1371600"/>
            <a:ext cx="7707598" cy="7543800"/>
          </a:xfrm>
          <a:prstGeom prst="roundRect">
            <a:avLst>
              <a:gd name="adj" fmla="val 281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42164FC-8DD6-4318-8D07-7C0A8AD3FCAD}"/>
              </a:ext>
            </a:extLst>
          </p:cNvPr>
          <p:cNvSpPr txBox="1"/>
          <p:nvPr/>
        </p:nvSpPr>
        <p:spPr>
          <a:xfrm flipH="1">
            <a:off x="3133628" y="4782794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Research</a:t>
            </a:r>
            <a:endParaRPr lang="ru-RU" sz="3600" dirty="0">
              <a:latin typeface="+mj-lt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309FDC3-2E37-4836-A6FB-851A4E74AC8E}"/>
              </a:ext>
            </a:extLst>
          </p:cNvPr>
          <p:cNvSpPr txBox="1"/>
          <p:nvPr/>
        </p:nvSpPr>
        <p:spPr>
          <a:xfrm flipH="1">
            <a:off x="3133628" y="5459204"/>
            <a:ext cx="4183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89" name="Freeform 463">
            <a:extLst>
              <a:ext uri="{FF2B5EF4-FFF2-40B4-BE49-F238E27FC236}">
                <a16:creationId xmlns:a16="http://schemas.microsoft.com/office/drawing/2014/main" id="{694FEFCD-5B82-485E-A6A7-5079D5ACAAC9}"/>
              </a:ext>
            </a:extLst>
          </p:cNvPr>
          <p:cNvSpPr>
            <a:spLocks noEditPoints="1"/>
          </p:cNvSpPr>
          <p:nvPr/>
        </p:nvSpPr>
        <p:spPr bwMode="auto">
          <a:xfrm>
            <a:off x="4555423" y="3258136"/>
            <a:ext cx="1339952" cy="1077796"/>
          </a:xfrm>
          <a:custGeom>
            <a:avLst/>
            <a:gdLst>
              <a:gd name="T0" fmla="*/ 16 w 176"/>
              <a:gd name="T1" fmla="*/ 104 h 144"/>
              <a:gd name="T2" fmla="*/ 24 w 176"/>
              <a:gd name="T3" fmla="*/ 104 h 144"/>
              <a:gd name="T4" fmla="*/ 44 w 176"/>
              <a:gd name="T5" fmla="*/ 84 h 144"/>
              <a:gd name="T6" fmla="*/ 136 w 176"/>
              <a:gd name="T7" fmla="*/ 80 h 144"/>
              <a:gd name="T8" fmla="*/ 116 w 176"/>
              <a:gd name="T9" fmla="*/ 108 h 144"/>
              <a:gd name="T10" fmla="*/ 136 w 176"/>
              <a:gd name="T11" fmla="*/ 88 h 144"/>
              <a:gd name="T12" fmla="*/ 136 w 176"/>
              <a:gd name="T13" fmla="*/ 80 h 144"/>
              <a:gd name="T14" fmla="*/ 143 w 176"/>
              <a:gd name="T15" fmla="*/ 16 h 144"/>
              <a:gd name="T16" fmla="*/ 120 w 176"/>
              <a:gd name="T17" fmla="*/ 0 h 144"/>
              <a:gd name="T18" fmla="*/ 80 w 176"/>
              <a:gd name="T19" fmla="*/ 24 h 144"/>
              <a:gd name="T20" fmla="*/ 33 w 176"/>
              <a:gd name="T21" fmla="*/ 16 h 144"/>
              <a:gd name="T22" fmla="*/ 4 w 176"/>
              <a:gd name="T23" fmla="*/ 87 h 144"/>
              <a:gd name="T24" fmla="*/ 40 w 176"/>
              <a:gd name="T25" fmla="*/ 144 h 144"/>
              <a:gd name="T26" fmla="*/ 97 w 176"/>
              <a:gd name="T27" fmla="*/ 112 h 144"/>
              <a:gd name="T28" fmla="*/ 176 w 176"/>
              <a:gd name="T29" fmla="*/ 104 h 144"/>
              <a:gd name="T30" fmla="*/ 40 w 176"/>
              <a:gd name="T31" fmla="*/ 136 h 144"/>
              <a:gd name="T32" fmla="*/ 40 w 176"/>
              <a:gd name="T33" fmla="*/ 72 h 144"/>
              <a:gd name="T34" fmla="*/ 40 w 176"/>
              <a:gd name="T35" fmla="*/ 136 h 144"/>
              <a:gd name="T36" fmla="*/ 40 w 176"/>
              <a:gd name="T37" fmla="*/ 64 h 144"/>
              <a:gd name="T38" fmla="*/ 41 w 176"/>
              <a:gd name="T39" fmla="*/ 17 h 144"/>
              <a:gd name="T40" fmla="*/ 56 w 176"/>
              <a:gd name="T41" fmla="*/ 8 h 144"/>
              <a:gd name="T42" fmla="*/ 72 w 176"/>
              <a:gd name="T43" fmla="*/ 23 h 144"/>
              <a:gd name="T44" fmla="*/ 96 w 176"/>
              <a:gd name="T45" fmla="*/ 104 h 144"/>
              <a:gd name="T46" fmla="*/ 80 w 176"/>
              <a:gd name="T47" fmla="*/ 96 h 144"/>
              <a:gd name="T48" fmla="*/ 96 w 176"/>
              <a:gd name="T49" fmla="*/ 104 h 144"/>
              <a:gd name="T50" fmla="*/ 80 w 176"/>
              <a:gd name="T51" fmla="*/ 88 h 144"/>
              <a:gd name="T52" fmla="*/ 96 w 176"/>
              <a:gd name="T53" fmla="*/ 32 h 144"/>
              <a:gd name="T54" fmla="*/ 104 w 176"/>
              <a:gd name="T55" fmla="*/ 23 h 144"/>
              <a:gd name="T56" fmla="*/ 120 w 176"/>
              <a:gd name="T57" fmla="*/ 8 h 144"/>
              <a:gd name="T58" fmla="*/ 135 w 176"/>
              <a:gd name="T59" fmla="*/ 17 h 144"/>
              <a:gd name="T60" fmla="*/ 136 w 176"/>
              <a:gd name="T61" fmla="*/ 64 h 144"/>
              <a:gd name="T62" fmla="*/ 104 w 176"/>
              <a:gd name="T63" fmla="*/ 23 h 144"/>
              <a:gd name="T64" fmla="*/ 104 w 176"/>
              <a:gd name="T65" fmla="*/ 104 h 144"/>
              <a:gd name="T66" fmla="*/ 168 w 176"/>
              <a:gd name="T67" fmla="*/ 10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76" h="144">
                <a:moveTo>
                  <a:pt x="40" y="80"/>
                </a:moveTo>
                <a:cubicBezTo>
                  <a:pt x="27" y="80"/>
                  <a:pt x="16" y="91"/>
                  <a:pt x="16" y="104"/>
                </a:cubicBezTo>
                <a:cubicBezTo>
                  <a:pt x="16" y="106"/>
                  <a:pt x="18" y="108"/>
                  <a:pt x="20" y="108"/>
                </a:cubicBezTo>
                <a:cubicBezTo>
                  <a:pt x="22" y="108"/>
                  <a:pt x="24" y="106"/>
                  <a:pt x="24" y="104"/>
                </a:cubicBezTo>
                <a:cubicBezTo>
                  <a:pt x="24" y="95"/>
                  <a:pt x="31" y="88"/>
                  <a:pt x="40" y="88"/>
                </a:cubicBezTo>
                <a:cubicBezTo>
                  <a:pt x="42" y="88"/>
                  <a:pt x="44" y="86"/>
                  <a:pt x="44" y="84"/>
                </a:cubicBezTo>
                <a:cubicBezTo>
                  <a:pt x="44" y="82"/>
                  <a:pt x="42" y="80"/>
                  <a:pt x="40" y="80"/>
                </a:cubicBezTo>
                <a:moveTo>
                  <a:pt x="136" y="80"/>
                </a:moveTo>
                <a:cubicBezTo>
                  <a:pt x="123" y="80"/>
                  <a:pt x="112" y="91"/>
                  <a:pt x="112" y="104"/>
                </a:cubicBezTo>
                <a:cubicBezTo>
                  <a:pt x="112" y="106"/>
                  <a:pt x="114" y="108"/>
                  <a:pt x="116" y="108"/>
                </a:cubicBezTo>
                <a:cubicBezTo>
                  <a:pt x="118" y="108"/>
                  <a:pt x="120" y="106"/>
                  <a:pt x="120" y="104"/>
                </a:cubicBezTo>
                <a:cubicBezTo>
                  <a:pt x="120" y="95"/>
                  <a:pt x="127" y="88"/>
                  <a:pt x="136" y="88"/>
                </a:cubicBezTo>
                <a:cubicBezTo>
                  <a:pt x="138" y="88"/>
                  <a:pt x="140" y="86"/>
                  <a:pt x="140" y="84"/>
                </a:cubicBezTo>
                <a:cubicBezTo>
                  <a:pt x="140" y="82"/>
                  <a:pt x="138" y="80"/>
                  <a:pt x="136" y="80"/>
                </a:cubicBezTo>
                <a:moveTo>
                  <a:pt x="172" y="87"/>
                </a:moveTo>
                <a:cubicBezTo>
                  <a:pt x="143" y="16"/>
                  <a:pt x="143" y="16"/>
                  <a:pt x="143" y="16"/>
                </a:cubicBezTo>
                <a:cubicBezTo>
                  <a:pt x="143" y="16"/>
                  <a:pt x="143" y="16"/>
                  <a:pt x="143" y="16"/>
                </a:cubicBezTo>
                <a:cubicBezTo>
                  <a:pt x="139" y="7"/>
                  <a:pt x="130" y="0"/>
                  <a:pt x="120" y="0"/>
                </a:cubicBezTo>
                <a:cubicBezTo>
                  <a:pt x="107" y="0"/>
                  <a:pt x="96" y="11"/>
                  <a:pt x="96" y="24"/>
                </a:cubicBezTo>
                <a:cubicBezTo>
                  <a:pt x="80" y="24"/>
                  <a:pt x="80" y="24"/>
                  <a:pt x="80" y="24"/>
                </a:cubicBezTo>
                <a:cubicBezTo>
                  <a:pt x="80" y="11"/>
                  <a:pt x="69" y="0"/>
                  <a:pt x="56" y="0"/>
                </a:cubicBezTo>
                <a:cubicBezTo>
                  <a:pt x="46" y="0"/>
                  <a:pt x="37" y="7"/>
                  <a:pt x="33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4" y="87"/>
                  <a:pt x="4" y="87"/>
                  <a:pt x="4" y="87"/>
                </a:cubicBezTo>
                <a:cubicBezTo>
                  <a:pt x="1" y="92"/>
                  <a:pt x="0" y="98"/>
                  <a:pt x="0" y="104"/>
                </a:cubicBezTo>
                <a:cubicBezTo>
                  <a:pt x="0" y="126"/>
                  <a:pt x="18" y="144"/>
                  <a:pt x="40" y="144"/>
                </a:cubicBezTo>
                <a:cubicBezTo>
                  <a:pt x="59" y="144"/>
                  <a:pt x="75" y="130"/>
                  <a:pt x="79" y="112"/>
                </a:cubicBezTo>
                <a:cubicBezTo>
                  <a:pt x="97" y="112"/>
                  <a:pt x="97" y="112"/>
                  <a:pt x="97" y="112"/>
                </a:cubicBezTo>
                <a:cubicBezTo>
                  <a:pt x="101" y="130"/>
                  <a:pt x="117" y="144"/>
                  <a:pt x="136" y="144"/>
                </a:cubicBezTo>
                <a:cubicBezTo>
                  <a:pt x="158" y="144"/>
                  <a:pt x="176" y="126"/>
                  <a:pt x="176" y="104"/>
                </a:cubicBezTo>
                <a:cubicBezTo>
                  <a:pt x="176" y="98"/>
                  <a:pt x="175" y="92"/>
                  <a:pt x="172" y="87"/>
                </a:cubicBezTo>
                <a:moveTo>
                  <a:pt x="40" y="136"/>
                </a:moveTo>
                <a:cubicBezTo>
                  <a:pt x="22" y="136"/>
                  <a:pt x="8" y="122"/>
                  <a:pt x="8" y="104"/>
                </a:cubicBezTo>
                <a:cubicBezTo>
                  <a:pt x="8" y="86"/>
                  <a:pt x="22" y="72"/>
                  <a:pt x="40" y="72"/>
                </a:cubicBezTo>
                <a:cubicBezTo>
                  <a:pt x="58" y="72"/>
                  <a:pt x="72" y="86"/>
                  <a:pt x="72" y="104"/>
                </a:cubicBezTo>
                <a:cubicBezTo>
                  <a:pt x="72" y="122"/>
                  <a:pt x="58" y="136"/>
                  <a:pt x="40" y="136"/>
                </a:cubicBezTo>
                <a:moveTo>
                  <a:pt x="72" y="80"/>
                </a:moveTo>
                <a:cubicBezTo>
                  <a:pt x="65" y="70"/>
                  <a:pt x="53" y="64"/>
                  <a:pt x="40" y="64"/>
                </a:cubicBezTo>
                <a:cubicBezTo>
                  <a:pt x="33" y="64"/>
                  <a:pt x="26" y="66"/>
                  <a:pt x="20" y="69"/>
                </a:cubicBezTo>
                <a:cubicBezTo>
                  <a:pt x="41" y="17"/>
                  <a:pt x="41" y="17"/>
                  <a:pt x="41" y="17"/>
                </a:cubicBezTo>
                <a:cubicBezTo>
                  <a:pt x="41" y="17"/>
                  <a:pt x="41" y="17"/>
                  <a:pt x="41" y="17"/>
                </a:cubicBezTo>
                <a:cubicBezTo>
                  <a:pt x="44" y="12"/>
                  <a:pt x="50" y="8"/>
                  <a:pt x="56" y="8"/>
                </a:cubicBezTo>
                <a:cubicBezTo>
                  <a:pt x="64" y="8"/>
                  <a:pt x="71" y="14"/>
                  <a:pt x="72" y="23"/>
                </a:cubicBezTo>
                <a:cubicBezTo>
                  <a:pt x="72" y="23"/>
                  <a:pt x="72" y="23"/>
                  <a:pt x="72" y="23"/>
                </a:cubicBezTo>
                <a:lnTo>
                  <a:pt x="72" y="80"/>
                </a:lnTo>
                <a:close/>
                <a:moveTo>
                  <a:pt x="96" y="104"/>
                </a:moveTo>
                <a:cubicBezTo>
                  <a:pt x="80" y="104"/>
                  <a:pt x="80" y="104"/>
                  <a:pt x="80" y="104"/>
                </a:cubicBezTo>
                <a:cubicBezTo>
                  <a:pt x="80" y="96"/>
                  <a:pt x="80" y="96"/>
                  <a:pt x="80" y="96"/>
                </a:cubicBezTo>
                <a:cubicBezTo>
                  <a:pt x="96" y="96"/>
                  <a:pt x="96" y="96"/>
                  <a:pt x="96" y="96"/>
                </a:cubicBezTo>
                <a:lnTo>
                  <a:pt x="96" y="104"/>
                </a:lnTo>
                <a:close/>
                <a:moveTo>
                  <a:pt x="96" y="88"/>
                </a:moveTo>
                <a:cubicBezTo>
                  <a:pt x="80" y="88"/>
                  <a:pt x="80" y="88"/>
                  <a:pt x="80" y="88"/>
                </a:cubicBezTo>
                <a:cubicBezTo>
                  <a:pt x="80" y="32"/>
                  <a:pt x="80" y="32"/>
                  <a:pt x="80" y="32"/>
                </a:cubicBezTo>
                <a:cubicBezTo>
                  <a:pt x="96" y="32"/>
                  <a:pt x="96" y="32"/>
                  <a:pt x="96" y="32"/>
                </a:cubicBezTo>
                <a:lnTo>
                  <a:pt x="96" y="88"/>
                </a:lnTo>
                <a:close/>
                <a:moveTo>
                  <a:pt x="104" y="23"/>
                </a:moveTo>
                <a:cubicBezTo>
                  <a:pt x="104" y="23"/>
                  <a:pt x="104" y="23"/>
                  <a:pt x="104" y="23"/>
                </a:cubicBezTo>
                <a:cubicBezTo>
                  <a:pt x="105" y="14"/>
                  <a:pt x="112" y="8"/>
                  <a:pt x="120" y="8"/>
                </a:cubicBezTo>
                <a:cubicBezTo>
                  <a:pt x="126" y="8"/>
                  <a:pt x="132" y="12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0" y="66"/>
                  <a:pt x="143" y="64"/>
                  <a:pt x="136" y="64"/>
                </a:cubicBezTo>
                <a:cubicBezTo>
                  <a:pt x="123" y="64"/>
                  <a:pt x="111" y="70"/>
                  <a:pt x="104" y="80"/>
                </a:cubicBezTo>
                <a:lnTo>
                  <a:pt x="104" y="23"/>
                </a:lnTo>
                <a:close/>
                <a:moveTo>
                  <a:pt x="136" y="136"/>
                </a:moveTo>
                <a:cubicBezTo>
                  <a:pt x="118" y="136"/>
                  <a:pt x="104" y="122"/>
                  <a:pt x="104" y="104"/>
                </a:cubicBezTo>
                <a:cubicBezTo>
                  <a:pt x="104" y="86"/>
                  <a:pt x="118" y="72"/>
                  <a:pt x="136" y="72"/>
                </a:cubicBezTo>
                <a:cubicBezTo>
                  <a:pt x="154" y="72"/>
                  <a:pt x="168" y="86"/>
                  <a:pt x="168" y="104"/>
                </a:cubicBezTo>
                <a:cubicBezTo>
                  <a:pt x="168" y="122"/>
                  <a:pt x="154" y="136"/>
                  <a:pt x="136" y="136"/>
                </a:cubicBezTo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lt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0E87042-EA23-4EE1-BE58-64C9DF999822}"/>
              </a:ext>
            </a:extLst>
          </p:cNvPr>
          <p:cNvSpPr txBox="1"/>
          <p:nvPr/>
        </p:nvSpPr>
        <p:spPr>
          <a:xfrm flipH="1">
            <a:off x="10970832" y="478279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Production</a:t>
            </a:r>
            <a:endParaRPr lang="ru-RU" sz="3600" dirty="0">
              <a:latin typeface="+mj-lt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44C86FD-6C4A-4EE9-BB1F-52BFB9A8CAFE}"/>
              </a:ext>
            </a:extLst>
          </p:cNvPr>
          <p:cNvSpPr txBox="1"/>
          <p:nvPr/>
        </p:nvSpPr>
        <p:spPr>
          <a:xfrm flipH="1">
            <a:off x="10970832" y="5459205"/>
            <a:ext cx="4183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92" name="Freeform 464">
            <a:extLst>
              <a:ext uri="{FF2B5EF4-FFF2-40B4-BE49-F238E27FC236}">
                <a16:creationId xmlns:a16="http://schemas.microsoft.com/office/drawing/2014/main" id="{A0FAE108-39DC-44A5-A93D-547FE445C015}"/>
              </a:ext>
            </a:extLst>
          </p:cNvPr>
          <p:cNvSpPr>
            <a:spLocks noEditPoints="1"/>
          </p:cNvSpPr>
          <p:nvPr/>
        </p:nvSpPr>
        <p:spPr bwMode="auto">
          <a:xfrm>
            <a:off x="12473576" y="3258136"/>
            <a:ext cx="1178054" cy="1077795"/>
          </a:xfrm>
          <a:custGeom>
            <a:avLst/>
            <a:gdLst>
              <a:gd name="T0" fmla="*/ 39 w 180"/>
              <a:gd name="T1" fmla="*/ 24 h 168"/>
              <a:gd name="T2" fmla="*/ 31 w 180"/>
              <a:gd name="T3" fmla="*/ 46 h 168"/>
              <a:gd name="T4" fmla="*/ 55 w 180"/>
              <a:gd name="T5" fmla="*/ 43 h 168"/>
              <a:gd name="T6" fmla="*/ 42 w 180"/>
              <a:gd name="T7" fmla="*/ 40 h 168"/>
              <a:gd name="T8" fmla="*/ 32 w 180"/>
              <a:gd name="T9" fmla="*/ 36 h 168"/>
              <a:gd name="T10" fmla="*/ 39 w 180"/>
              <a:gd name="T11" fmla="*/ 32 h 168"/>
              <a:gd name="T12" fmla="*/ 48 w 180"/>
              <a:gd name="T13" fmla="*/ 38 h 168"/>
              <a:gd name="T14" fmla="*/ 42 w 180"/>
              <a:gd name="T15" fmla="*/ 120 h 168"/>
              <a:gd name="T16" fmla="*/ 26 w 180"/>
              <a:gd name="T17" fmla="*/ 138 h 168"/>
              <a:gd name="T18" fmla="*/ 46 w 180"/>
              <a:gd name="T19" fmla="*/ 143 h 168"/>
              <a:gd name="T20" fmla="*/ 42 w 180"/>
              <a:gd name="T21" fmla="*/ 120 h 168"/>
              <a:gd name="T22" fmla="*/ 39 w 180"/>
              <a:gd name="T23" fmla="*/ 136 h 168"/>
              <a:gd name="T24" fmla="*/ 32 w 180"/>
              <a:gd name="T25" fmla="*/ 132 h 168"/>
              <a:gd name="T26" fmla="*/ 42 w 180"/>
              <a:gd name="T27" fmla="*/ 128 h 168"/>
              <a:gd name="T28" fmla="*/ 43 w 180"/>
              <a:gd name="T29" fmla="*/ 135 h 168"/>
              <a:gd name="T30" fmla="*/ 156 w 180"/>
              <a:gd name="T31" fmla="*/ 16 h 168"/>
              <a:gd name="T32" fmla="*/ 76 w 180"/>
              <a:gd name="T33" fmla="*/ 67 h 168"/>
              <a:gd name="T34" fmla="*/ 73 w 180"/>
              <a:gd name="T35" fmla="*/ 55 h 168"/>
              <a:gd name="T36" fmla="*/ 8 w 180"/>
              <a:gd name="T37" fmla="*/ 20 h 168"/>
              <a:gd name="T38" fmla="*/ 51 w 180"/>
              <a:gd name="T39" fmla="*/ 84 h 168"/>
              <a:gd name="T40" fmla="*/ 8 w 180"/>
              <a:gd name="T41" fmla="*/ 148 h 168"/>
              <a:gd name="T42" fmla="*/ 73 w 180"/>
              <a:gd name="T43" fmla="*/ 113 h 168"/>
              <a:gd name="T44" fmla="*/ 76 w 180"/>
              <a:gd name="T45" fmla="*/ 101 h 168"/>
              <a:gd name="T46" fmla="*/ 156 w 180"/>
              <a:gd name="T47" fmla="*/ 152 h 168"/>
              <a:gd name="T48" fmla="*/ 102 w 180"/>
              <a:gd name="T49" fmla="*/ 84 h 168"/>
              <a:gd name="T50" fmla="*/ 25 w 180"/>
              <a:gd name="T51" fmla="*/ 56 h 168"/>
              <a:gd name="T52" fmla="*/ 51 w 180"/>
              <a:gd name="T53" fmla="*/ 15 h 168"/>
              <a:gd name="T54" fmla="*/ 25 w 180"/>
              <a:gd name="T55" fmla="*/ 56 h 168"/>
              <a:gd name="T56" fmla="*/ 60 w 180"/>
              <a:gd name="T57" fmla="*/ 65 h 168"/>
              <a:gd name="T58" fmla="*/ 58 w 180"/>
              <a:gd name="T59" fmla="*/ 79 h 168"/>
              <a:gd name="T60" fmla="*/ 51 w 180"/>
              <a:gd name="T61" fmla="*/ 153 h 168"/>
              <a:gd name="T62" fmla="*/ 25 w 180"/>
              <a:gd name="T63" fmla="*/ 112 h 168"/>
              <a:gd name="T64" fmla="*/ 51 w 180"/>
              <a:gd name="T65" fmla="*/ 153 h 168"/>
              <a:gd name="T66" fmla="*/ 42 w 180"/>
              <a:gd name="T67" fmla="*/ 100 h 168"/>
              <a:gd name="T68" fmla="*/ 170 w 180"/>
              <a:gd name="T69" fmla="*/ 29 h 168"/>
              <a:gd name="T70" fmla="*/ 170 w 180"/>
              <a:gd name="T71" fmla="*/ 139 h 168"/>
              <a:gd name="T72" fmla="*/ 83 w 180"/>
              <a:gd name="T73" fmla="*/ 97 h 168"/>
              <a:gd name="T74" fmla="*/ 170 w 180"/>
              <a:gd name="T75" fmla="*/ 139 h 168"/>
              <a:gd name="T76" fmla="*/ 72 w 180"/>
              <a:gd name="T77" fmla="*/ 84 h 168"/>
              <a:gd name="T78" fmla="*/ 80 w 180"/>
              <a:gd name="T79" fmla="*/ 84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80" h="168">
                <a:moveTo>
                  <a:pt x="46" y="25"/>
                </a:moveTo>
                <a:cubicBezTo>
                  <a:pt x="44" y="24"/>
                  <a:pt x="41" y="24"/>
                  <a:pt x="39" y="24"/>
                </a:cubicBezTo>
                <a:cubicBezTo>
                  <a:pt x="34" y="24"/>
                  <a:pt x="29" y="26"/>
                  <a:pt x="26" y="30"/>
                </a:cubicBezTo>
                <a:cubicBezTo>
                  <a:pt x="22" y="35"/>
                  <a:pt x="24" y="43"/>
                  <a:pt x="31" y="46"/>
                </a:cubicBezTo>
                <a:cubicBezTo>
                  <a:pt x="34" y="47"/>
                  <a:pt x="38" y="48"/>
                  <a:pt x="42" y="48"/>
                </a:cubicBezTo>
                <a:cubicBezTo>
                  <a:pt x="47" y="48"/>
                  <a:pt x="52" y="46"/>
                  <a:pt x="55" y="43"/>
                </a:cubicBezTo>
                <a:cubicBezTo>
                  <a:pt x="59" y="37"/>
                  <a:pt x="53" y="29"/>
                  <a:pt x="46" y="25"/>
                </a:cubicBezTo>
                <a:moveTo>
                  <a:pt x="42" y="40"/>
                </a:moveTo>
                <a:cubicBezTo>
                  <a:pt x="39" y="40"/>
                  <a:pt x="36" y="39"/>
                  <a:pt x="35" y="39"/>
                </a:cubicBezTo>
                <a:cubicBezTo>
                  <a:pt x="33" y="38"/>
                  <a:pt x="32" y="37"/>
                  <a:pt x="32" y="36"/>
                </a:cubicBezTo>
                <a:cubicBezTo>
                  <a:pt x="32" y="36"/>
                  <a:pt x="32" y="35"/>
                  <a:pt x="32" y="34"/>
                </a:cubicBezTo>
                <a:cubicBezTo>
                  <a:pt x="34" y="33"/>
                  <a:pt x="36" y="32"/>
                  <a:pt x="39" y="32"/>
                </a:cubicBezTo>
                <a:cubicBezTo>
                  <a:pt x="40" y="32"/>
                  <a:pt x="42" y="32"/>
                  <a:pt x="43" y="33"/>
                </a:cubicBezTo>
                <a:cubicBezTo>
                  <a:pt x="46" y="34"/>
                  <a:pt x="48" y="37"/>
                  <a:pt x="48" y="38"/>
                </a:cubicBezTo>
                <a:cubicBezTo>
                  <a:pt x="47" y="39"/>
                  <a:pt x="45" y="40"/>
                  <a:pt x="42" y="40"/>
                </a:cubicBezTo>
                <a:moveTo>
                  <a:pt x="42" y="120"/>
                </a:moveTo>
                <a:cubicBezTo>
                  <a:pt x="38" y="120"/>
                  <a:pt x="34" y="121"/>
                  <a:pt x="31" y="122"/>
                </a:cubicBezTo>
                <a:cubicBezTo>
                  <a:pt x="24" y="125"/>
                  <a:pt x="22" y="133"/>
                  <a:pt x="26" y="138"/>
                </a:cubicBezTo>
                <a:cubicBezTo>
                  <a:pt x="29" y="142"/>
                  <a:pt x="34" y="144"/>
                  <a:pt x="39" y="144"/>
                </a:cubicBezTo>
                <a:cubicBezTo>
                  <a:pt x="41" y="144"/>
                  <a:pt x="44" y="144"/>
                  <a:pt x="46" y="143"/>
                </a:cubicBezTo>
                <a:cubicBezTo>
                  <a:pt x="53" y="139"/>
                  <a:pt x="59" y="131"/>
                  <a:pt x="55" y="125"/>
                </a:cubicBezTo>
                <a:cubicBezTo>
                  <a:pt x="52" y="122"/>
                  <a:pt x="47" y="120"/>
                  <a:pt x="42" y="120"/>
                </a:cubicBezTo>
                <a:moveTo>
                  <a:pt x="43" y="135"/>
                </a:moveTo>
                <a:cubicBezTo>
                  <a:pt x="42" y="136"/>
                  <a:pt x="40" y="136"/>
                  <a:pt x="39" y="136"/>
                </a:cubicBezTo>
                <a:cubicBezTo>
                  <a:pt x="36" y="136"/>
                  <a:pt x="34" y="135"/>
                  <a:pt x="32" y="134"/>
                </a:cubicBezTo>
                <a:cubicBezTo>
                  <a:pt x="32" y="133"/>
                  <a:pt x="32" y="132"/>
                  <a:pt x="32" y="132"/>
                </a:cubicBezTo>
                <a:cubicBezTo>
                  <a:pt x="32" y="131"/>
                  <a:pt x="33" y="130"/>
                  <a:pt x="35" y="129"/>
                </a:cubicBezTo>
                <a:cubicBezTo>
                  <a:pt x="36" y="129"/>
                  <a:pt x="39" y="128"/>
                  <a:pt x="42" y="128"/>
                </a:cubicBezTo>
                <a:cubicBezTo>
                  <a:pt x="45" y="128"/>
                  <a:pt x="47" y="129"/>
                  <a:pt x="48" y="130"/>
                </a:cubicBezTo>
                <a:cubicBezTo>
                  <a:pt x="48" y="131"/>
                  <a:pt x="46" y="134"/>
                  <a:pt x="43" y="135"/>
                </a:cubicBezTo>
                <a:moveTo>
                  <a:pt x="180" y="32"/>
                </a:moveTo>
                <a:cubicBezTo>
                  <a:pt x="180" y="23"/>
                  <a:pt x="165" y="16"/>
                  <a:pt x="156" y="16"/>
                </a:cubicBezTo>
                <a:cubicBezTo>
                  <a:pt x="155" y="16"/>
                  <a:pt x="155" y="16"/>
                  <a:pt x="155" y="16"/>
                </a:cubicBezTo>
                <a:cubicBezTo>
                  <a:pt x="149" y="16"/>
                  <a:pt x="147" y="17"/>
                  <a:pt x="76" y="67"/>
                </a:cubicBezTo>
                <a:cubicBezTo>
                  <a:pt x="68" y="61"/>
                  <a:pt x="68" y="61"/>
                  <a:pt x="68" y="61"/>
                </a:cubicBezTo>
                <a:cubicBezTo>
                  <a:pt x="70" y="59"/>
                  <a:pt x="72" y="57"/>
                  <a:pt x="73" y="55"/>
                </a:cubicBezTo>
                <a:cubicBezTo>
                  <a:pt x="82" y="40"/>
                  <a:pt x="70" y="17"/>
                  <a:pt x="54" y="8"/>
                </a:cubicBezTo>
                <a:cubicBezTo>
                  <a:pt x="38" y="0"/>
                  <a:pt x="18" y="5"/>
                  <a:pt x="8" y="20"/>
                </a:cubicBezTo>
                <a:cubicBezTo>
                  <a:pt x="0" y="34"/>
                  <a:pt x="4" y="52"/>
                  <a:pt x="19" y="62"/>
                </a:cubicBezTo>
                <a:cubicBezTo>
                  <a:pt x="31" y="70"/>
                  <a:pt x="41" y="77"/>
                  <a:pt x="51" y="84"/>
                </a:cubicBezTo>
                <a:cubicBezTo>
                  <a:pt x="41" y="91"/>
                  <a:pt x="31" y="98"/>
                  <a:pt x="19" y="106"/>
                </a:cubicBezTo>
                <a:cubicBezTo>
                  <a:pt x="4" y="116"/>
                  <a:pt x="0" y="134"/>
                  <a:pt x="8" y="148"/>
                </a:cubicBezTo>
                <a:cubicBezTo>
                  <a:pt x="18" y="163"/>
                  <a:pt x="38" y="168"/>
                  <a:pt x="54" y="160"/>
                </a:cubicBezTo>
                <a:cubicBezTo>
                  <a:pt x="70" y="151"/>
                  <a:pt x="82" y="128"/>
                  <a:pt x="73" y="113"/>
                </a:cubicBezTo>
                <a:cubicBezTo>
                  <a:pt x="72" y="111"/>
                  <a:pt x="70" y="109"/>
                  <a:pt x="68" y="107"/>
                </a:cubicBezTo>
                <a:cubicBezTo>
                  <a:pt x="76" y="101"/>
                  <a:pt x="76" y="101"/>
                  <a:pt x="76" y="101"/>
                </a:cubicBezTo>
                <a:cubicBezTo>
                  <a:pt x="147" y="151"/>
                  <a:pt x="149" y="152"/>
                  <a:pt x="155" y="152"/>
                </a:cubicBezTo>
                <a:cubicBezTo>
                  <a:pt x="156" y="152"/>
                  <a:pt x="156" y="152"/>
                  <a:pt x="156" y="152"/>
                </a:cubicBezTo>
                <a:cubicBezTo>
                  <a:pt x="165" y="152"/>
                  <a:pt x="180" y="145"/>
                  <a:pt x="180" y="136"/>
                </a:cubicBezTo>
                <a:cubicBezTo>
                  <a:pt x="102" y="84"/>
                  <a:pt x="102" y="84"/>
                  <a:pt x="102" y="84"/>
                </a:cubicBezTo>
                <a:lnTo>
                  <a:pt x="180" y="32"/>
                </a:lnTo>
                <a:close/>
                <a:moveTo>
                  <a:pt x="25" y="56"/>
                </a:moveTo>
                <a:cubicBezTo>
                  <a:pt x="13" y="49"/>
                  <a:pt x="8" y="35"/>
                  <a:pt x="15" y="24"/>
                </a:cubicBezTo>
                <a:cubicBezTo>
                  <a:pt x="23" y="13"/>
                  <a:pt x="38" y="9"/>
                  <a:pt x="51" y="15"/>
                </a:cubicBezTo>
                <a:cubicBezTo>
                  <a:pt x="63" y="22"/>
                  <a:pt x="73" y="39"/>
                  <a:pt x="66" y="50"/>
                </a:cubicBezTo>
                <a:cubicBezTo>
                  <a:pt x="58" y="62"/>
                  <a:pt x="37" y="63"/>
                  <a:pt x="25" y="56"/>
                </a:cubicBezTo>
                <a:moveTo>
                  <a:pt x="42" y="68"/>
                </a:moveTo>
                <a:cubicBezTo>
                  <a:pt x="48" y="68"/>
                  <a:pt x="54" y="67"/>
                  <a:pt x="60" y="65"/>
                </a:cubicBezTo>
                <a:cubicBezTo>
                  <a:pt x="69" y="72"/>
                  <a:pt x="69" y="72"/>
                  <a:pt x="69" y="72"/>
                </a:cubicBezTo>
                <a:cubicBezTo>
                  <a:pt x="65" y="74"/>
                  <a:pt x="62" y="77"/>
                  <a:pt x="58" y="79"/>
                </a:cubicBezTo>
                <a:cubicBezTo>
                  <a:pt x="53" y="76"/>
                  <a:pt x="47" y="72"/>
                  <a:pt x="42" y="68"/>
                </a:cubicBezTo>
                <a:moveTo>
                  <a:pt x="51" y="153"/>
                </a:moveTo>
                <a:cubicBezTo>
                  <a:pt x="38" y="159"/>
                  <a:pt x="23" y="155"/>
                  <a:pt x="15" y="144"/>
                </a:cubicBezTo>
                <a:cubicBezTo>
                  <a:pt x="8" y="133"/>
                  <a:pt x="13" y="118"/>
                  <a:pt x="25" y="112"/>
                </a:cubicBezTo>
                <a:cubicBezTo>
                  <a:pt x="37" y="105"/>
                  <a:pt x="58" y="106"/>
                  <a:pt x="66" y="118"/>
                </a:cubicBezTo>
                <a:cubicBezTo>
                  <a:pt x="73" y="129"/>
                  <a:pt x="63" y="146"/>
                  <a:pt x="51" y="153"/>
                </a:cubicBezTo>
                <a:moveTo>
                  <a:pt x="60" y="103"/>
                </a:moveTo>
                <a:cubicBezTo>
                  <a:pt x="54" y="101"/>
                  <a:pt x="48" y="100"/>
                  <a:pt x="42" y="100"/>
                </a:cubicBezTo>
                <a:cubicBezTo>
                  <a:pt x="135" y="35"/>
                  <a:pt x="151" y="24"/>
                  <a:pt x="155" y="24"/>
                </a:cubicBezTo>
                <a:cubicBezTo>
                  <a:pt x="155" y="24"/>
                  <a:pt x="162" y="23"/>
                  <a:pt x="170" y="29"/>
                </a:cubicBezTo>
                <a:lnTo>
                  <a:pt x="60" y="103"/>
                </a:lnTo>
                <a:close/>
                <a:moveTo>
                  <a:pt x="170" y="139"/>
                </a:moveTo>
                <a:cubicBezTo>
                  <a:pt x="162" y="145"/>
                  <a:pt x="155" y="144"/>
                  <a:pt x="155" y="144"/>
                </a:cubicBezTo>
                <a:cubicBezTo>
                  <a:pt x="152" y="144"/>
                  <a:pt x="140" y="136"/>
                  <a:pt x="83" y="97"/>
                </a:cubicBezTo>
                <a:cubicBezTo>
                  <a:pt x="95" y="89"/>
                  <a:pt x="95" y="89"/>
                  <a:pt x="95" y="89"/>
                </a:cubicBezTo>
                <a:lnTo>
                  <a:pt x="170" y="139"/>
                </a:lnTo>
                <a:close/>
                <a:moveTo>
                  <a:pt x="76" y="80"/>
                </a:moveTo>
                <a:cubicBezTo>
                  <a:pt x="74" y="80"/>
                  <a:pt x="72" y="82"/>
                  <a:pt x="72" y="84"/>
                </a:cubicBezTo>
                <a:cubicBezTo>
                  <a:pt x="72" y="86"/>
                  <a:pt x="74" y="88"/>
                  <a:pt x="76" y="88"/>
                </a:cubicBezTo>
                <a:cubicBezTo>
                  <a:pt x="78" y="88"/>
                  <a:pt x="80" y="86"/>
                  <a:pt x="80" y="84"/>
                </a:cubicBezTo>
                <a:cubicBezTo>
                  <a:pt x="80" y="82"/>
                  <a:pt x="78" y="80"/>
                  <a:pt x="76" y="80"/>
                </a:cubicBezTo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solidFill>
                <a:schemeClr val="lt1"/>
              </a:solidFill>
            </a:endParaRPr>
          </a:p>
        </p:txBody>
      </p:sp>
      <p:sp>
        <p:nvSpPr>
          <p:cNvPr id="93" name="Arrow: Circular 92">
            <a:extLst>
              <a:ext uri="{FF2B5EF4-FFF2-40B4-BE49-F238E27FC236}">
                <a16:creationId xmlns:a16="http://schemas.microsoft.com/office/drawing/2014/main" id="{8B52185C-FDFE-46E9-BFD7-41C5FB6D1493}"/>
              </a:ext>
            </a:extLst>
          </p:cNvPr>
          <p:cNvSpPr/>
          <p:nvPr/>
        </p:nvSpPr>
        <p:spPr>
          <a:xfrm rot="10800000">
            <a:off x="7964632" y="3994814"/>
            <a:ext cx="2358737" cy="2358737"/>
          </a:xfrm>
          <a:prstGeom prst="circularArrow">
            <a:avLst>
              <a:gd name="adj1" fmla="val 7979"/>
              <a:gd name="adj2" fmla="val 1142319"/>
              <a:gd name="adj3" fmla="val 20485660"/>
              <a:gd name="adj4" fmla="val 11287124"/>
              <a:gd name="adj5" fmla="val 12500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4" name="Arrow: Circular 93">
            <a:extLst>
              <a:ext uri="{FF2B5EF4-FFF2-40B4-BE49-F238E27FC236}">
                <a16:creationId xmlns:a16="http://schemas.microsoft.com/office/drawing/2014/main" id="{3E69F1E3-15E5-41CF-9846-2EDBC624C0F8}"/>
              </a:ext>
            </a:extLst>
          </p:cNvPr>
          <p:cNvSpPr/>
          <p:nvPr/>
        </p:nvSpPr>
        <p:spPr>
          <a:xfrm>
            <a:off x="7964632" y="3933449"/>
            <a:ext cx="2358737" cy="2358737"/>
          </a:xfrm>
          <a:prstGeom prst="circularArrow">
            <a:avLst>
              <a:gd name="adj1" fmla="val 7979"/>
              <a:gd name="adj2" fmla="val 1142319"/>
              <a:gd name="adj3" fmla="val 20485660"/>
              <a:gd name="adj4" fmla="val 11287124"/>
              <a:gd name="adj5" fmla="val 12500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02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555F643-D1CD-404D-8B12-F6052DA6663B}"/>
              </a:ext>
            </a:extLst>
          </p:cNvPr>
          <p:cNvSpPr/>
          <p:nvPr/>
        </p:nvSpPr>
        <p:spPr>
          <a:xfrm>
            <a:off x="6597000" y="1371600"/>
            <a:ext cx="5094000" cy="7543800"/>
          </a:xfrm>
          <a:prstGeom prst="roundRect">
            <a:avLst>
              <a:gd name="adj" fmla="val 3638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D4B8586-A40E-4FE2-B2CF-AAAB188A5FCF}"/>
              </a:ext>
            </a:extLst>
          </p:cNvPr>
          <p:cNvSpPr/>
          <p:nvPr/>
        </p:nvSpPr>
        <p:spPr>
          <a:xfrm>
            <a:off x="11822400" y="1371600"/>
            <a:ext cx="5094000" cy="7543800"/>
          </a:xfrm>
          <a:prstGeom prst="roundRect">
            <a:avLst>
              <a:gd name="adj" fmla="val 3638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E8BEAA-FD60-4832-B98E-348D8D3DDF79}"/>
              </a:ext>
            </a:extLst>
          </p:cNvPr>
          <p:cNvSpPr/>
          <p:nvPr/>
        </p:nvSpPr>
        <p:spPr>
          <a:xfrm>
            <a:off x="1371600" y="1371600"/>
            <a:ext cx="5094000" cy="7543800"/>
          </a:xfrm>
          <a:prstGeom prst="roundRect">
            <a:avLst>
              <a:gd name="adj" fmla="val 3638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lus Sign 48">
            <a:extLst>
              <a:ext uri="{FF2B5EF4-FFF2-40B4-BE49-F238E27FC236}">
                <a16:creationId xmlns:a16="http://schemas.microsoft.com/office/drawing/2014/main" id="{1885EE55-B7BC-4575-9A53-01770506A129}"/>
              </a:ext>
            </a:extLst>
          </p:cNvPr>
          <p:cNvSpPr/>
          <p:nvPr/>
        </p:nvSpPr>
        <p:spPr>
          <a:xfrm>
            <a:off x="5723970" y="4358670"/>
            <a:ext cx="1569660" cy="1569660"/>
          </a:xfrm>
          <a:prstGeom prst="mathPlu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50" name="Equals 49">
            <a:extLst>
              <a:ext uri="{FF2B5EF4-FFF2-40B4-BE49-F238E27FC236}">
                <a16:creationId xmlns:a16="http://schemas.microsoft.com/office/drawing/2014/main" id="{A07A57FD-1362-4907-9CB9-92F69846F578}"/>
              </a:ext>
            </a:extLst>
          </p:cNvPr>
          <p:cNvSpPr/>
          <p:nvPr/>
        </p:nvSpPr>
        <p:spPr>
          <a:xfrm>
            <a:off x="11024480" y="4358670"/>
            <a:ext cx="1569660" cy="1569660"/>
          </a:xfrm>
          <a:prstGeom prst="mathEqual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5C0938-C6DA-446B-8080-7615827FED7F}"/>
              </a:ext>
            </a:extLst>
          </p:cNvPr>
          <p:cNvSpPr txBox="1"/>
          <p:nvPr/>
        </p:nvSpPr>
        <p:spPr>
          <a:xfrm flipH="1">
            <a:off x="2038120" y="3791903"/>
            <a:ext cx="376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Title One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114A49F-ED60-4413-B72F-4316141B9AA7}"/>
              </a:ext>
            </a:extLst>
          </p:cNvPr>
          <p:cNvSpPr txBox="1"/>
          <p:nvPr/>
        </p:nvSpPr>
        <p:spPr>
          <a:xfrm flipH="1">
            <a:off x="2293257" y="4556106"/>
            <a:ext cx="32506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8D6FC6-11DB-4B9C-9DCC-0294FCD21213}"/>
              </a:ext>
            </a:extLst>
          </p:cNvPr>
          <p:cNvSpPr txBox="1"/>
          <p:nvPr/>
        </p:nvSpPr>
        <p:spPr>
          <a:xfrm flipH="1">
            <a:off x="7263520" y="3791903"/>
            <a:ext cx="376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Title Two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023ED54-5117-4F94-9CBA-CC518C9CF864}"/>
              </a:ext>
            </a:extLst>
          </p:cNvPr>
          <p:cNvSpPr txBox="1"/>
          <p:nvPr/>
        </p:nvSpPr>
        <p:spPr>
          <a:xfrm flipH="1">
            <a:off x="7518657" y="4556106"/>
            <a:ext cx="32506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31F184-DC0D-422A-B480-51F8E4412431}"/>
              </a:ext>
            </a:extLst>
          </p:cNvPr>
          <p:cNvSpPr txBox="1"/>
          <p:nvPr/>
        </p:nvSpPr>
        <p:spPr>
          <a:xfrm flipH="1">
            <a:off x="12488920" y="3791903"/>
            <a:ext cx="376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Title Three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52633-C2EC-4BCD-8DC1-99281156F017}"/>
              </a:ext>
            </a:extLst>
          </p:cNvPr>
          <p:cNvSpPr txBox="1"/>
          <p:nvPr/>
        </p:nvSpPr>
        <p:spPr>
          <a:xfrm flipH="1">
            <a:off x="12744057" y="4556106"/>
            <a:ext cx="32506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9117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555F643-D1CD-404D-8B12-F6052DA6663B}"/>
              </a:ext>
            </a:extLst>
          </p:cNvPr>
          <p:cNvSpPr/>
          <p:nvPr/>
        </p:nvSpPr>
        <p:spPr>
          <a:xfrm>
            <a:off x="6597000" y="1371600"/>
            <a:ext cx="5094000" cy="75438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D4B8586-A40E-4FE2-B2CF-AAAB188A5FCF}"/>
              </a:ext>
            </a:extLst>
          </p:cNvPr>
          <p:cNvSpPr/>
          <p:nvPr/>
        </p:nvSpPr>
        <p:spPr>
          <a:xfrm>
            <a:off x="11822400" y="1371600"/>
            <a:ext cx="5094000" cy="7543800"/>
          </a:xfrm>
          <a:prstGeom prst="roundRect">
            <a:avLst>
              <a:gd name="adj" fmla="val 3638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E8BEAA-FD60-4832-B98E-348D8D3DDF79}"/>
              </a:ext>
            </a:extLst>
          </p:cNvPr>
          <p:cNvSpPr/>
          <p:nvPr/>
        </p:nvSpPr>
        <p:spPr>
          <a:xfrm>
            <a:off x="1371600" y="1371600"/>
            <a:ext cx="5094000" cy="75438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lus Sign 48">
            <a:extLst>
              <a:ext uri="{FF2B5EF4-FFF2-40B4-BE49-F238E27FC236}">
                <a16:creationId xmlns:a16="http://schemas.microsoft.com/office/drawing/2014/main" id="{6AC6D79F-AD29-4493-928D-8C4921DFCBBA}"/>
              </a:ext>
            </a:extLst>
          </p:cNvPr>
          <p:cNvSpPr/>
          <p:nvPr/>
        </p:nvSpPr>
        <p:spPr>
          <a:xfrm>
            <a:off x="5723970" y="4358670"/>
            <a:ext cx="1569660" cy="1569660"/>
          </a:xfrm>
          <a:prstGeom prst="mathPlu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50" name="Equals 49">
            <a:extLst>
              <a:ext uri="{FF2B5EF4-FFF2-40B4-BE49-F238E27FC236}">
                <a16:creationId xmlns:a16="http://schemas.microsoft.com/office/drawing/2014/main" id="{22768B7D-72E2-4894-B0B0-13C407FD7A57}"/>
              </a:ext>
            </a:extLst>
          </p:cNvPr>
          <p:cNvSpPr/>
          <p:nvPr/>
        </p:nvSpPr>
        <p:spPr>
          <a:xfrm>
            <a:off x="11024480" y="4358670"/>
            <a:ext cx="1569660" cy="1569660"/>
          </a:xfrm>
          <a:prstGeom prst="mathEqual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145C2F-1A69-4108-9330-6E051D014A22}"/>
              </a:ext>
            </a:extLst>
          </p:cNvPr>
          <p:cNvSpPr txBox="1"/>
          <p:nvPr/>
        </p:nvSpPr>
        <p:spPr>
          <a:xfrm flipH="1">
            <a:off x="2038120" y="3791903"/>
            <a:ext cx="376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Title One</a:t>
            </a:r>
            <a:endParaRPr lang="ru-RU" sz="3600" dirty="0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32514A-B889-4904-B770-B30A61835F16}"/>
              </a:ext>
            </a:extLst>
          </p:cNvPr>
          <p:cNvSpPr txBox="1"/>
          <p:nvPr/>
        </p:nvSpPr>
        <p:spPr>
          <a:xfrm flipH="1">
            <a:off x="2293257" y="4556106"/>
            <a:ext cx="32506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0D5F6A-FA0F-4560-9EA5-C16DB9FBA312}"/>
              </a:ext>
            </a:extLst>
          </p:cNvPr>
          <p:cNvSpPr txBox="1"/>
          <p:nvPr/>
        </p:nvSpPr>
        <p:spPr>
          <a:xfrm flipH="1">
            <a:off x="7263520" y="3791903"/>
            <a:ext cx="376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Title Two</a:t>
            </a:r>
            <a:endParaRPr lang="ru-RU" sz="3600" dirty="0"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41799D-97E1-4B3F-AF0E-3B3F2996EBAE}"/>
              </a:ext>
            </a:extLst>
          </p:cNvPr>
          <p:cNvSpPr txBox="1"/>
          <p:nvPr/>
        </p:nvSpPr>
        <p:spPr>
          <a:xfrm flipH="1">
            <a:off x="7518657" y="4556106"/>
            <a:ext cx="32506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94ACB3-94ED-479D-B189-34D30DE048F6}"/>
              </a:ext>
            </a:extLst>
          </p:cNvPr>
          <p:cNvSpPr txBox="1"/>
          <p:nvPr/>
        </p:nvSpPr>
        <p:spPr>
          <a:xfrm flipH="1">
            <a:off x="12488920" y="3791903"/>
            <a:ext cx="376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Title Three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DAF665-91F6-4833-BFD4-53581C0902AF}"/>
              </a:ext>
            </a:extLst>
          </p:cNvPr>
          <p:cNvSpPr txBox="1"/>
          <p:nvPr/>
        </p:nvSpPr>
        <p:spPr>
          <a:xfrm flipH="1">
            <a:off x="12744057" y="4556106"/>
            <a:ext cx="32506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9422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555F643-D1CD-404D-8B12-F6052DA6663B}"/>
              </a:ext>
            </a:extLst>
          </p:cNvPr>
          <p:cNvSpPr/>
          <p:nvPr/>
        </p:nvSpPr>
        <p:spPr>
          <a:xfrm>
            <a:off x="6597000" y="1371600"/>
            <a:ext cx="5094000" cy="75438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D4B8586-A40E-4FE2-B2CF-AAAB188A5FCF}"/>
              </a:ext>
            </a:extLst>
          </p:cNvPr>
          <p:cNvSpPr/>
          <p:nvPr/>
        </p:nvSpPr>
        <p:spPr>
          <a:xfrm>
            <a:off x="11822400" y="1371600"/>
            <a:ext cx="5094000" cy="75438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E8BEAA-FD60-4832-B98E-348D8D3DDF79}"/>
              </a:ext>
            </a:extLst>
          </p:cNvPr>
          <p:cNvSpPr/>
          <p:nvPr/>
        </p:nvSpPr>
        <p:spPr>
          <a:xfrm>
            <a:off x="1371600" y="1371600"/>
            <a:ext cx="5094000" cy="75438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lus Sign 48">
            <a:extLst>
              <a:ext uri="{FF2B5EF4-FFF2-40B4-BE49-F238E27FC236}">
                <a16:creationId xmlns:a16="http://schemas.microsoft.com/office/drawing/2014/main" id="{3C704B1B-CC93-4DDD-8017-A4A30BA8AF37}"/>
              </a:ext>
            </a:extLst>
          </p:cNvPr>
          <p:cNvSpPr/>
          <p:nvPr/>
        </p:nvSpPr>
        <p:spPr>
          <a:xfrm>
            <a:off x="5723970" y="4358670"/>
            <a:ext cx="1569660" cy="1569660"/>
          </a:xfrm>
          <a:prstGeom prst="mathPlus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50A079-8277-46F4-8135-DDBF932E40D8}"/>
              </a:ext>
            </a:extLst>
          </p:cNvPr>
          <p:cNvSpPr txBox="1"/>
          <p:nvPr/>
        </p:nvSpPr>
        <p:spPr>
          <a:xfrm flipH="1">
            <a:off x="2038120" y="3791903"/>
            <a:ext cx="376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Title One</a:t>
            </a:r>
            <a:endParaRPr lang="ru-RU" sz="3600" dirty="0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250D1F-6427-40E4-8B71-7802F0EDE3D9}"/>
              </a:ext>
            </a:extLst>
          </p:cNvPr>
          <p:cNvSpPr txBox="1"/>
          <p:nvPr/>
        </p:nvSpPr>
        <p:spPr>
          <a:xfrm flipH="1">
            <a:off x="2293257" y="4556106"/>
            <a:ext cx="32506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10E3F0-E91B-46B9-94F8-6354EC2427E6}"/>
              </a:ext>
            </a:extLst>
          </p:cNvPr>
          <p:cNvSpPr txBox="1"/>
          <p:nvPr/>
        </p:nvSpPr>
        <p:spPr>
          <a:xfrm flipH="1">
            <a:off x="7263520" y="3791903"/>
            <a:ext cx="376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Title Two</a:t>
            </a:r>
            <a:endParaRPr lang="ru-RU" sz="3600" dirty="0"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7696BE-6ED5-47F9-ADF5-04E9937C6028}"/>
              </a:ext>
            </a:extLst>
          </p:cNvPr>
          <p:cNvSpPr txBox="1"/>
          <p:nvPr/>
        </p:nvSpPr>
        <p:spPr>
          <a:xfrm flipH="1">
            <a:off x="7518657" y="4556106"/>
            <a:ext cx="32506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8B5AC3-3173-4C90-919B-4B944FA98210}"/>
              </a:ext>
            </a:extLst>
          </p:cNvPr>
          <p:cNvSpPr txBox="1"/>
          <p:nvPr/>
        </p:nvSpPr>
        <p:spPr>
          <a:xfrm flipH="1">
            <a:off x="12488920" y="3791903"/>
            <a:ext cx="376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Title Three</a:t>
            </a:r>
            <a:endParaRPr lang="ru-RU" sz="3600" dirty="0">
              <a:latin typeface="+mj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4D190A5-20FB-4868-A7EF-F7046B13A2C4}"/>
              </a:ext>
            </a:extLst>
          </p:cNvPr>
          <p:cNvSpPr txBox="1"/>
          <p:nvPr/>
        </p:nvSpPr>
        <p:spPr>
          <a:xfrm flipH="1">
            <a:off x="12744057" y="4556106"/>
            <a:ext cx="32506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57" name="Plus Sign 56">
            <a:extLst>
              <a:ext uri="{FF2B5EF4-FFF2-40B4-BE49-F238E27FC236}">
                <a16:creationId xmlns:a16="http://schemas.microsoft.com/office/drawing/2014/main" id="{4228FA38-40AC-4433-A1A2-C418EF17509A}"/>
              </a:ext>
            </a:extLst>
          </p:cNvPr>
          <p:cNvSpPr/>
          <p:nvPr/>
        </p:nvSpPr>
        <p:spPr>
          <a:xfrm>
            <a:off x="11037570" y="4358670"/>
            <a:ext cx="1569660" cy="1569660"/>
          </a:xfrm>
          <a:prstGeom prst="mathPlus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71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F3C35AB-DA7D-4C65-AFAC-72E6581FE055}"/>
              </a:ext>
            </a:extLst>
          </p:cNvPr>
          <p:cNvSpPr/>
          <p:nvPr/>
        </p:nvSpPr>
        <p:spPr>
          <a:xfrm>
            <a:off x="6597000" y="1371600"/>
            <a:ext cx="5094000" cy="7543800"/>
          </a:xfrm>
          <a:prstGeom prst="roundRect">
            <a:avLst>
              <a:gd name="adj" fmla="val 3638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864D86F-7F6B-46FF-B17F-1FD3D47208D2}"/>
              </a:ext>
            </a:extLst>
          </p:cNvPr>
          <p:cNvSpPr/>
          <p:nvPr/>
        </p:nvSpPr>
        <p:spPr>
          <a:xfrm>
            <a:off x="11822400" y="1371600"/>
            <a:ext cx="5094000" cy="7543800"/>
          </a:xfrm>
          <a:prstGeom prst="roundRect">
            <a:avLst>
              <a:gd name="adj" fmla="val 3638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9E265A3-BCAC-428A-BA02-887D63E55E0C}"/>
              </a:ext>
            </a:extLst>
          </p:cNvPr>
          <p:cNvSpPr/>
          <p:nvPr/>
        </p:nvSpPr>
        <p:spPr>
          <a:xfrm>
            <a:off x="1371600" y="1371600"/>
            <a:ext cx="5094000" cy="7543800"/>
          </a:xfrm>
          <a:prstGeom prst="roundRect">
            <a:avLst>
              <a:gd name="adj" fmla="val 3638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8681BB67-6E22-445F-9ECF-D12B7CE42092}"/>
              </a:ext>
            </a:extLst>
          </p:cNvPr>
          <p:cNvSpPr/>
          <p:nvPr/>
        </p:nvSpPr>
        <p:spPr>
          <a:xfrm>
            <a:off x="6008785" y="4833809"/>
            <a:ext cx="1045029" cy="619382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0B64272E-F600-4B82-AB10-2CBA97E865CC}"/>
              </a:ext>
            </a:extLst>
          </p:cNvPr>
          <p:cNvSpPr/>
          <p:nvPr/>
        </p:nvSpPr>
        <p:spPr>
          <a:xfrm>
            <a:off x="11234185" y="4833809"/>
            <a:ext cx="1045029" cy="619382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4F0A667-35ED-4AFF-815D-9918062833BD}"/>
              </a:ext>
            </a:extLst>
          </p:cNvPr>
          <p:cNvSpPr txBox="1"/>
          <p:nvPr/>
        </p:nvSpPr>
        <p:spPr>
          <a:xfrm flipH="1">
            <a:off x="12277629" y="496518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Title Three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D47AD55-A798-44B4-904F-2447BD3C1ADD}"/>
              </a:ext>
            </a:extLst>
          </p:cNvPr>
          <p:cNvSpPr txBox="1"/>
          <p:nvPr/>
        </p:nvSpPr>
        <p:spPr>
          <a:xfrm flipH="1">
            <a:off x="12671486" y="5584563"/>
            <a:ext cx="3395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21" name="Freeform 464">
            <a:extLst>
              <a:ext uri="{FF2B5EF4-FFF2-40B4-BE49-F238E27FC236}">
                <a16:creationId xmlns:a16="http://schemas.microsoft.com/office/drawing/2014/main" id="{4C68A71E-CCE1-4FED-9D68-15DE33F263E1}"/>
              </a:ext>
            </a:extLst>
          </p:cNvPr>
          <p:cNvSpPr>
            <a:spLocks noEditPoints="1"/>
          </p:cNvSpPr>
          <p:nvPr/>
        </p:nvSpPr>
        <p:spPr bwMode="auto">
          <a:xfrm>
            <a:off x="13780373" y="3502109"/>
            <a:ext cx="1178054" cy="1077795"/>
          </a:xfrm>
          <a:custGeom>
            <a:avLst/>
            <a:gdLst>
              <a:gd name="T0" fmla="*/ 39 w 180"/>
              <a:gd name="T1" fmla="*/ 24 h 168"/>
              <a:gd name="T2" fmla="*/ 31 w 180"/>
              <a:gd name="T3" fmla="*/ 46 h 168"/>
              <a:gd name="T4" fmla="*/ 55 w 180"/>
              <a:gd name="T5" fmla="*/ 43 h 168"/>
              <a:gd name="T6" fmla="*/ 42 w 180"/>
              <a:gd name="T7" fmla="*/ 40 h 168"/>
              <a:gd name="T8" fmla="*/ 32 w 180"/>
              <a:gd name="T9" fmla="*/ 36 h 168"/>
              <a:gd name="T10" fmla="*/ 39 w 180"/>
              <a:gd name="T11" fmla="*/ 32 h 168"/>
              <a:gd name="T12" fmla="*/ 48 w 180"/>
              <a:gd name="T13" fmla="*/ 38 h 168"/>
              <a:gd name="T14" fmla="*/ 42 w 180"/>
              <a:gd name="T15" fmla="*/ 120 h 168"/>
              <a:gd name="T16" fmla="*/ 26 w 180"/>
              <a:gd name="T17" fmla="*/ 138 h 168"/>
              <a:gd name="T18" fmla="*/ 46 w 180"/>
              <a:gd name="T19" fmla="*/ 143 h 168"/>
              <a:gd name="T20" fmla="*/ 42 w 180"/>
              <a:gd name="T21" fmla="*/ 120 h 168"/>
              <a:gd name="T22" fmla="*/ 39 w 180"/>
              <a:gd name="T23" fmla="*/ 136 h 168"/>
              <a:gd name="T24" fmla="*/ 32 w 180"/>
              <a:gd name="T25" fmla="*/ 132 h 168"/>
              <a:gd name="T26" fmla="*/ 42 w 180"/>
              <a:gd name="T27" fmla="*/ 128 h 168"/>
              <a:gd name="T28" fmla="*/ 43 w 180"/>
              <a:gd name="T29" fmla="*/ 135 h 168"/>
              <a:gd name="T30" fmla="*/ 156 w 180"/>
              <a:gd name="T31" fmla="*/ 16 h 168"/>
              <a:gd name="T32" fmla="*/ 76 w 180"/>
              <a:gd name="T33" fmla="*/ 67 h 168"/>
              <a:gd name="T34" fmla="*/ 73 w 180"/>
              <a:gd name="T35" fmla="*/ 55 h 168"/>
              <a:gd name="T36" fmla="*/ 8 w 180"/>
              <a:gd name="T37" fmla="*/ 20 h 168"/>
              <a:gd name="T38" fmla="*/ 51 w 180"/>
              <a:gd name="T39" fmla="*/ 84 h 168"/>
              <a:gd name="T40" fmla="*/ 8 w 180"/>
              <a:gd name="T41" fmla="*/ 148 h 168"/>
              <a:gd name="T42" fmla="*/ 73 w 180"/>
              <a:gd name="T43" fmla="*/ 113 h 168"/>
              <a:gd name="T44" fmla="*/ 76 w 180"/>
              <a:gd name="T45" fmla="*/ 101 h 168"/>
              <a:gd name="T46" fmla="*/ 156 w 180"/>
              <a:gd name="T47" fmla="*/ 152 h 168"/>
              <a:gd name="T48" fmla="*/ 102 w 180"/>
              <a:gd name="T49" fmla="*/ 84 h 168"/>
              <a:gd name="T50" fmla="*/ 25 w 180"/>
              <a:gd name="T51" fmla="*/ 56 h 168"/>
              <a:gd name="T52" fmla="*/ 51 w 180"/>
              <a:gd name="T53" fmla="*/ 15 h 168"/>
              <a:gd name="T54" fmla="*/ 25 w 180"/>
              <a:gd name="T55" fmla="*/ 56 h 168"/>
              <a:gd name="T56" fmla="*/ 60 w 180"/>
              <a:gd name="T57" fmla="*/ 65 h 168"/>
              <a:gd name="T58" fmla="*/ 58 w 180"/>
              <a:gd name="T59" fmla="*/ 79 h 168"/>
              <a:gd name="T60" fmla="*/ 51 w 180"/>
              <a:gd name="T61" fmla="*/ 153 h 168"/>
              <a:gd name="T62" fmla="*/ 25 w 180"/>
              <a:gd name="T63" fmla="*/ 112 h 168"/>
              <a:gd name="T64" fmla="*/ 51 w 180"/>
              <a:gd name="T65" fmla="*/ 153 h 168"/>
              <a:gd name="T66" fmla="*/ 42 w 180"/>
              <a:gd name="T67" fmla="*/ 100 h 168"/>
              <a:gd name="T68" fmla="*/ 170 w 180"/>
              <a:gd name="T69" fmla="*/ 29 h 168"/>
              <a:gd name="T70" fmla="*/ 170 w 180"/>
              <a:gd name="T71" fmla="*/ 139 h 168"/>
              <a:gd name="T72" fmla="*/ 83 w 180"/>
              <a:gd name="T73" fmla="*/ 97 h 168"/>
              <a:gd name="T74" fmla="*/ 170 w 180"/>
              <a:gd name="T75" fmla="*/ 139 h 168"/>
              <a:gd name="T76" fmla="*/ 72 w 180"/>
              <a:gd name="T77" fmla="*/ 84 h 168"/>
              <a:gd name="T78" fmla="*/ 80 w 180"/>
              <a:gd name="T79" fmla="*/ 84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80" h="168">
                <a:moveTo>
                  <a:pt x="46" y="25"/>
                </a:moveTo>
                <a:cubicBezTo>
                  <a:pt x="44" y="24"/>
                  <a:pt x="41" y="24"/>
                  <a:pt x="39" y="24"/>
                </a:cubicBezTo>
                <a:cubicBezTo>
                  <a:pt x="34" y="24"/>
                  <a:pt x="29" y="26"/>
                  <a:pt x="26" y="30"/>
                </a:cubicBezTo>
                <a:cubicBezTo>
                  <a:pt x="22" y="35"/>
                  <a:pt x="24" y="43"/>
                  <a:pt x="31" y="46"/>
                </a:cubicBezTo>
                <a:cubicBezTo>
                  <a:pt x="34" y="47"/>
                  <a:pt x="38" y="48"/>
                  <a:pt x="42" y="48"/>
                </a:cubicBezTo>
                <a:cubicBezTo>
                  <a:pt x="47" y="48"/>
                  <a:pt x="52" y="46"/>
                  <a:pt x="55" y="43"/>
                </a:cubicBezTo>
                <a:cubicBezTo>
                  <a:pt x="59" y="37"/>
                  <a:pt x="53" y="29"/>
                  <a:pt x="46" y="25"/>
                </a:cubicBezTo>
                <a:moveTo>
                  <a:pt x="42" y="40"/>
                </a:moveTo>
                <a:cubicBezTo>
                  <a:pt x="39" y="40"/>
                  <a:pt x="36" y="39"/>
                  <a:pt x="35" y="39"/>
                </a:cubicBezTo>
                <a:cubicBezTo>
                  <a:pt x="33" y="38"/>
                  <a:pt x="32" y="37"/>
                  <a:pt x="32" y="36"/>
                </a:cubicBezTo>
                <a:cubicBezTo>
                  <a:pt x="32" y="36"/>
                  <a:pt x="32" y="35"/>
                  <a:pt x="32" y="34"/>
                </a:cubicBezTo>
                <a:cubicBezTo>
                  <a:pt x="34" y="33"/>
                  <a:pt x="36" y="32"/>
                  <a:pt x="39" y="32"/>
                </a:cubicBezTo>
                <a:cubicBezTo>
                  <a:pt x="40" y="32"/>
                  <a:pt x="42" y="32"/>
                  <a:pt x="43" y="33"/>
                </a:cubicBezTo>
                <a:cubicBezTo>
                  <a:pt x="46" y="34"/>
                  <a:pt x="48" y="37"/>
                  <a:pt x="48" y="38"/>
                </a:cubicBezTo>
                <a:cubicBezTo>
                  <a:pt x="47" y="39"/>
                  <a:pt x="45" y="40"/>
                  <a:pt x="42" y="40"/>
                </a:cubicBezTo>
                <a:moveTo>
                  <a:pt x="42" y="120"/>
                </a:moveTo>
                <a:cubicBezTo>
                  <a:pt x="38" y="120"/>
                  <a:pt x="34" y="121"/>
                  <a:pt x="31" y="122"/>
                </a:cubicBezTo>
                <a:cubicBezTo>
                  <a:pt x="24" y="125"/>
                  <a:pt x="22" y="133"/>
                  <a:pt x="26" y="138"/>
                </a:cubicBezTo>
                <a:cubicBezTo>
                  <a:pt x="29" y="142"/>
                  <a:pt x="34" y="144"/>
                  <a:pt x="39" y="144"/>
                </a:cubicBezTo>
                <a:cubicBezTo>
                  <a:pt x="41" y="144"/>
                  <a:pt x="44" y="144"/>
                  <a:pt x="46" y="143"/>
                </a:cubicBezTo>
                <a:cubicBezTo>
                  <a:pt x="53" y="139"/>
                  <a:pt x="59" y="131"/>
                  <a:pt x="55" y="125"/>
                </a:cubicBezTo>
                <a:cubicBezTo>
                  <a:pt x="52" y="122"/>
                  <a:pt x="47" y="120"/>
                  <a:pt x="42" y="120"/>
                </a:cubicBezTo>
                <a:moveTo>
                  <a:pt x="43" y="135"/>
                </a:moveTo>
                <a:cubicBezTo>
                  <a:pt x="42" y="136"/>
                  <a:pt x="40" y="136"/>
                  <a:pt x="39" y="136"/>
                </a:cubicBezTo>
                <a:cubicBezTo>
                  <a:pt x="36" y="136"/>
                  <a:pt x="34" y="135"/>
                  <a:pt x="32" y="134"/>
                </a:cubicBezTo>
                <a:cubicBezTo>
                  <a:pt x="32" y="133"/>
                  <a:pt x="32" y="132"/>
                  <a:pt x="32" y="132"/>
                </a:cubicBezTo>
                <a:cubicBezTo>
                  <a:pt x="32" y="131"/>
                  <a:pt x="33" y="130"/>
                  <a:pt x="35" y="129"/>
                </a:cubicBezTo>
                <a:cubicBezTo>
                  <a:pt x="36" y="129"/>
                  <a:pt x="39" y="128"/>
                  <a:pt x="42" y="128"/>
                </a:cubicBezTo>
                <a:cubicBezTo>
                  <a:pt x="45" y="128"/>
                  <a:pt x="47" y="129"/>
                  <a:pt x="48" y="130"/>
                </a:cubicBezTo>
                <a:cubicBezTo>
                  <a:pt x="48" y="131"/>
                  <a:pt x="46" y="134"/>
                  <a:pt x="43" y="135"/>
                </a:cubicBezTo>
                <a:moveTo>
                  <a:pt x="180" y="32"/>
                </a:moveTo>
                <a:cubicBezTo>
                  <a:pt x="180" y="23"/>
                  <a:pt x="165" y="16"/>
                  <a:pt x="156" y="16"/>
                </a:cubicBezTo>
                <a:cubicBezTo>
                  <a:pt x="155" y="16"/>
                  <a:pt x="155" y="16"/>
                  <a:pt x="155" y="16"/>
                </a:cubicBezTo>
                <a:cubicBezTo>
                  <a:pt x="149" y="16"/>
                  <a:pt x="147" y="17"/>
                  <a:pt x="76" y="67"/>
                </a:cubicBezTo>
                <a:cubicBezTo>
                  <a:pt x="68" y="61"/>
                  <a:pt x="68" y="61"/>
                  <a:pt x="68" y="61"/>
                </a:cubicBezTo>
                <a:cubicBezTo>
                  <a:pt x="70" y="59"/>
                  <a:pt x="72" y="57"/>
                  <a:pt x="73" y="55"/>
                </a:cubicBezTo>
                <a:cubicBezTo>
                  <a:pt x="82" y="40"/>
                  <a:pt x="70" y="17"/>
                  <a:pt x="54" y="8"/>
                </a:cubicBezTo>
                <a:cubicBezTo>
                  <a:pt x="38" y="0"/>
                  <a:pt x="18" y="5"/>
                  <a:pt x="8" y="20"/>
                </a:cubicBezTo>
                <a:cubicBezTo>
                  <a:pt x="0" y="34"/>
                  <a:pt x="4" y="52"/>
                  <a:pt x="19" y="62"/>
                </a:cubicBezTo>
                <a:cubicBezTo>
                  <a:pt x="31" y="70"/>
                  <a:pt x="41" y="77"/>
                  <a:pt x="51" y="84"/>
                </a:cubicBezTo>
                <a:cubicBezTo>
                  <a:pt x="41" y="91"/>
                  <a:pt x="31" y="98"/>
                  <a:pt x="19" y="106"/>
                </a:cubicBezTo>
                <a:cubicBezTo>
                  <a:pt x="4" y="116"/>
                  <a:pt x="0" y="134"/>
                  <a:pt x="8" y="148"/>
                </a:cubicBezTo>
                <a:cubicBezTo>
                  <a:pt x="18" y="163"/>
                  <a:pt x="38" y="168"/>
                  <a:pt x="54" y="160"/>
                </a:cubicBezTo>
                <a:cubicBezTo>
                  <a:pt x="70" y="151"/>
                  <a:pt x="82" y="128"/>
                  <a:pt x="73" y="113"/>
                </a:cubicBezTo>
                <a:cubicBezTo>
                  <a:pt x="72" y="111"/>
                  <a:pt x="70" y="109"/>
                  <a:pt x="68" y="107"/>
                </a:cubicBezTo>
                <a:cubicBezTo>
                  <a:pt x="76" y="101"/>
                  <a:pt x="76" y="101"/>
                  <a:pt x="76" y="101"/>
                </a:cubicBezTo>
                <a:cubicBezTo>
                  <a:pt x="147" y="151"/>
                  <a:pt x="149" y="152"/>
                  <a:pt x="155" y="152"/>
                </a:cubicBezTo>
                <a:cubicBezTo>
                  <a:pt x="156" y="152"/>
                  <a:pt x="156" y="152"/>
                  <a:pt x="156" y="152"/>
                </a:cubicBezTo>
                <a:cubicBezTo>
                  <a:pt x="165" y="152"/>
                  <a:pt x="180" y="145"/>
                  <a:pt x="180" y="136"/>
                </a:cubicBezTo>
                <a:cubicBezTo>
                  <a:pt x="102" y="84"/>
                  <a:pt x="102" y="84"/>
                  <a:pt x="102" y="84"/>
                </a:cubicBezTo>
                <a:lnTo>
                  <a:pt x="180" y="32"/>
                </a:lnTo>
                <a:close/>
                <a:moveTo>
                  <a:pt x="25" y="56"/>
                </a:moveTo>
                <a:cubicBezTo>
                  <a:pt x="13" y="49"/>
                  <a:pt x="8" y="35"/>
                  <a:pt x="15" y="24"/>
                </a:cubicBezTo>
                <a:cubicBezTo>
                  <a:pt x="23" y="13"/>
                  <a:pt x="38" y="9"/>
                  <a:pt x="51" y="15"/>
                </a:cubicBezTo>
                <a:cubicBezTo>
                  <a:pt x="63" y="22"/>
                  <a:pt x="73" y="39"/>
                  <a:pt x="66" y="50"/>
                </a:cubicBezTo>
                <a:cubicBezTo>
                  <a:pt x="58" y="62"/>
                  <a:pt x="37" y="63"/>
                  <a:pt x="25" y="56"/>
                </a:cubicBezTo>
                <a:moveTo>
                  <a:pt x="42" y="68"/>
                </a:moveTo>
                <a:cubicBezTo>
                  <a:pt x="48" y="68"/>
                  <a:pt x="54" y="67"/>
                  <a:pt x="60" y="65"/>
                </a:cubicBezTo>
                <a:cubicBezTo>
                  <a:pt x="69" y="72"/>
                  <a:pt x="69" y="72"/>
                  <a:pt x="69" y="72"/>
                </a:cubicBezTo>
                <a:cubicBezTo>
                  <a:pt x="65" y="74"/>
                  <a:pt x="62" y="77"/>
                  <a:pt x="58" y="79"/>
                </a:cubicBezTo>
                <a:cubicBezTo>
                  <a:pt x="53" y="76"/>
                  <a:pt x="47" y="72"/>
                  <a:pt x="42" y="68"/>
                </a:cubicBezTo>
                <a:moveTo>
                  <a:pt x="51" y="153"/>
                </a:moveTo>
                <a:cubicBezTo>
                  <a:pt x="38" y="159"/>
                  <a:pt x="23" y="155"/>
                  <a:pt x="15" y="144"/>
                </a:cubicBezTo>
                <a:cubicBezTo>
                  <a:pt x="8" y="133"/>
                  <a:pt x="13" y="118"/>
                  <a:pt x="25" y="112"/>
                </a:cubicBezTo>
                <a:cubicBezTo>
                  <a:pt x="37" y="105"/>
                  <a:pt x="58" y="106"/>
                  <a:pt x="66" y="118"/>
                </a:cubicBezTo>
                <a:cubicBezTo>
                  <a:pt x="73" y="129"/>
                  <a:pt x="63" y="146"/>
                  <a:pt x="51" y="153"/>
                </a:cubicBezTo>
                <a:moveTo>
                  <a:pt x="60" y="103"/>
                </a:moveTo>
                <a:cubicBezTo>
                  <a:pt x="54" y="101"/>
                  <a:pt x="48" y="100"/>
                  <a:pt x="42" y="100"/>
                </a:cubicBezTo>
                <a:cubicBezTo>
                  <a:pt x="135" y="35"/>
                  <a:pt x="151" y="24"/>
                  <a:pt x="155" y="24"/>
                </a:cubicBezTo>
                <a:cubicBezTo>
                  <a:pt x="155" y="24"/>
                  <a:pt x="162" y="23"/>
                  <a:pt x="170" y="29"/>
                </a:cubicBezTo>
                <a:lnTo>
                  <a:pt x="60" y="103"/>
                </a:lnTo>
                <a:close/>
                <a:moveTo>
                  <a:pt x="170" y="139"/>
                </a:moveTo>
                <a:cubicBezTo>
                  <a:pt x="162" y="145"/>
                  <a:pt x="155" y="144"/>
                  <a:pt x="155" y="144"/>
                </a:cubicBezTo>
                <a:cubicBezTo>
                  <a:pt x="152" y="144"/>
                  <a:pt x="140" y="136"/>
                  <a:pt x="83" y="97"/>
                </a:cubicBezTo>
                <a:cubicBezTo>
                  <a:pt x="95" y="89"/>
                  <a:pt x="95" y="89"/>
                  <a:pt x="95" y="89"/>
                </a:cubicBezTo>
                <a:lnTo>
                  <a:pt x="170" y="139"/>
                </a:lnTo>
                <a:close/>
                <a:moveTo>
                  <a:pt x="76" y="80"/>
                </a:moveTo>
                <a:cubicBezTo>
                  <a:pt x="74" y="80"/>
                  <a:pt x="72" y="82"/>
                  <a:pt x="72" y="84"/>
                </a:cubicBezTo>
                <a:cubicBezTo>
                  <a:pt x="72" y="86"/>
                  <a:pt x="74" y="88"/>
                  <a:pt x="76" y="88"/>
                </a:cubicBezTo>
                <a:cubicBezTo>
                  <a:pt x="78" y="88"/>
                  <a:pt x="80" y="86"/>
                  <a:pt x="80" y="84"/>
                </a:cubicBezTo>
                <a:cubicBezTo>
                  <a:pt x="80" y="82"/>
                  <a:pt x="78" y="80"/>
                  <a:pt x="76" y="8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CDED53-1A06-455D-8FC3-40A7FBB0860E}"/>
              </a:ext>
            </a:extLst>
          </p:cNvPr>
          <p:cNvSpPr txBox="1"/>
          <p:nvPr/>
        </p:nvSpPr>
        <p:spPr>
          <a:xfrm flipH="1">
            <a:off x="7052229" y="496518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Title Three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4DF6DB-E974-4BAC-8F1C-9FD5EC8D9582}"/>
              </a:ext>
            </a:extLst>
          </p:cNvPr>
          <p:cNvSpPr txBox="1"/>
          <p:nvPr/>
        </p:nvSpPr>
        <p:spPr>
          <a:xfrm flipH="1">
            <a:off x="7446086" y="5584563"/>
            <a:ext cx="3395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2DF7AC-3CF8-4DEF-998C-FD38B0FD6B20}"/>
              </a:ext>
            </a:extLst>
          </p:cNvPr>
          <p:cNvSpPr txBox="1"/>
          <p:nvPr/>
        </p:nvSpPr>
        <p:spPr>
          <a:xfrm flipH="1">
            <a:off x="1826829" y="496518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Title Three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FE6EE9-CBF4-4DF0-A9FE-F5DAF89B2770}"/>
              </a:ext>
            </a:extLst>
          </p:cNvPr>
          <p:cNvSpPr txBox="1"/>
          <p:nvPr/>
        </p:nvSpPr>
        <p:spPr>
          <a:xfrm flipH="1">
            <a:off x="2220686" y="5584563"/>
            <a:ext cx="3395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34" name="Freeform 463">
            <a:extLst>
              <a:ext uri="{FF2B5EF4-FFF2-40B4-BE49-F238E27FC236}">
                <a16:creationId xmlns:a16="http://schemas.microsoft.com/office/drawing/2014/main" id="{6CD76992-60C5-491E-B8C5-419F7052F9FB}"/>
              </a:ext>
            </a:extLst>
          </p:cNvPr>
          <p:cNvSpPr>
            <a:spLocks noEditPoints="1"/>
          </p:cNvSpPr>
          <p:nvPr/>
        </p:nvSpPr>
        <p:spPr bwMode="auto">
          <a:xfrm>
            <a:off x="3248624" y="3502108"/>
            <a:ext cx="1339952" cy="1077796"/>
          </a:xfrm>
          <a:custGeom>
            <a:avLst/>
            <a:gdLst>
              <a:gd name="T0" fmla="*/ 16 w 176"/>
              <a:gd name="T1" fmla="*/ 104 h 144"/>
              <a:gd name="T2" fmla="*/ 24 w 176"/>
              <a:gd name="T3" fmla="*/ 104 h 144"/>
              <a:gd name="T4" fmla="*/ 44 w 176"/>
              <a:gd name="T5" fmla="*/ 84 h 144"/>
              <a:gd name="T6" fmla="*/ 136 w 176"/>
              <a:gd name="T7" fmla="*/ 80 h 144"/>
              <a:gd name="T8" fmla="*/ 116 w 176"/>
              <a:gd name="T9" fmla="*/ 108 h 144"/>
              <a:gd name="T10" fmla="*/ 136 w 176"/>
              <a:gd name="T11" fmla="*/ 88 h 144"/>
              <a:gd name="T12" fmla="*/ 136 w 176"/>
              <a:gd name="T13" fmla="*/ 80 h 144"/>
              <a:gd name="T14" fmla="*/ 143 w 176"/>
              <a:gd name="T15" fmla="*/ 16 h 144"/>
              <a:gd name="T16" fmla="*/ 120 w 176"/>
              <a:gd name="T17" fmla="*/ 0 h 144"/>
              <a:gd name="T18" fmla="*/ 80 w 176"/>
              <a:gd name="T19" fmla="*/ 24 h 144"/>
              <a:gd name="T20" fmla="*/ 33 w 176"/>
              <a:gd name="T21" fmla="*/ 16 h 144"/>
              <a:gd name="T22" fmla="*/ 4 w 176"/>
              <a:gd name="T23" fmla="*/ 87 h 144"/>
              <a:gd name="T24" fmla="*/ 40 w 176"/>
              <a:gd name="T25" fmla="*/ 144 h 144"/>
              <a:gd name="T26" fmla="*/ 97 w 176"/>
              <a:gd name="T27" fmla="*/ 112 h 144"/>
              <a:gd name="T28" fmla="*/ 176 w 176"/>
              <a:gd name="T29" fmla="*/ 104 h 144"/>
              <a:gd name="T30" fmla="*/ 40 w 176"/>
              <a:gd name="T31" fmla="*/ 136 h 144"/>
              <a:gd name="T32" fmla="*/ 40 w 176"/>
              <a:gd name="T33" fmla="*/ 72 h 144"/>
              <a:gd name="T34" fmla="*/ 40 w 176"/>
              <a:gd name="T35" fmla="*/ 136 h 144"/>
              <a:gd name="T36" fmla="*/ 40 w 176"/>
              <a:gd name="T37" fmla="*/ 64 h 144"/>
              <a:gd name="T38" fmla="*/ 41 w 176"/>
              <a:gd name="T39" fmla="*/ 17 h 144"/>
              <a:gd name="T40" fmla="*/ 56 w 176"/>
              <a:gd name="T41" fmla="*/ 8 h 144"/>
              <a:gd name="T42" fmla="*/ 72 w 176"/>
              <a:gd name="T43" fmla="*/ 23 h 144"/>
              <a:gd name="T44" fmla="*/ 96 w 176"/>
              <a:gd name="T45" fmla="*/ 104 h 144"/>
              <a:gd name="T46" fmla="*/ 80 w 176"/>
              <a:gd name="T47" fmla="*/ 96 h 144"/>
              <a:gd name="T48" fmla="*/ 96 w 176"/>
              <a:gd name="T49" fmla="*/ 104 h 144"/>
              <a:gd name="T50" fmla="*/ 80 w 176"/>
              <a:gd name="T51" fmla="*/ 88 h 144"/>
              <a:gd name="T52" fmla="*/ 96 w 176"/>
              <a:gd name="T53" fmla="*/ 32 h 144"/>
              <a:gd name="T54" fmla="*/ 104 w 176"/>
              <a:gd name="T55" fmla="*/ 23 h 144"/>
              <a:gd name="T56" fmla="*/ 120 w 176"/>
              <a:gd name="T57" fmla="*/ 8 h 144"/>
              <a:gd name="T58" fmla="*/ 135 w 176"/>
              <a:gd name="T59" fmla="*/ 17 h 144"/>
              <a:gd name="T60" fmla="*/ 136 w 176"/>
              <a:gd name="T61" fmla="*/ 64 h 144"/>
              <a:gd name="T62" fmla="*/ 104 w 176"/>
              <a:gd name="T63" fmla="*/ 23 h 144"/>
              <a:gd name="T64" fmla="*/ 104 w 176"/>
              <a:gd name="T65" fmla="*/ 104 h 144"/>
              <a:gd name="T66" fmla="*/ 168 w 176"/>
              <a:gd name="T67" fmla="*/ 10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76" h="144">
                <a:moveTo>
                  <a:pt x="40" y="80"/>
                </a:moveTo>
                <a:cubicBezTo>
                  <a:pt x="27" y="80"/>
                  <a:pt x="16" y="91"/>
                  <a:pt x="16" y="104"/>
                </a:cubicBezTo>
                <a:cubicBezTo>
                  <a:pt x="16" y="106"/>
                  <a:pt x="18" y="108"/>
                  <a:pt x="20" y="108"/>
                </a:cubicBezTo>
                <a:cubicBezTo>
                  <a:pt x="22" y="108"/>
                  <a:pt x="24" y="106"/>
                  <a:pt x="24" y="104"/>
                </a:cubicBezTo>
                <a:cubicBezTo>
                  <a:pt x="24" y="95"/>
                  <a:pt x="31" y="88"/>
                  <a:pt x="40" y="88"/>
                </a:cubicBezTo>
                <a:cubicBezTo>
                  <a:pt x="42" y="88"/>
                  <a:pt x="44" y="86"/>
                  <a:pt x="44" y="84"/>
                </a:cubicBezTo>
                <a:cubicBezTo>
                  <a:pt x="44" y="82"/>
                  <a:pt x="42" y="80"/>
                  <a:pt x="40" y="80"/>
                </a:cubicBezTo>
                <a:moveTo>
                  <a:pt x="136" y="80"/>
                </a:moveTo>
                <a:cubicBezTo>
                  <a:pt x="123" y="80"/>
                  <a:pt x="112" y="91"/>
                  <a:pt x="112" y="104"/>
                </a:cubicBezTo>
                <a:cubicBezTo>
                  <a:pt x="112" y="106"/>
                  <a:pt x="114" y="108"/>
                  <a:pt x="116" y="108"/>
                </a:cubicBezTo>
                <a:cubicBezTo>
                  <a:pt x="118" y="108"/>
                  <a:pt x="120" y="106"/>
                  <a:pt x="120" y="104"/>
                </a:cubicBezTo>
                <a:cubicBezTo>
                  <a:pt x="120" y="95"/>
                  <a:pt x="127" y="88"/>
                  <a:pt x="136" y="88"/>
                </a:cubicBezTo>
                <a:cubicBezTo>
                  <a:pt x="138" y="88"/>
                  <a:pt x="140" y="86"/>
                  <a:pt x="140" y="84"/>
                </a:cubicBezTo>
                <a:cubicBezTo>
                  <a:pt x="140" y="82"/>
                  <a:pt x="138" y="80"/>
                  <a:pt x="136" y="80"/>
                </a:cubicBezTo>
                <a:moveTo>
                  <a:pt x="172" y="87"/>
                </a:moveTo>
                <a:cubicBezTo>
                  <a:pt x="143" y="16"/>
                  <a:pt x="143" y="16"/>
                  <a:pt x="143" y="16"/>
                </a:cubicBezTo>
                <a:cubicBezTo>
                  <a:pt x="143" y="16"/>
                  <a:pt x="143" y="16"/>
                  <a:pt x="143" y="16"/>
                </a:cubicBezTo>
                <a:cubicBezTo>
                  <a:pt x="139" y="7"/>
                  <a:pt x="130" y="0"/>
                  <a:pt x="120" y="0"/>
                </a:cubicBezTo>
                <a:cubicBezTo>
                  <a:pt x="107" y="0"/>
                  <a:pt x="96" y="11"/>
                  <a:pt x="96" y="24"/>
                </a:cubicBezTo>
                <a:cubicBezTo>
                  <a:pt x="80" y="24"/>
                  <a:pt x="80" y="24"/>
                  <a:pt x="80" y="24"/>
                </a:cubicBezTo>
                <a:cubicBezTo>
                  <a:pt x="80" y="11"/>
                  <a:pt x="69" y="0"/>
                  <a:pt x="56" y="0"/>
                </a:cubicBezTo>
                <a:cubicBezTo>
                  <a:pt x="46" y="0"/>
                  <a:pt x="37" y="7"/>
                  <a:pt x="33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4" y="87"/>
                  <a:pt x="4" y="87"/>
                  <a:pt x="4" y="87"/>
                </a:cubicBezTo>
                <a:cubicBezTo>
                  <a:pt x="1" y="92"/>
                  <a:pt x="0" y="98"/>
                  <a:pt x="0" y="104"/>
                </a:cubicBezTo>
                <a:cubicBezTo>
                  <a:pt x="0" y="126"/>
                  <a:pt x="18" y="144"/>
                  <a:pt x="40" y="144"/>
                </a:cubicBezTo>
                <a:cubicBezTo>
                  <a:pt x="59" y="144"/>
                  <a:pt x="75" y="130"/>
                  <a:pt x="79" y="112"/>
                </a:cubicBezTo>
                <a:cubicBezTo>
                  <a:pt x="97" y="112"/>
                  <a:pt x="97" y="112"/>
                  <a:pt x="97" y="112"/>
                </a:cubicBezTo>
                <a:cubicBezTo>
                  <a:pt x="101" y="130"/>
                  <a:pt x="117" y="144"/>
                  <a:pt x="136" y="144"/>
                </a:cubicBezTo>
                <a:cubicBezTo>
                  <a:pt x="158" y="144"/>
                  <a:pt x="176" y="126"/>
                  <a:pt x="176" y="104"/>
                </a:cubicBezTo>
                <a:cubicBezTo>
                  <a:pt x="176" y="98"/>
                  <a:pt x="175" y="92"/>
                  <a:pt x="172" y="87"/>
                </a:cubicBezTo>
                <a:moveTo>
                  <a:pt x="40" y="136"/>
                </a:moveTo>
                <a:cubicBezTo>
                  <a:pt x="22" y="136"/>
                  <a:pt x="8" y="122"/>
                  <a:pt x="8" y="104"/>
                </a:cubicBezTo>
                <a:cubicBezTo>
                  <a:pt x="8" y="86"/>
                  <a:pt x="22" y="72"/>
                  <a:pt x="40" y="72"/>
                </a:cubicBezTo>
                <a:cubicBezTo>
                  <a:pt x="58" y="72"/>
                  <a:pt x="72" y="86"/>
                  <a:pt x="72" y="104"/>
                </a:cubicBezTo>
                <a:cubicBezTo>
                  <a:pt x="72" y="122"/>
                  <a:pt x="58" y="136"/>
                  <a:pt x="40" y="136"/>
                </a:cubicBezTo>
                <a:moveTo>
                  <a:pt x="72" y="80"/>
                </a:moveTo>
                <a:cubicBezTo>
                  <a:pt x="65" y="70"/>
                  <a:pt x="53" y="64"/>
                  <a:pt x="40" y="64"/>
                </a:cubicBezTo>
                <a:cubicBezTo>
                  <a:pt x="33" y="64"/>
                  <a:pt x="26" y="66"/>
                  <a:pt x="20" y="69"/>
                </a:cubicBezTo>
                <a:cubicBezTo>
                  <a:pt x="41" y="17"/>
                  <a:pt x="41" y="17"/>
                  <a:pt x="41" y="17"/>
                </a:cubicBezTo>
                <a:cubicBezTo>
                  <a:pt x="41" y="17"/>
                  <a:pt x="41" y="17"/>
                  <a:pt x="41" y="17"/>
                </a:cubicBezTo>
                <a:cubicBezTo>
                  <a:pt x="44" y="12"/>
                  <a:pt x="50" y="8"/>
                  <a:pt x="56" y="8"/>
                </a:cubicBezTo>
                <a:cubicBezTo>
                  <a:pt x="64" y="8"/>
                  <a:pt x="71" y="14"/>
                  <a:pt x="72" y="23"/>
                </a:cubicBezTo>
                <a:cubicBezTo>
                  <a:pt x="72" y="23"/>
                  <a:pt x="72" y="23"/>
                  <a:pt x="72" y="23"/>
                </a:cubicBezTo>
                <a:lnTo>
                  <a:pt x="72" y="80"/>
                </a:lnTo>
                <a:close/>
                <a:moveTo>
                  <a:pt x="96" y="104"/>
                </a:moveTo>
                <a:cubicBezTo>
                  <a:pt x="80" y="104"/>
                  <a:pt x="80" y="104"/>
                  <a:pt x="80" y="104"/>
                </a:cubicBezTo>
                <a:cubicBezTo>
                  <a:pt x="80" y="96"/>
                  <a:pt x="80" y="96"/>
                  <a:pt x="80" y="96"/>
                </a:cubicBezTo>
                <a:cubicBezTo>
                  <a:pt x="96" y="96"/>
                  <a:pt x="96" y="96"/>
                  <a:pt x="96" y="96"/>
                </a:cubicBezTo>
                <a:lnTo>
                  <a:pt x="96" y="104"/>
                </a:lnTo>
                <a:close/>
                <a:moveTo>
                  <a:pt x="96" y="88"/>
                </a:moveTo>
                <a:cubicBezTo>
                  <a:pt x="80" y="88"/>
                  <a:pt x="80" y="88"/>
                  <a:pt x="80" y="88"/>
                </a:cubicBezTo>
                <a:cubicBezTo>
                  <a:pt x="80" y="32"/>
                  <a:pt x="80" y="32"/>
                  <a:pt x="80" y="32"/>
                </a:cubicBezTo>
                <a:cubicBezTo>
                  <a:pt x="96" y="32"/>
                  <a:pt x="96" y="32"/>
                  <a:pt x="96" y="32"/>
                </a:cubicBezTo>
                <a:lnTo>
                  <a:pt x="96" y="88"/>
                </a:lnTo>
                <a:close/>
                <a:moveTo>
                  <a:pt x="104" y="23"/>
                </a:moveTo>
                <a:cubicBezTo>
                  <a:pt x="104" y="23"/>
                  <a:pt x="104" y="23"/>
                  <a:pt x="104" y="23"/>
                </a:cubicBezTo>
                <a:cubicBezTo>
                  <a:pt x="105" y="14"/>
                  <a:pt x="112" y="8"/>
                  <a:pt x="120" y="8"/>
                </a:cubicBezTo>
                <a:cubicBezTo>
                  <a:pt x="126" y="8"/>
                  <a:pt x="132" y="12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0" y="66"/>
                  <a:pt x="143" y="64"/>
                  <a:pt x="136" y="64"/>
                </a:cubicBezTo>
                <a:cubicBezTo>
                  <a:pt x="123" y="64"/>
                  <a:pt x="111" y="70"/>
                  <a:pt x="104" y="80"/>
                </a:cubicBezTo>
                <a:lnTo>
                  <a:pt x="104" y="23"/>
                </a:lnTo>
                <a:close/>
                <a:moveTo>
                  <a:pt x="136" y="136"/>
                </a:moveTo>
                <a:cubicBezTo>
                  <a:pt x="118" y="136"/>
                  <a:pt x="104" y="122"/>
                  <a:pt x="104" y="104"/>
                </a:cubicBezTo>
                <a:cubicBezTo>
                  <a:pt x="104" y="86"/>
                  <a:pt x="118" y="72"/>
                  <a:pt x="136" y="72"/>
                </a:cubicBezTo>
                <a:cubicBezTo>
                  <a:pt x="154" y="72"/>
                  <a:pt x="168" y="86"/>
                  <a:pt x="168" y="104"/>
                </a:cubicBezTo>
                <a:cubicBezTo>
                  <a:pt x="168" y="122"/>
                  <a:pt x="154" y="136"/>
                  <a:pt x="136" y="136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5" name="Freeform 203">
            <a:extLst>
              <a:ext uri="{FF2B5EF4-FFF2-40B4-BE49-F238E27FC236}">
                <a16:creationId xmlns:a16="http://schemas.microsoft.com/office/drawing/2014/main" id="{FC46DC52-11A8-4E42-B99A-93561C9D50B3}"/>
              </a:ext>
            </a:extLst>
          </p:cNvPr>
          <p:cNvSpPr>
            <a:spLocks noEditPoints="1"/>
          </p:cNvSpPr>
          <p:nvPr/>
        </p:nvSpPr>
        <p:spPr bwMode="auto">
          <a:xfrm>
            <a:off x="8392817" y="3502108"/>
            <a:ext cx="1502367" cy="1077796"/>
          </a:xfrm>
          <a:custGeom>
            <a:avLst/>
            <a:gdLst>
              <a:gd name="T0" fmla="*/ 32 w 176"/>
              <a:gd name="T1" fmla="*/ 52 h 128"/>
              <a:gd name="T2" fmla="*/ 48 w 176"/>
              <a:gd name="T3" fmla="*/ 52 h 128"/>
              <a:gd name="T4" fmla="*/ 140 w 176"/>
              <a:gd name="T5" fmla="*/ 8 h 128"/>
              <a:gd name="T6" fmla="*/ 36 w 176"/>
              <a:gd name="T7" fmla="*/ 0 h 128"/>
              <a:gd name="T8" fmla="*/ 20 w 176"/>
              <a:gd name="T9" fmla="*/ 24 h 128"/>
              <a:gd name="T10" fmla="*/ 156 w 176"/>
              <a:gd name="T11" fmla="*/ 16 h 128"/>
              <a:gd name="T12" fmla="*/ 20 w 176"/>
              <a:gd name="T13" fmla="*/ 24 h 128"/>
              <a:gd name="T14" fmla="*/ 0 w 176"/>
              <a:gd name="T15" fmla="*/ 40 h 128"/>
              <a:gd name="T16" fmla="*/ 168 w 176"/>
              <a:gd name="T17" fmla="*/ 128 h 128"/>
              <a:gd name="T18" fmla="*/ 168 w 176"/>
              <a:gd name="T19" fmla="*/ 32 h 128"/>
              <a:gd name="T20" fmla="*/ 12 w 176"/>
              <a:gd name="T21" fmla="*/ 48 h 128"/>
              <a:gd name="T22" fmla="*/ 12 w 176"/>
              <a:gd name="T23" fmla="*/ 120 h 128"/>
              <a:gd name="T24" fmla="*/ 16 w 176"/>
              <a:gd name="T25" fmla="*/ 116 h 128"/>
              <a:gd name="T26" fmla="*/ 160 w 176"/>
              <a:gd name="T27" fmla="*/ 116 h 128"/>
              <a:gd name="T28" fmla="*/ 164 w 176"/>
              <a:gd name="T29" fmla="*/ 120 h 128"/>
              <a:gd name="T30" fmla="*/ 152 w 176"/>
              <a:gd name="T31" fmla="*/ 116 h 128"/>
              <a:gd name="T32" fmla="*/ 24 w 176"/>
              <a:gd name="T33" fmla="*/ 116 h 128"/>
              <a:gd name="T34" fmla="*/ 8 w 176"/>
              <a:gd name="T35" fmla="*/ 55 h 128"/>
              <a:gd name="T36" fmla="*/ 23 w 176"/>
              <a:gd name="T37" fmla="*/ 40 h 128"/>
              <a:gd name="T38" fmla="*/ 164 w 176"/>
              <a:gd name="T39" fmla="*/ 56 h 128"/>
              <a:gd name="T40" fmla="*/ 164 w 176"/>
              <a:gd name="T41" fmla="*/ 48 h 128"/>
              <a:gd name="T42" fmla="*/ 168 w 176"/>
              <a:gd name="T43" fmla="*/ 44 h 128"/>
              <a:gd name="T44" fmla="*/ 132 w 176"/>
              <a:gd name="T45" fmla="*/ 104 h 128"/>
              <a:gd name="T46" fmla="*/ 140 w 176"/>
              <a:gd name="T47" fmla="*/ 112 h 128"/>
              <a:gd name="T48" fmla="*/ 88 w 176"/>
              <a:gd name="T49" fmla="*/ 48 h 128"/>
              <a:gd name="T50" fmla="*/ 120 w 176"/>
              <a:gd name="T51" fmla="*/ 80 h 128"/>
              <a:gd name="T52" fmla="*/ 98 w 176"/>
              <a:gd name="T53" fmla="*/ 97 h 128"/>
              <a:gd name="T54" fmla="*/ 90 w 176"/>
              <a:gd name="T55" fmla="*/ 104 h 128"/>
              <a:gd name="T56" fmla="*/ 82 w 176"/>
              <a:gd name="T57" fmla="*/ 99 h 128"/>
              <a:gd name="T58" fmla="*/ 74 w 176"/>
              <a:gd name="T59" fmla="*/ 88 h 128"/>
              <a:gd name="T60" fmla="*/ 86 w 176"/>
              <a:gd name="T61" fmla="*/ 95 h 128"/>
              <a:gd name="T62" fmla="*/ 79 w 176"/>
              <a:gd name="T63" fmla="*/ 79 h 128"/>
              <a:gd name="T64" fmla="*/ 76 w 176"/>
              <a:gd name="T65" fmla="*/ 66 h 128"/>
              <a:gd name="T66" fmla="*/ 86 w 176"/>
              <a:gd name="T67" fmla="*/ 60 h 128"/>
              <a:gd name="T68" fmla="*/ 90 w 176"/>
              <a:gd name="T69" fmla="*/ 60 h 128"/>
              <a:gd name="T70" fmla="*/ 100 w 176"/>
              <a:gd name="T71" fmla="*/ 66 h 128"/>
              <a:gd name="T72" fmla="*/ 93 w 176"/>
              <a:gd name="T73" fmla="*/ 66 h 128"/>
              <a:gd name="T74" fmla="*/ 94 w 176"/>
              <a:gd name="T75" fmla="*/ 77 h 128"/>
              <a:gd name="T76" fmla="*/ 102 w 176"/>
              <a:gd name="T77" fmla="*/ 88 h 128"/>
              <a:gd name="T78" fmla="*/ 92 w 176"/>
              <a:gd name="T79" fmla="*/ 83 h 128"/>
              <a:gd name="T80" fmla="*/ 94 w 176"/>
              <a:gd name="T81" fmla="*/ 94 h 128"/>
              <a:gd name="T82" fmla="*/ 94 w 176"/>
              <a:gd name="T83" fmla="*/ 85 h 128"/>
              <a:gd name="T84" fmla="*/ 83 w 176"/>
              <a:gd name="T85" fmla="*/ 74 h 128"/>
              <a:gd name="T86" fmla="*/ 86 w 176"/>
              <a:gd name="T87" fmla="*/ 6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76" h="128">
                <a:moveTo>
                  <a:pt x="44" y="48"/>
                </a:moveTo>
                <a:cubicBezTo>
                  <a:pt x="36" y="48"/>
                  <a:pt x="36" y="48"/>
                  <a:pt x="36" y="48"/>
                </a:cubicBezTo>
                <a:cubicBezTo>
                  <a:pt x="34" y="48"/>
                  <a:pt x="32" y="50"/>
                  <a:pt x="32" y="52"/>
                </a:cubicBezTo>
                <a:cubicBezTo>
                  <a:pt x="32" y="54"/>
                  <a:pt x="34" y="56"/>
                  <a:pt x="36" y="56"/>
                </a:cubicBezTo>
                <a:cubicBezTo>
                  <a:pt x="44" y="56"/>
                  <a:pt x="44" y="56"/>
                  <a:pt x="44" y="56"/>
                </a:cubicBezTo>
                <a:cubicBezTo>
                  <a:pt x="46" y="56"/>
                  <a:pt x="48" y="54"/>
                  <a:pt x="48" y="52"/>
                </a:cubicBezTo>
                <a:cubicBezTo>
                  <a:pt x="48" y="50"/>
                  <a:pt x="46" y="48"/>
                  <a:pt x="44" y="48"/>
                </a:cubicBezTo>
                <a:moveTo>
                  <a:pt x="36" y="8"/>
                </a:moveTo>
                <a:cubicBezTo>
                  <a:pt x="140" y="8"/>
                  <a:pt x="140" y="8"/>
                  <a:pt x="140" y="8"/>
                </a:cubicBezTo>
                <a:cubicBezTo>
                  <a:pt x="142" y="8"/>
                  <a:pt x="144" y="6"/>
                  <a:pt x="144" y="4"/>
                </a:cubicBezTo>
                <a:cubicBezTo>
                  <a:pt x="144" y="2"/>
                  <a:pt x="142" y="0"/>
                  <a:pt x="140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4" y="0"/>
                  <a:pt x="32" y="2"/>
                  <a:pt x="32" y="4"/>
                </a:cubicBezTo>
                <a:cubicBezTo>
                  <a:pt x="32" y="6"/>
                  <a:pt x="34" y="8"/>
                  <a:pt x="36" y="8"/>
                </a:cubicBezTo>
                <a:moveTo>
                  <a:pt x="20" y="24"/>
                </a:moveTo>
                <a:cubicBezTo>
                  <a:pt x="156" y="24"/>
                  <a:pt x="156" y="24"/>
                  <a:pt x="156" y="24"/>
                </a:cubicBezTo>
                <a:cubicBezTo>
                  <a:pt x="158" y="24"/>
                  <a:pt x="160" y="22"/>
                  <a:pt x="160" y="20"/>
                </a:cubicBezTo>
                <a:cubicBezTo>
                  <a:pt x="160" y="18"/>
                  <a:pt x="158" y="16"/>
                  <a:pt x="156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18" y="16"/>
                  <a:pt x="16" y="18"/>
                  <a:pt x="16" y="20"/>
                </a:cubicBezTo>
                <a:cubicBezTo>
                  <a:pt x="16" y="22"/>
                  <a:pt x="18" y="24"/>
                  <a:pt x="20" y="24"/>
                </a:cubicBezTo>
                <a:moveTo>
                  <a:pt x="168" y="32"/>
                </a:moveTo>
                <a:cubicBezTo>
                  <a:pt x="8" y="32"/>
                  <a:pt x="8" y="32"/>
                  <a:pt x="8" y="32"/>
                </a:cubicBezTo>
                <a:cubicBezTo>
                  <a:pt x="4" y="32"/>
                  <a:pt x="0" y="36"/>
                  <a:pt x="0" y="4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4"/>
                  <a:pt x="4" y="128"/>
                  <a:pt x="8" y="128"/>
                </a:cubicBezTo>
                <a:cubicBezTo>
                  <a:pt x="168" y="128"/>
                  <a:pt x="168" y="128"/>
                  <a:pt x="168" y="128"/>
                </a:cubicBezTo>
                <a:cubicBezTo>
                  <a:pt x="172" y="128"/>
                  <a:pt x="176" y="124"/>
                  <a:pt x="176" y="120"/>
                </a:cubicBezTo>
                <a:cubicBezTo>
                  <a:pt x="176" y="40"/>
                  <a:pt x="176" y="40"/>
                  <a:pt x="176" y="40"/>
                </a:cubicBezTo>
                <a:cubicBezTo>
                  <a:pt x="176" y="36"/>
                  <a:pt x="172" y="32"/>
                  <a:pt x="168" y="32"/>
                </a:cubicBezTo>
                <a:moveTo>
                  <a:pt x="12" y="40"/>
                </a:moveTo>
                <a:cubicBezTo>
                  <a:pt x="14" y="40"/>
                  <a:pt x="16" y="42"/>
                  <a:pt x="16" y="44"/>
                </a:cubicBezTo>
                <a:cubicBezTo>
                  <a:pt x="16" y="46"/>
                  <a:pt x="14" y="48"/>
                  <a:pt x="12" y="48"/>
                </a:cubicBezTo>
                <a:cubicBezTo>
                  <a:pt x="10" y="48"/>
                  <a:pt x="8" y="46"/>
                  <a:pt x="8" y="44"/>
                </a:cubicBezTo>
                <a:cubicBezTo>
                  <a:pt x="8" y="42"/>
                  <a:pt x="10" y="40"/>
                  <a:pt x="12" y="40"/>
                </a:cubicBezTo>
                <a:moveTo>
                  <a:pt x="12" y="120"/>
                </a:moveTo>
                <a:cubicBezTo>
                  <a:pt x="10" y="120"/>
                  <a:pt x="8" y="118"/>
                  <a:pt x="8" y="116"/>
                </a:cubicBezTo>
                <a:cubicBezTo>
                  <a:pt x="8" y="114"/>
                  <a:pt x="10" y="112"/>
                  <a:pt x="12" y="112"/>
                </a:cubicBezTo>
                <a:cubicBezTo>
                  <a:pt x="14" y="112"/>
                  <a:pt x="16" y="114"/>
                  <a:pt x="16" y="116"/>
                </a:cubicBezTo>
                <a:cubicBezTo>
                  <a:pt x="16" y="118"/>
                  <a:pt x="14" y="120"/>
                  <a:pt x="12" y="120"/>
                </a:cubicBezTo>
                <a:moveTo>
                  <a:pt x="164" y="120"/>
                </a:moveTo>
                <a:cubicBezTo>
                  <a:pt x="162" y="120"/>
                  <a:pt x="160" y="118"/>
                  <a:pt x="160" y="116"/>
                </a:cubicBezTo>
                <a:cubicBezTo>
                  <a:pt x="160" y="114"/>
                  <a:pt x="162" y="112"/>
                  <a:pt x="164" y="112"/>
                </a:cubicBezTo>
                <a:cubicBezTo>
                  <a:pt x="166" y="112"/>
                  <a:pt x="168" y="114"/>
                  <a:pt x="168" y="116"/>
                </a:cubicBezTo>
                <a:cubicBezTo>
                  <a:pt x="168" y="118"/>
                  <a:pt x="166" y="120"/>
                  <a:pt x="164" y="120"/>
                </a:cubicBezTo>
                <a:moveTo>
                  <a:pt x="168" y="105"/>
                </a:moveTo>
                <a:cubicBezTo>
                  <a:pt x="167" y="104"/>
                  <a:pt x="165" y="104"/>
                  <a:pt x="164" y="104"/>
                </a:cubicBezTo>
                <a:cubicBezTo>
                  <a:pt x="157" y="104"/>
                  <a:pt x="152" y="109"/>
                  <a:pt x="152" y="116"/>
                </a:cubicBezTo>
                <a:cubicBezTo>
                  <a:pt x="152" y="117"/>
                  <a:pt x="152" y="119"/>
                  <a:pt x="153" y="120"/>
                </a:cubicBezTo>
                <a:cubicBezTo>
                  <a:pt x="23" y="120"/>
                  <a:pt x="23" y="120"/>
                  <a:pt x="23" y="120"/>
                </a:cubicBezTo>
                <a:cubicBezTo>
                  <a:pt x="24" y="119"/>
                  <a:pt x="24" y="117"/>
                  <a:pt x="24" y="116"/>
                </a:cubicBezTo>
                <a:cubicBezTo>
                  <a:pt x="24" y="109"/>
                  <a:pt x="19" y="104"/>
                  <a:pt x="12" y="104"/>
                </a:cubicBezTo>
                <a:cubicBezTo>
                  <a:pt x="11" y="104"/>
                  <a:pt x="9" y="104"/>
                  <a:pt x="8" y="105"/>
                </a:cubicBezTo>
                <a:cubicBezTo>
                  <a:pt x="8" y="55"/>
                  <a:pt x="8" y="55"/>
                  <a:pt x="8" y="55"/>
                </a:cubicBezTo>
                <a:cubicBezTo>
                  <a:pt x="9" y="56"/>
                  <a:pt x="11" y="56"/>
                  <a:pt x="12" y="56"/>
                </a:cubicBezTo>
                <a:cubicBezTo>
                  <a:pt x="19" y="56"/>
                  <a:pt x="24" y="51"/>
                  <a:pt x="24" y="44"/>
                </a:cubicBezTo>
                <a:cubicBezTo>
                  <a:pt x="24" y="43"/>
                  <a:pt x="24" y="41"/>
                  <a:pt x="23" y="40"/>
                </a:cubicBezTo>
                <a:cubicBezTo>
                  <a:pt x="153" y="40"/>
                  <a:pt x="153" y="40"/>
                  <a:pt x="153" y="40"/>
                </a:cubicBezTo>
                <a:cubicBezTo>
                  <a:pt x="152" y="41"/>
                  <a:pt x="152" y="43"/>
                  <a:pt x="152" y="44"/>
                </a:cubicBezTo>
                <a:cubicBezTo>
                  <a:pt x="152" y="51"/>
                  <a:pt x="157" y="56"/>
                  <a:pt x="164" y="56"/>
                </a:cubicBezTo>
                <a:cubicBezTo>
                  <a:pt x="165" y="56"/>
                  <a:pt x="167" y="56"/>
                  <a:pt x="168" y="55"/>
                </a:cubicBezTo>
                <a:lnTo>
                  <a:pt x="168" y="105"/>
                </a:lnTo>
                <a:close/>
                <a:moveTo>
                  <a:pt x="164" y="48"/>
                </a:moveTo>
                <a:cubicBezTo>
                  <a:pt x="162" y="48"/>
                  <a:pt x="160" y="46"/>
                  <a:pt x="160" y="44"/>
                </a:cubicBezTo>
                <a:cubicBezTo>
                  <a:pt x="160" y="42"/>
                  <a:pt x="162" y="40"/>
                  <a:pt x="164" y="40"/>
                </a:cubicBezTo>
                <a:cubicBezTo>
                  <a:pt x="166" y="40"/>
                  <a:pt x="168" y="42"/>
                  <a:pt x="168" y="44"/>
                </a:cubicBezTo>
                <a:cubicBezTo>
                  <a:pt x="168" y="46"/>
                  <a:pt x="166" y="48"/>
                  <a:pt x="164" y="48"/>
                </a:cubicBezTo>
                <a:moveTo>
                  <a:pt x="140" y="104"/>
                </a:moveTo>
                <a:cubicBezTo>
                  <a:pt x="132" y="104"/>
                  <a:pt x="132" y="104"/>
                  <a:pt x="132" y="104"/>
                </a:cubicBezTo>
                <a:cubicBezTo>
                  <a:pt x="130" y="104"/>
                  <a:pt x="128" y="106"/>
                  <a:pt x="128" y="108"/>
                </a:cubicBezTo>
                <a:cubicBezTo>
                  <a:pt x="128" y="110"/>
                  <a:pt x="130" y="112"/>
                  <a:pt x="132" y="112"/>
                </a:cubicBezTo>
                <a:cubicBezTo>
                  <a:pt x="140" y="112"/>
                  <a:pt x="140" y="112"/>
                  <a:pt x="140" y="112"/>
                </a:cubicBezTo>
                <a:cubicBezTo>
                  <a:pt x="142" y="112"/>
                  <a:pt x="144" y="110"/>
                  <a:pt x="144" y="108"/>
                </a:cubicBezTo>
                <a:cubicBezTo>
                  <a:pt x="144" y="106"/>
                  <a:pt x="142" y="104"/>
                  <a:pt x="140" y="104"/>
                </a:cubicBezTo>
                <a:moveTo>
                  <a:pt x="88" y="48"/>
                </a:moveTo>
                <a:cubicBezTo>
                  <a:pt x="70" y="48"/>
                  <a:pt x="56" y="62"/>
                  <a:pt x="56" y="80"/>
                </a:cubicBezTo>
                <a:cubicBezTo>
                  <a:pt x="56" y="98"/>
                  <a:pt x="70" y="112"/>
                  <a:pt x="88" y="112"/>
                </a:cubicBezTo>
                <a:cubicBezTo>
                  <a:pt x="106" y="112"/>
                  <a:pt x="120" y="98"/>
                  <a:pt x="120" y="80"/>
                </a:cubicBezTo>
                <a:cubicBezTo>
                  <a:pt x="120" y="62"/>
                  <a:pt x="106" y="48"/>
                  <a:pt x="88" y="48"/>
                </a:cubicBezTo>
                <a:moveTo>
                  <a:pt x="101" y="93"/>
                </a:moveTo>
                <a:cubicBezTo>
                  <a:pt x="100" y="95"/>
                  <a:pt x="99" y="96"/>
                  <a:pt x="98" y="97"/>
                </a:cubicBezTo>
                <a:cubicBezTo>
                  <a:pt x="97" y="98"/>
                  <a:pt x="96" y="99"/>
                  <a:pt x="94" y="99"/>
                </a:cubicBezTo>
                <a:cubicBezTo>
                  <a:pt x="93" y="100"/>
                  <a:pt x="91" y="100"/>
                  <a:pt x="90" y="100"/>
                </a:cubicBezTo>
                <a:cubicBezTo>
                  <a:pt x="90" y="104"/>
                  <a:pt x="90" y="104"/>
                  <a:pt x="90" y="104"/>
                </a:cubicBezTo>
                <a:cubicBezTo>
                  <a:pt x="86" y="104"/>
                  <a:pt x="86" y="104"/>
                  <a:pt x="86" y="104"/>
                </a:cubicBezTo>
                <a:cubicBezTo>
                  <a:pt x="86" y="100"/>
                  <a:pt x="86" y="100"/>
                  <a:pt x="86" y="100"/>
                </a:cubicBezTo>
                <a:cubicBezTo>
                  <a:pt x="84" y="100"/>
                  <a:pt x="83" y="100"/>
                  <a:pt x="82" y="99"/>
                </a:cubicBezTo>
                <a:cubicBezTo>
                  <a:pt x="80" y="99"/>
                  <a:pt x="79" y="98"/>
                  <a:pt x="77" y="97"/>
                </a:cubicBezTo>
                <a:cubicBezTo>
                  <a:pt x="76" y="96"/>
                  <a:pt x="75" y="94"/>
                  <a:pt x="75" y="93"/>
                </a:cubicBezTo>
                <a:cubicBezTo>
                  <a:pt x="74" y="91"/>
                  <a:pt x="74" y="90"/>
                  <a:pt x="74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90"/>
                  <a:pt x="80" y="92"/>
                  <a:pt x="82" y="93"/>
                </a:cubicBezTo>
                <a:cubicBezTo>
                  <a:pt x="83" y="95"/>
                  <a:pt x="84" y="95"/>
                  <a:pt x="86" y="95"/>
                </a:cubicBezTo>
                <a:cubicBezTo>
                  <a:pt x="86" y="82"/>
                  <a:pt x="86" y="82"/>
                  <a:pt x="86" y="82"/>
                </a:cubicBezTo>
                <a:cubicBezTo>
                  <a:pt x="85" y="82"/>
                  <a:pt x="84" y="81"/>
                  <a:pt x="82" y="81"/>
                </a:cubicBezTo>
                <a:cubicBezTo>
                  <a:pt x="81" y="80"/>
                  <a:pt x="80" y="79"/>
                  <a:pt x="79" y="79"/>
                </a:cubicBezTo>
                <a:cubicBezTo>
                  <a:pt x="77" y="78"/>
                  <a:pt x="76" y="77"/>
                  <a:pt x="76" y="75"/>
                </a:cubicBezTo>
                <a:cubicBezTo>
                  <a:pt x="75" y="74"/>
                  <a:pt x="75" y="72"/>
                  <a:pt x="75" y="70"/>
                </a:cubicBezTo>
                <a:cubicBezTo>
                  <a:pt x="75" y="69"/>
                  <a:pt x="75" y="67"/>
                  <a:pt x="76" y="66"/>
                </a:cubicBezTo>
                <a:cubicBezTo>
                  <a:pt x="76" y="64"/>
                  <a:pt x="77" y="63"/>
                  <a:pt x="78" y="62"/>
                </a:cubicBezTo>
                <a:cubicBezTo>
                  <a:pt x="79" y="61"/>
                  <a:pt x="81" y="61"/>
                  <a:pt x="82" y="60"/>
                </a:cubicBezTo>
                <a:cubicBezTo>
                  <a:pt x="84" y="60"/>
                  <a:pt x="85" y="60"/>
                  <a:pt x="86" y="60"/>
                </a:cubicBezTo>
                <a:cubicBezTo>
                  <a:pt x="86" y="56"/>
                  <a:pt x="86" y="56"/>
                  <a:pt x="86" y="56"/>
                </a:cubicBezTo>
                <a:cubicBezTo>
                  <a:pt x="90" y="56"/>
                  <a:pt x="90" y="56"/>
                  <a:pt x="90" y="56"/>
                </a:cubicBezTo>
                <a:cubicBezTo>
                  <a:pt x="90" y="60"/>
                  <a:pt x="90" y="60"/>
                  <a:pt x="90" y="60"/>
                </a:cubicBezTo>
                <a:cubicBezTo>
                  <a:pt x="91" y="60"/>
                  <a:pt x="92" y="60"/>
                  <a:pt x="94" y="60"/>
                </a:cubicBezTo>
                <a:cubicBezTo>
                  <a:pt x="95" y="61"/>
                  <a:pt x="96" y="61"/>
                  <a:pt x="97" y="62"/>
                </a:cubicBezTo>
                <a:cubicBezTo>
                  <a:pt x="99" y="63"/>
                  <a:pt x="99" y="64"/>
                  <a:pt x="100" y="66"/>
                </a:cubicBezTo>
                <a:cubicBezTo>
                  <a:pt x="101" y="67"/>
                  <a:pt x="101" y="68"/>
                  <a:pt x="101" y="70"/>
                </a:cubicBezTo>
                <a:cubicBezTo>
                  <a:pt x="95" y="70"/>
                  <a:pt x="95" y="70"/>
                  <a:pt x="95" y="70"/>
                </a:cubicBezTo>
                <a:cubicBezTo>
                  <a:pt x="95" y="68"/>
                  <a:pt x="94" y="67"/>
                  <a:pt x="93" y="66"/>
                </a:cubicBezTo>
                <a:cubicBezTo>
                  <a:pt x="93" y="65"/>
                  <a:pt x="92" y="64"/>
                  <a:pt x="90" y="64"/>
                </a:cubicBezTo>
                <a:cubicBezTo>
                  <a:pt x="90" y="76"/>
                  <a:pt x="90" y="76"/>
                  <a:pt x="90" y="76"/>
                </a:cubicBezTo>
                <a:cubicBezTo>
                  <a:pt x="91" y="76"/>
                  <a:pt x="92" y="77"/>
                  <a:pt x="94" y="77"/>
                </a:cubicBezTo>
                <a:cubicBezTo>
                  <a:pt x="95" y="78"/>
                  <a:pt x="97" y="79"/>
                  <a:pt x="98" y="80"/>
                </a:cubicBezTo>
                <a:cubicBezTo>
                  <a:pt x="99" y="81"/>
                  <a:pt x="100" y="82"/>
                  <a:pt x="101" y="83"/>
                </a:cubicBezTo>
                <a:cubicBezTo>
                  <a:pt x="102" y="84"/>
                  <a:pt x="102" y="86"/>
                  <a:pt x="102" y="88"/>
                </a:cubicBezTo>
                <a:cubicBezTo>
                  <a:pt x="102" y="90"/>
                  <a:pt x="102" y="92"/>
                  <a:pt x="101" y="93"/>
                </a:cubicBezTo>
                <a:moveTo>
                  <a:pt x="94" y="85"/>
                </a:moveTo>
                <a:cubicBezTo>
                  <a:pt x="93" y="84"/>
                  <a:pt x="92" y="84"/>
                  <a:pt x="92" y="83"/>
                </a:cubicBezTo>
                <a:cubicBezTo>
                  <a:pt x="91" y="83"/>
                  <a:pt x="90" y="83"/>
                  <a:pt x="90" y="83"/>
                </a:cubicBezTo>
                <a:cubicBezTo>
                  <a:pt x="90" y="95"/>
                  <a:pt x="90" y="95"/>
                  <a:pt x="90" y="95"/>
                </a:cubicBezTo>
                <a:cubicBezTo>
                  <a:pt x="92" y="95"/>
                  <a:pt x="93" y="95"/>
                  <a:pt x="94" y="94"/>
                </a:cubicBezTo>
                <a:cubicBezTo>
                  <a:pt x="95" y="93"/>
                  <a:pt x="96" y="91"/>
                  <a:pt x="96" y="89"/>
                </a:cubicBezTo>
                <a:cubicBezTo>
                  <a:pt x="96" y="88"/>
                  <a:pt x="96" y="87"/>
                  <a:pt x="95" y="86"/>
                </a:cubicBezTo>
                <a:cubicBezTo>
                  <a:pt x="95" y="86"/>
                  <a:pt x="94" y="85"/>
                  <a:pt x="94" y="85"/>
                </a:cubicBezTo>
                <a:moveTo>
                  <a:pt x="81" y="70"/>
                </a:moveTo>
                <a:cubicBezTo>
                  <a:pt x="81" y="71"/>
                  <a:pt x="81" y="71"/>
                  <a:pt x="81" y="72"/>
                </a:cubicBezTo>
                <a:cubicBezTo>
                  <a:pt x="82" y="73"/>
                  <a:pt x="82" y="73"/>
                  <a:pt x="83" y="74"/>
                </a:cubicBezTo>
                <a:cubicBezTo>
                  <a:pt x="83" y="74"/>
                  <a:pt x="84" y="74"/>
                  <a:pt x="85" y="75"/>
                </a:cubicBezTo>
                <a:cubicBezTo>
                  <a:pt x="85" y="75"/>
                  <a:pt x="86" y="75"/>
                  <a:pt x="86" y="75"/>
                </a:cubicBezTo>
                <a:cubicBezTo>
                  <a:pt x="86" y="64"/>
                  <a:pt x="86" y="64"/>
                  <a:pt x="86" y="64"/>
                </a:cubicBezTo>
                <a:cubicBezTo>
                  <a:pt x="84" y="64"/>
                  <a:pt x="83" y="65"/>
                  <a:pt x="82" y="66"/>
                </a:cubicBezTo>
                <a:cubicBezTo>
                  <a:pt x="81" y="67"/>
                  <a:pt x="81" y="68"/>
                  <a:pt x="81" y="7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655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F3C35AB-DA7D-4C65-AFAC-72E6581FE055}"/>
              </a:ext>
            </a:extLst>
          </p:cNvPr>
          <p:cNvSpPr/>
          <p:nvPr/>
        </p:nvSpPr>
        <p:spPr>
          <a:xfrm>
            <a:off x="6597000" y="1371600"/>
            <a:ext cx="5094000" cy="75438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864D86F-7F6B-46FF-B17F-1FD3D47208D2}"/>
              </a:ext>
            </a:extLst>
          </p:cNvPr>
          <p:cNvSpPr/>
          <p:nvPr/>
        </p:nvSpPr>
        <p:spPr>
          <a:xfrm>
            <a:off x="11822400" y="1371600"/>
            <a:ext cx="5094000" cy="75438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9E265A3-BCAC-428A-BA02-887D63E55E0C}"/>
              </a:ext>
            </a:extLst>
          </p:cNvPr>
          <p:cNvSpPr/>
          <p:nvPr/>
        </p:nvSpPr>
        <p:spPr>
          <a:xfrm>
            <a:off x="1371600" y="1371600"/>
            <a:ext cx="5094000" cy="75438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8681BB67-6E22-445F-9ECF-D12B7CE42092}"/>
              </a:ext>
            </a:extLst>
          </p:cNvPr>
          <p:cNvSpPr/>
          <p:nvPr/>
        </p:nvSpPr>
        <p:spPr>
          <a:xfrm>
            <a:off x="6008785" y="4833809"/>
            <a:ext cx="1045029" cy="619382"/>
          </a:xfrm>
          <a:prstGeom prst="leftRightArrow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0B64272E-F600-4B82-AB10-2CBA97E865CC}"/>
              </a:ext>
            </a:extLst>
          </p:cNvPr>
          <p:cNvSpPr/>
          <p:nvPr/>
        </p:nvSpPr>
        <p:spPr>
          <a:xfrm>
            <a:off x="11234185" y="4833809"/>
            <a:ext cx="1045029" cy="619382"/>
          </a:xfrm>
          <a:prstGeom prst="leftRightArrow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4F0A667-35ED-4AFF-815D-9918062833BD}"/>
              </a:ext>
            </a:extLst>
          </p:cNvPr>
          <p:cNvSpPr txBox="1"/>
          <p:nvPr/>
        </p:nvSpPr>
        <p:spPr>
          <a:xfrm flipH="1">
            <a:off x="12277629" y="496518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Title Three</a:t>
            </a:r>
            <a:endParaRPr lang="ru-RU" sz="3600" dirty="0">
              <a:latin typeface="+mj-lt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D47AD55-A798-44B4-904F-2447BD3C1ADD}"/>
              </a:ext>
            </a:extLst>
          </p:cNvPr>
          <p:cNvSpPr txBox="1"/>
          <p:nvPr/>
        </p:nvSpPr>
        <p:spPr>
          <a:xfrm flipH="1">
            <a:off x="12671486" y="5584563"/>
            <a:ext cx="3395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1" name="Freeform 464">
            <a:extLst>
              <a:ext uri="{FF2B5EF4-FFF2-40B4-BE49-F238E27FC236}">
                <a16:creationId xmlns:a16="http://schemas.microsoft.com/office/drawing/2014/main" id="{4C68A71E-CCE1-4FED-9D68-15DE33F263E1}"/>
              </a:ext>
            </a:extLst>
          </p:cNvPr>
          <p:cNvSpPr>
            <a:spLocks noEditPoints="1"/>
          </p:cNvSpPr>
          <p:nvPr/>
        </p:nvSpPr>
        <p:spPr bwMode="auto">
          <a:xfrm>
            <a:off x="13780373" y="3502109"/>
            <a:ext cx="1178054" cy="1077795"/>
          </a:xfrm>
          <a:custGeom>
            <a:avLst/>
            <a:gdLst>
              <a:gd name="T0" fmla="*/ 39 w 180"/>
              <a:gd name="T1" fmla="*/ 24 h 168"/>
              <a:gd name="T2" fmla="*/ 31 w 180"/>
              <a:gd name="T3" fmla="*/ 46 h 168"/>
              <a:gd name="T4" fmla="*/ 55 w 180"/>
              <a:gd name="T5" fmla="*/ 43 h 168"/>
              <a:gd name="T6" fmla="*/ 42 w 180"/>
              <a:gd name="T7" fmla="*/ 40 h 168"/>
              <a:gd name="T8" fmla="*/ 32 w 180"/>
              <a:gd name="T9" fmla="*/ 36 h 168"/>
              <a:gd name="T10" fmla="*/ 39 w 180"/>
              <a:gd name="T11" fmla="*/ 32 h 168"/>
              <a:gd name="T12" fmla="*/ 48 w 180"/>
              <a:gd name="T13" fmla="*/ 38 h 168"/>
              <a:gd name="T14" fmla="*/ 42 w 180"/>
              <a:gd name="T15" fmla="*/ 120 h 168"/>
              <a:gd name="T16" fmla="*/ 26 w 180"/>
              <a:gd name="T17" fmla="*/ 138 h 168"/>
              <a:gd name="T18" fmla="*/ 46 w 180"/>
              <a:gd name="T19" fmla="*/ 143 h 168"/>
              <a:gd name="T20" fmla="*/ 42 w 180"/>
              <a:gd name="T21" fmla="*/ 120 h 168"/>
              <a:gd name="T22" fmla="*/ 39 w 180"/>
              <a:gd name="T23" fmla="*/ 136 h 168"/>
              <a:gd name="T24" fmla="*/ 32 w 180"/>
              <a:gd name="T25" fmla="*/ 132 h 168"/>
              <a:gd name="T26" fmla="*/ 42 w 180"/>
              <a:gd name="T27" fmla="*/ 128 h 168"/>
              <a:gd name="T28" fmla="*/ 43 w 180"/>
              <a:gd name="T29" fmla="*/ 135 h 168"/>
              <a:gd name="T30" fmla="*/ 156 w 180"/>
              <a:gd name="T31" fmla="*/ 16 h 168"/>
              <a:gd name="T32" fmla="*/ 76 w 180"/>
              <a:gd name="T33" fmla="*/ 67 h 168"/>
              <a:gd name="T34" fmla="*/ 73 w 180"/>
              <a:gd name="T35" fmla="*/ 55 h 168"/>
              <a:gd name="T36" fmla="*/ 8 w 180"/>
              <a:gd name="T37" fmla="*/ 20 h 168"/>
              <a:gd name="T38" fmla="*/ 51 w 180"/>
              <a:gd name="T39" fmla="*/ 84 h 168"/>
              <a:gd name="T40" fmla="*/ 8 w 180"/>
              <a:gd name="T41" fmla="*/ 148 h 168"/>
              <a:gd name="T42" fmla="*/ 73 w 180"/>
              <a:gd name="T43" fmla="*/ 113 h 168"/>
              <a:gd name="T44" fmla="*/ 76 w 180"/>
              <a:gd name="T45" fmla="*/ 101 h 168"/>
              <a:gd name="T46" fmla="*/ 156 w 180"/>
              <a:gd name="T47" fmla="*/ 152 h 168"/>
              <a:gd name="T48" fmla="*/ 102 w 180"/>
              <a:gd name="T49" fmla="*/ 84 h 168"/>
              <a:gd name="T50" fmla="*/ 25 w 180"/>
              <a:gd name="T51" fmla="*/ 56 h 168"/>
              <a:gd name="T52" fmla="*/ 51 w 180"/>
              <a:gd name="T53" fmla="*/ 15 h 168"/>
              <a:gd name="T54" fmla="*/ 25 w 180"/>
              <a:gd name="T55" fmla="*/ 56 h 168"/>
              <a:gd name="T56" fmla="*/ 60 w 180"/>
              <a:gd name="T57" fmla="*/ 65 h 168"/>
              <a:gd name="T58" fmla="*/ 58 w 180"/>
              <a:gd name="T59" fmla="*/ 79 h 168"/>
              <a:gd name="T60" fmla="*/ 51 w 180"/>
              <a:gd name="T61" fmla="*/ 153 h 168"/>
              <a:gd name="T62" fmla="*/ 25 w 180"/>
              <a:gd name="T63" fmla="*/ 112 h 168"/>
              <a:gd name="T64" fmla="*/ 51 w 180"/>
              <a:gd name="T65" fmla="*/ 153 h 168"/>
              <a:gd name="T66" fmla="*/ 42 w 180"/>
              <a:gd name="T67" fmla="*/ 100 h 168"/>
              <a:gd name="T68" fmla="*/ 170 w 180"/>
              <a:gd name="T69" fmla="*/ 29 h 168"/>
              <a:gd name="T70" fmla="*/ 170 w 180"/>
              <a:gd name="T71" fmla="*/ 139 h 168"/>
              <a:gd name="T72" fmla="*/ 83 w 180"/>
              <a:gd name="T73" fmla="*/ 97 h 168"/>
              <a:gd name="T74" fmla="*/ 170 w 180"/>
              <a:gd name="T75" fmla="*/ 139 h 168"/>
              <a:gd name="T76" fmla="*/ 72 w 180"/>
              <a:gd name="T77" fmla="*/ 84 h 168"/>
              <a:gd name="T78" fmla="*/ 80 w 180"/>
              <a:gd name="T79" fmla="*/ 84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80" h="168">
                <a:moveTo>
                  <a:pt x="46" y="25"/>
                </a:moveTo>
                <a:cubicBezTo>
                  <a:pt x="44" y="24"/>
                  <a:pt x="41" y="24"/>
                  <a:pt x="39" y="24"/>
                </a:cubicBezTo>
                <a:cubicBezTo>
                  <a:pt x="34" y="24"/>
                  <a:pt x="29" y="26"/>
                  <a:pt x="26" y="30"/>
                </a:cubicBezTo>
                <a:cubicBezTo>
                  <a:pt x="22" y="35"/>
                  <a:pt x="24" y="43"/>
                  <a:pt x="31" y="46"/>
                </a:cubicBezTo>
                <a:cubicBezTo>
                  <a:pt x="34" y="47"/>
                  <a:pt x="38" y="48"/>
                  <a:pt x="42" y="48"/>
                </a:cubicBezTo>
                <a:cubicBezTo>
                  <a:pt x="47" y="48"/>
                  <a:pt x="52" y="46"/>
                  <a:pt x="55" y="43"/>
                </a:cubicBezTo>
                <a:cubicBezTo>
                  <a:pt x="59" y="37"/>
                  <a:pt x="53" y="29"/>
                  <a:pt x="46" y="25"/>
                </a:cubicBezTo>
                <a:moveTo>
                  <a:pt x="42" y="40"/>
                </a:moveTo>
                <a:cubicBezTo>
                  <a:pt x="39" y="40"/>
                  <a:pt x="36" y="39"/>
                  <a:pt x="35" y="39"/>
                </a:cubicBezTo>
                <a:cubicBezTo>
                  <a:pt x="33" y="38"/>
                  <a:pt x="32" y="37"/>
                  <a:pt x="32" y="36"/>
                </a:cubicBezTo>
                <a:cubicBezTo>
                  <a:pt x="32" y="36"/>
                  <a:pt x="32" y="35"/>
                  <a:pt x="32" y="34"/>
                </a:cubicBezTo>
                <a:cubicBezTo>
                  <a:pt x="34" y="33"/>
                  <a:pt x="36" y="32"/>
                  <a:pt x="39" y="32"/>
                </a:cubicBezTo>
                <a:cubicBezTo>
                  <a:pt x="40" y="32"/>
                  <a:pt x="42" y="32"/>
                  <a:pt x="43" y="33"/>
                </a:cubicBezTo>
                <a:cubicBezTo>
                  <a:pt x="46" y="34"/>
                  <a:pt x="48" y="37"/>
                  <a:pt x="48" y="38"/>
                </a:cubicBezTo>
                <a:cubicBezTo>
                  <a:pt x="47" y="39"/>
                  <a:pt x="45" y="40"/>
                  <a:pt x="42" y="40"/>
                </a:cubicBezTo>
                <a:moveTo>
                  <a:pt x="42" y="120"/>
                </a:moveTo>
                <a:cubicBezTo>
                  <a:pt x="38" y="120"/>
                  <a:pt x="34" y="121"/>
                  <a:pt x="31" y="122"/>
                </a:cubicBezTo>
                <a:cubicBezTo>
                  <a:pt x="24" y="125"/>
                  <a:pt x="22" y="133"/>
                  <a:pt x="26" y="138"/>
                </a:cubicBezTo>
                <a:cubicBezTo>
                  <a:pt x="29" y="142"/>
                  <a:pt x="34" y="144"/>
                  <a:pt x="39" y="144"/>
                </a:cubicBezTo>
                <a:cubicBezTo>
                  <a:pt x="41" y="144"/>
                  <a:pt x="44" y="144"/>
                  <a:pt x="46" y="143"/>
                </a:cubicBezTo>
                <a:cubicBezTo>
                  <a:pt x="53" y="139"/>
                  <a:pt x="59" y="131"/>
                  <a:pt x="55" y="125"/>
                </a:cubicBezTo>
                <a:cubicBezTo>
                  <a:pt x="52" y="122"/>
                  <a:pt x="47" y="120"/>
                  <a:pt x="42" y="120"/>
                </a:cubicBezTo>
                <a:moveTo>
                  <a:pt x="43" y="135"/>
                </a:moveTo>
                <a:cubicBezTo>
                  <a:pt x="42" y="136"/>
                  <a:pt x="40" y="136"/>
                  <a:pt x="39" y="136"/>
                </a:cubicBezTo>
                <a:cubicBezTo>
                  <a:pt x="36" y="136"/>
                  <a:pt x="34" y="135"/>
                  <a:pt x="32" y="134"/>
                </a:cubicBezTo>
                <a:cubicBezTo>
                  <a:pt x="32" y="133"/>
                  <a:pt x="32" y="132"/>
                  <a:pt x="32" y="132"/>
                </a:cubicBezTo>
                <a:cubicBezTo>
                  <a:pt x="32" y="131"/>
                  <a:pt x="33" y="130"/>
                  <a:pt x="35" y="129"/>
                </a:cubicBezTo>
                <a:cubicBezTo>
                  <a:pt x="36" y="129"/>
                  <a:pt x="39" y="128"/>
                  <a:pt x="42" y="128"/>
                </a:cubicBezTo>
                <a:cubicBezTo>
                  <a:pt x="45" y="128"/>
                  <a:pt x="47" y="129"/>
                  <a:pt x="48" y="130"/>
                </a:cubicBezTo>
                <a:cubicBezTo>
                  <a:pt x="48" y="131"/>
                  <a:pt x="46" y="134"/>
                  <a:pt x="43" y="135"/>
                </a:cubicBezTo>
                <a:moveTo>
                  <a:pt x="180" y="32"/>
                </a:moveTo>
                <a:cubicBezTo>
                  <a:pt x="180" y="23"/>
                  <a:pt x="165" y="16"/>
                  <a:pt x="156" y="16"/>
                </a:cubicBezTo>
                <a:cubicBezTo>
                  <a:pt x="155" y="16"/>
                  <a:pt x="155" y="16"/>
                  <a:pt x="155" y="16"/>
                </a:cubicBezTo>
                <a:cubicBezTo>
                  <a:pt x="149" y="16"/>
                  <a:pt x="147" y="17"/>
                  <a:pt x="76" y="67"/>
                </a:cubicBezTo>
                <a:cubicBezTo>
                  <a:pt x="68" y="61"/>
                  <a:pt x="68" y="61"/>
                  <a:pt x="68" y="61"/>
                </a:cubicBezTo>
                <a:cubicBezTo>
                  <a:pt x="70" y="59"/>
                  <a:pt x="72" y="57"/>
                  <a:pt x="73" y="55"/>
                </a:cubicBezTo>
                <a:cubicBezTo>
                  <a:pt x="82" y="40"/>
                  <a:pt x="70" y="17"/>
                  <a:pt x="54" y="8"/>
                </a:cubicBezTo>
                <a:cubicBezTo>
                  <a:pt x="38" y="0"/>
                  <a:pt x="18" y="5"/>
                  <a:pt x="8" y="20"/>
                </a:cubicBezTo>
                <a:cubicBezTo>
                  <a:pt x="0" y="34"/>
                  <a:pt x="4" y="52"/>
                  <a:pt x="19" y="62"/>
                </a:cubicBezTo>
                <a:cubicBezTo>
                  <a:pt x="31" y="70"/>
                  <a:pt x="41" y="77"/>
                  <a:pt x="51" y="84"/>
                </a:cubicBezTo>
                <a:cubicBezTo>
                  <a:pt x="41" y="91"/>
                  <a:pt x="31" y="98"/>
                  <a:pt x="19" y="106"/>
                </a:cubicBezTo>
                <a:cubicBezTo>
                  <a:pt x="4" y="116"/>
                  <a:pt x="0" y="134"/>
                  <a:pt x="8" y="148"/>
                </a:cubicBezTo>
                <a:cubicBezTo>
                  <a:pt x="18" y="163"/>
                  <a:pt x="38" y="168"/>
                  <a:pt x="54" y="160"/>
                </a:cubicBezTo>
                <a:cubicBezTo>
                  <a:pt x="70" y="151"/>
                  <a:pt x="82" y="128"/>
                  <a:pt x="73" y="113"/>
                </a:cubicBezTo>
                <a:cubicBezTo>
                  <a:pt x="72" y="111"/>
                  <a:pt x="70" y="109"/>
                  <a:pt x="68" y="107"/>
                </a:cubicBezTo>
                <a:cubicBezTo>
                  <a:pt x="76" y="101"/>
                  <a:pt x="76" y="101"/>
                  <a:pt x="76" y="101"/>
                </a:cubicBezTo>
                <a:cubicBezTo>
                  <a:pt x="147" y="151"/>
                  <a:pt x="149" y="152"/>
                  <a:pt x="155" y="152"/>
                </a:cubicBezTo>
                <a:cubicBezTo>
                  <a:pt x="156" y="152"/>
                  <a:pt x="156" y="152"/>
                  <a:pt x="156" y="152"/>
                </a:cubicBezTo>
                <a:cubicBezTo>
                  <a:pt x="165" y="152"/>
                  <a:pt x="180" y="145"/>
                  <a:pt x="180" y="136"/>
                </a:cubicBezTo>
                <a:cubicBezTo>
                  <a:pt x="102" y="84"/>
                  <a:pt x="102" y="84"/>
                  <a:pt x="102" y="84"/>
                </a:cubicBezTo>
                <a:lnTo>
                  <a:pt x="180" y="32"/>
                </a:lnTo>
                <a:close/>
                <a:moveTo>
                  <a:pt x="25" y="56"/>
                </a:moveTo>
                <a:cubicBezTo>
                  <a:pt x="13" y="49"/>
                  <a:pt x="8" y="35"/>
                  <a:pt x="15" y="24"/>
                </a:cubicBezTo>
                <a:cubicBezTo>
                  <a:pt x="23" y="13"/>
                  <a:pt x="38" y="9"/>
                  <a:pt x="51" y="15"/>
                </a:cubicBezTo>
                <a:cubicBezTo>
                  <a:pt x="63" y="22"/>
                  <a:pt x="73" y="39"/>
                  <a:pt x="66" y="50"/>
                </a:cubicBezTo>
                <a:cubicBezTo>
                  <a:pt x="58" y="62"/>
                  <a:pt x="37" y="63"/>
                  <a:pt x="25" y="56"/>
                </a:cubicBezTo>
                <a:moveTo>
                  <a:pt x="42" y="68"/>
                </a:moveTo>
                <a:cubicBezTo>
                  <a:pt x="48" y="68"/>
                  <a:pt x="54" y="67"/>
                  <a:pt x="60" y="65"/>
                </a:cubicBezTo>
                <a:cubicBezTo>
                  <a:pt x="69" y="72"/>
                  <a:pt x="69" y="72"/>
                  <a:pt x="69" y="72"/>
                </a:cubicBezTo>
                <a:cubicBezTo>
                  <a:pt x="65" y="74"/>
                  <a:pt x="62" y="77"/>
                  <a:pt x="58" y="79"/>
                </a:cubicBezTo>
                <a:cubicBezTo>
                  <a:pt x="53" y="76"/>
                  <a:pt x="47" y="72"/>
                  <a:pt x="42" y="68"/>
                </a:cubicBezTo>
                <a:moveTo>
                  <a:pt x="51" y="153"/>
                </a:moveTo>
                <a:cubicBezTo>
                  <a:pt x="38" y="159"/>
                  <a:pt x="23" y="155"/>
                  <a:pt x="15" y="144"/>
                </a:cubicBezTo>
                <a:cubicBezTo>
                  <a:pt x="8" y="133"/>
                  <a:pt x="13" y="118"/>
                  <a:pt x="25" y="112"/>
                </a:cubicBezTo>
                <a:cubicBezTo>
                  <a:pt x="37" y="105"/>
                  <a:pt x="58" y="106"/>
                  <a:pt x="66" y="118"/>
                </a:cubicBezTo>
                <a:cubicBezTo>
                  <a:pt x="73" y="129"/>
                  <a:pt x="63" y="146"/>
                  <a:pt x="51" y="153"/>
                </a:cubicBezTo>
                <a:moveTo>
                  <a:pt x="60" y="103"/>
                </a:moveTo>
                <a:cubicBezTo>
                  <a:pt x="54" y="101"/>
                  <a:pt x="48" y="100"/>
                  <a:pt x="42" y="100"/>
                </a:cubicBezTo>
                <a:cubicBezTo>
                  <a:pt x="135" y="35"/>
                  <a:pt x="151" y="24"/>
                  <a:pt x="155" y="24"/>
                </a:cubicBezTo>
                <a:cubicBezTo>
                  <a:pt x="155" y="24"/>
                  <a:pt x="162" y="23"/>
                  <a:pt x="170" y="29"/>
                </a:cubicBezTo>
                <a:lnTo>
                  <a:pt x="60" y="103"/>
                </a:lnTo>
                <a:close/>
                <a:moveTo>
                  <a:pt x="170" y="139"/>
                </a:moveTo>
                <a:cubicBezTo>
                  <a:pt x="162" y="145"/>
                  <a:pt x="155" y="144"/>
                  <a:pt x="155" y="144"/>
                </a:cubicBezTo>
                <a:cubicBezTo>
                  <a:pt x="152" y="144"/>
                  <a:pt x="140" y="136"/>
                  <a:pt x="83" y="97"/>
                </a:cubicBezTo>
                <a:cubicBezTo>
                  <a:pt x="95" y="89"/>
                  <a:pt x="95" y="89"/>
                  <a:pt x="95" y="89"/>
                </a:cubicBezTo>
                <a:lnTo>
                  <a:pt x="170" y="139"/>
                </a:lnTo>
                <a:close/>
                <a:moveTo>
                  <a:pt x="76" y="80"/>
                </a:moveTo>
                <a:cubicBezTo>
                  <a:pt x="74" y="80"/>
                  <a:pt x="72" y="82"/>
                  <a:pt x="72" y="84"/>
                </a:cubicBezTo>
                <a:cubicBezTo>
                  <a:pt x="72" y="86"/>
                  <a:pt x="74" y="88"/>
                  <a:pt x="76" y="88"/>
                </a:cubicBezTo>
                <a:cubicBezTo>
                  <a:pt x="78" y="88"/>
                  <a:pt x="80" y="86"/>
                  <a:pt x="80" y="84"/>
                </a:cubicBezTo>
                <a:cubicBezTo>
                  <a:pt x="80" y="82"/>
                  <a:pt x="78" y="80"/>
                  <a:pt x="76" y="80"/>
                </a:cubicBezTo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solidFill>
                <a:schemeClr val="l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CDED53-1A06-455D-8FC3-40A7FBB0860E}"/>
              </a:ext>
            </a:extLst>
          </p:cNvPr>
          <p:cNvSpPr txBox="1"/>
          <p:nvPr/>
        </p:nvSpPr>
        <p:spPr>
          <a:xfrm flipH="1">
            <a:off x="7052229" y="496518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Title Three</a:t>
            </a:r>
            <a:endParaRPr lang="ru-RU" sz="3600" dirty="0"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4DF6DB-E974-4BAC-8F1C-9FD5EC8D9582}"/>
              </a:ext>
            </a:extLst>
          </p:cNvPr>
          <p:cNvSpPr txBox="1"/>
          <p:nvPr/>
        </p:nvSpPr>
        <p:spPr>
          <a:xfrm flipH="1">
            <a:off x="7446086" y="5584563"/>
            <a:ext cx="3395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2DF7AC-3CF8-4DEF-998C-FD38B0FD6B20}"/>
              </a:ext>
            </a:extLst>
          </p:cNvPr>
          <p:cNvSpPr txBox="1"/>
          <p:nvPr/>
        </p:nvSpPr>
        <p:spPr>
          <a:xfrm flipH="1">
            <a:off x="1826829" y="496518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Title Three</a:t>
            </a:r>
            <a:endParaRPr lang="ru-RU" sz="3600" dirty="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FE6EE9-CBF4-4DF0-A9FE-F5DAF89B2770}"/>
              </a:ext>
            </a:extLst>
          </p:cNvPr>
          <p:cNvSpPr txBox="1"/>
          <p:nvPr/>
        </p:nvSpPr>
        <p:spPr>
          <a:xfrm flipH="1">
            <a:off x="2220686" y="5584563"/>
            <a:ext cx="3395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4" name="Freeform 463">
            <a:extLst>
              <a:ext uri="{FF2B5EF4-FFF2-40B4-BE49-F238E27FC236}">
                <a16:creationId xmlns:a16="http://schemas.microsoft.com/office/drawing/2014/main" id="{6CD76992-60C5-491E-B8C5-419F7052F9FB}"/>
              </a:ext>
            </a:extLst>
          </p:cNvPr>
          <p:cNvSpPr>
            <a:spLocks noEditPoints="1"/>
          </p:cNvSpPr>
          <p:nvPr/>
        </p:nvSpPr>
        <p:spPr bwMode="auto">
          <a:xfrm>
            <a:off x="3248624" y="3502108"/>
            <a:ext cx="1339952" cy="1077796"/>
          </a:xfrm>
          <a:custGeom>
            <a:avLst/>
            <a:gdLst>
              <a:gd name="T0" fmla="*/ 16 w 176"/>
              <a:gd name="T1" fmla="*/ 104 h 144"/>
              <a:gd name="T2" fmla="*/ 24 w 176"/>
              <a:gd name="T3" fmla="*/ 104 h 144"/>
              <a:gd name="T4" fmla="*/ 44 w 176"/>
              <a:gd name="T5" fmla="*/ 84 h 144"/>
              <a:gd name="T6" fmla="*/ 136 w 176"/>
              <a:gd name="T7" fmla="*/ 80 h 144"/>
              <a:gd name="T8" fmla="*/ 116 w 176"/>
              <a:gd name="T9" fmla="*/ 108 h 144"/>
              <a:gd name="T10" fmla="*/ 136 w 176"/>
              <a:gd name="T11" fmla="*/ 88 h 144"/>
              <a:gd name="T12" fmla="*/ 136 w 176"/>
              <a:gd name="T13" fmla="*/ 80 h 144"/>
              <a:gd name="T14" fmla="*/ 143 w 176"/>
              <a:gd name="T15" fmla="*/ 16 h 144"/>
              <a:gd name="T16" fmla="*/ 120 w 176"/>
              <a:gd name="T17" fmla="*/ 0 h 144"/>
              <a:gd name="T18" fmla="*/ 80 w 176"/>
              <a:gd name="T19" fmla="*/ 24 h 144"/>
              <a:gd name="T20" fmla="*/ 33 w 176"/>
              <a:gd name="T21" fmla="*/ 16 h 144"/>
              <a:gd name="T22" fmla="*/ 4 w 176"/>
              <a:gd name="T23" fmla="*/ 87 h 144"/>
              <a:gd name="T24" fmla="*/ 40 w 176"/>
              <a:gd name="T25" fmla="*/ 144 h 144"/>
              <a:gd name="T26" fmla="*/ 97 w 176"/>
              <a:gd name="T27" fmla="*/ 112 h 144"/>
              <a:gd name="T28" fmla="*/ 176 w 176"/>
              <a:gd name="T29" fmla="*/ 104 h 144"/>
              <a:gd name="T30" fmla="*/ 40 w 176"/>
              <a:gd name="T31" fmla="*/ 136 h 144"/>
              <a:gd name="T32" fmla="*/ 40 w 176"/>
              <a:gd name="T33" fmla="*/ 72 h 144"/>
              <a:gd name="T34" fmla="*/ 40 w 176"/>
              <a:gd name="T35" fmla="*/ 136 h 144"/>
              <a:gd name="T36" fmla="*/ 40 w 176"/>
              <a:gd name="T37" fmla="*/ 64 h 144"/>
              <a:gd name="T38" fmla="*/ 41 w 176"/>
              <a:gd name="T39" fmla="*/ 17 h 144"/>
              <a:gd name="T40" fmla="*/ 56 w 176"/>
              <a:gd name="T41" fmla="*/ 8 h 144"/>
              <a:gd name="T42" fmla="*/ 72 w 176"/>
              <a:gd name="T43" fmla="*/ 23 h 144"/>
              <a:gd name="T44" fmla="*/ 96 w 176"/>
              <a:gd name="T45" fmla="*/ 104 h 144"/>
              <a:gd name="T46" fmla="*/ 80 w 176"/>
              <a:gd name="T47" fmla="*/ 96 h 144"/>
              <a:gd name="T48" fmla="*/ 96 w 176"/>
              <a:gd name="T49" fmla="*/ 104 h 144"/>
              <a:gd name="T50" fmla="*/ 80 w 176"/>
              <a:gd name="T51" fmla="*/ 88 h 144"/>
              <a:gd name="T52" fmla="*/ 96 w 176"/>
              <a:gd name="T53" fmla="*/ 32 h 144"/>
              <a:gd name="T54" fmla="*/ 104 w 176"/>
              <a:gd name="T55" fmla="*/ 23 h 144"/>
              <a:gd name="T56" fmla="*/ 120 w 176"/>
              <a:gd name="T57" fmla="*/ 8 h 144"/>
              <a:gd name="T58" fmla="*/ 135 w 176"/>
              <a:gd name="T59" fmla="*/ 17 h 144"/>
              <a:gd name="T60" fmla="*/ 136 w 176"/>
              <a:gd name="T61" fmla="*/ 64 h 144"/>
              <a:gd name="T62" fmla="*/ 104 w 176"/>
              <a:gd name="T63" fmla="*/ 23 h 144"/>
              <a:gd name="T64" fmla="*/ 104 w 176"/>
              <a:gd name="T65" fmla="*/ 104 h 144"/>
              <a:gd name="T66" fmla="*/ 168 w 176"/>
              <a:gd name="T67" fmla="*/ 10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76" h="144">
                <a:moveTo>
                  <a:pt x="40" y="80"/>
                </a:moveTo>
                <a:cubicBezTo>
                  <a:pt x="27" y="80"/>
                  <a:pt x="16" y="91"/>
                  <a:pt x="16" y="104"/>
                </a:cubicBezTo>
                <a:cubicBezTo>
                  <a:pt x="16" y="106"/>
                  <a:pt x="18" y="108"/>
                  <a:pt x="20" y="108"/>
                </a:cubicBezTo>
                <a:cubicBezTo>
                  <a:pt x="22" y="108"/>
                  <a:pt x="24" y="106"/>
                  <a:pt x="24" y="104"/>
                </a:cubicBezTo>
                <a:cubicBezTo>
                  <a:pt x="24" y="95"/>
                  <a:pt x="31" y="88"/>
                  <a:pt x="40" y="88"/>
                </a:cubicBezTo>
                <a:cubicBezTo>
                  <a:pt x="42" y="88"/>
                  <a:pt x="44" y="86"/>
                  <a:pt x="44" y="84"/>
                </a:cubicBezTo>
                <a:cubicBezTo>
                  <a:pt x="44" y="82"/>
                  <a:pt x="42" y="80"/>
                  <a:pt x="40" y="80"/>
                </a:cubicBezTo>
                <a:moveTo>
                  <a:pt x="136" y="80"/>
                </a:moveTo>
                <a:cubicBezTo>
                  <a:pt x="123" y="80"/>
                  <a:pt x="112" y="91"/>
                  <a:pt x="112" y="104"/>
                </a:cubicBezTo>
                <a:cubicBezTo>
                  <a:pt x="112" y="106"/>
                  <a:pt x="114" y="108"/>
                  <a:pt x="116" y="108"/>
                </a:cubicBezTo>
                <a:cubicBezTo>
                  <a:pt x="118" y="108"/>
                  <a:pt x="120" y="106"/>
                  <a:pt x="120" y="104"/>
                </a:cubicBezTo>
                <a:cubicBezTo>
                  <a:pt x="120" y="95"/>
                  <a:pt x="127" y="88"/>
                  <a:pt x="136" y="88"/>
                </a:cubicBezTo>
                <a:cubicBezTo>
                  <a:pt x="138" y="88"/>
                  <a:pt x="140" y="86"/>
                  <a:pt x="140" y="84"/>
                </a:cubicBezTo>
                <a:cubicBezTo>
                  <a:pt x="140" y="82"/>
                  <a:pt x="138" y="80"/>
                  <a:pt x="136" y="80"/>
                </a:cubicBezTo>
                <a:moveTo>
                  <a:pt x="172" y="87"/>
                </a:moveTo>
                <a:cubicBezTo>
                  <a:pt x="143" y="16"/>
                  <a:pt x="143" y="16"/>
                  <a:pt x="143" y="16"/>
                </a:cubicBezTo>
                <a:cubicBezTo>
                  <a:pt x="143" y="16"/>
                  <a:pt x="143" y="16"/>
                  <a:pt x="143" y="16"/>
                </a:cubicBezTo>
                <a:cubicBezTo>
                  <a:pt x="139" y="7"/>
                  <a:pt x="130" y="0"/>
                  <a:pt x="120" y="0"/>
                </a:cubicBezTo>
                <a:cubicBezTo>
                  <a:pt x="107" y="0"/>
                  <a:pt x="96" y="11"/>
                  <a:pt x="96" y="24"/>
                </a:cubicBezTo>
                <a:cubicBezTo>
                  <a:pt x="80" y="24"/>
                  <a:pt x="80" y="24"/>
                  <a:pt x="80" y="24"/>
                </a:cubicBezTo>
                <a:cubicBezTo>
                  <a:pt x="80" y="11"/>
                  <a:pt x="69" y="0"/>
                  <a:pt x="56" y="0"/>
                </a:cubicBezTo>
                <a:cubicBezTo>
                  <a:pt x="46" y="0"/>
                  <a:pt x="37" y="7"/>
                  <a:pt x="33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4" y="87"/>
                  <a:pt x="4" y="87"/>
                  <a:pt x="4" y="87"/>
                </a:cubicBezTo>
                <a:cubicBezTo>
                  <a:pt x="1" y="92"/>
                  <a:pt x="0" y="98"/>
                  <a:pt x="0" y="104"/>
                </a:cubicBezTo>
                <a:cubicBezTo>
                  <a:pt x="0" y="126"/>
                  <a:pt x="18" y="144"/>
                  <a:pt x="40" y="144"/>
                </a:cubicBezTo>
                <a:cubicBezTo>
                  <a:pt x="59" y="144"/>
                  <a:pt x="75" y="130"/>
                  <a:pt x="79" y="112"/>
                </a:cubicBezTo>
                <a:cubicBezTo>
                  <a:pt x="97" y="112"/>
                  <a:pt x="97" y="112"/>
                  <a:pt x="97" y="112"/>
                </a:cubicBezTo>
                <a:cubicBezTo>
                  <a:pt x="101" y="130"/>
                  <a:pt x="117" y="144"/>
                  <a:pt x="136" y="144"/>
                </a:cubicBezTo>
                <a:cubicBezTo>
                  <a:pt x="158" y="144"/>
                  <a:pt x="176" y="126"/>
                  <a:pt x="176" y="104"/>
                </a:cubicBezTo>
                <a:cubicBezTo>
                  <a:pt x="176" y="98"/>
                  <a:pt x="175" y="92"/>
                  <a:pt x="172" y="87"/>
                </a:cubicBezTo>
                <a:moveTo>
                  <a:pt x="40" y="136"/>
                </a:moveTo>
                <a:cubicBezTo>
                  <a:pt x="22" y="136"/>
                  <a:pt x="8" y="122"/>
                  <a:pt x="8" y="104"/>
                </a:cubicBezTo>
                <a:cubicBezTo>
                  <a:pt x="8" y="86"/>
                  <a:pt x="22" y="72"/>
                  <a:pt x="40" y="72"/>
                </a:cubicBezTo>
                <a:cubicBezTo>
                  <a:pt x="58" y="72"/>
                  <a:pt x="72" y="86"/>
                  <a:pt x="72" y="104"/>
                </a:cubicBezTo>
                <a:cubicBezTo>
                  <a:pt x="72" y="122"/>
                  <a:pt x="58" y="136"/>
                  <a:pt x="40" y="136"/>
                </a:cubicBezTo>
                <a:moveTo>
                  <a:pt x="72" y="80"/>
                </a:moveTo>
                <a:cubicBezTo>
                  <a:pt x="65" y="70"/>
                  <a:pt x="53" y="64"/>
                  <a:pt x="40" y="64"/>
                </a:cubicBezTo>
                <a:cubicBezTo>
                  <a:pt x="33" y="64"/>
                  <a:pt x="26" y="66"/>
                  <a:pt x="20" y="69"/>
                </a:cubicBezTo>
                <a:cubicBezTo>
                  <a:pt x="41" y="17"/>
                  <a:pt x="41" y="17"/>
                  <a:pt x="41" y="17"/>
                </a:cubicBezTo>
                <a:cubicBezTo>
                  <a:pt x="41" y="17"/>
                  <a:pt x="41" y="17"/>
                  <a:pt x="41" y="17"/>
                </a:cubicBezTo>
                <a:cubicBezTo>
                  <a:pt x="44" y="12"/>
                  <a:pt x="50" y="8"/>
                  <a:pt x="56" y="8"/>
                </a:cubicBezTo>
                <a:cubicBezTo>
                  <a:pt x="64" y="8"/>
                  <a:pt x="71" y="14"/>
                  <a:pt x="72" y="23"/>
                </a:cubicBezTo>
                <a:cubicBezTo>
                  <a:pt x="72" y="23"/>
                  <a:pt x="72" y="23"/>
                  <a:pt x="72" y="23"/>
                </a:cubicBezTo>
                <a:lnTo>
                  <a:pt x="72" y="80"/>
                </a:lnTo>
                <a:close/>
                <a:moveTo>
                  <a:pt x="96" y="104"/>
                </a:moveTo>
                <a:cubicBezTo>
                  <a:pt x="80" y="104"/>
                  <a:pt x="80" y="104"/>
                  <a:pt x="80" y="104"/>
                </a:cubicBezTo>
                <a:cubicBezTo>
                  <a:pt x="80" y="96"/>
                  <a:pt x="80" y="96"/>
                  <a:pt x="80" y="96"/>
                </a:cubicBezTo>
                <a:cubicBezTo>
                  <a:pt x="96" y="96"/>
                  <a:pt x="96" y="96"/>
                  <a:pt x="96" y="96"/>
                </a:cubicBezTo>
                <a:lnTo>
                  <a:pt x="96" y="104"/>
                </a:lnTo>
                <a:close/>
                <a:moveTo>
                  <a:pt x="96" y="88"/>
                </a:moveTo>
                <a:cubicBezTo>
                  <a:pt x="80" y="88"/>
                  <a:pt x="80" y="88"/>
                  <a:pt x="80" y="88"/>
                </a:cubicBezTo>
                <a:cubicBezTo>
                  <a:pt x="80" y="32"/>
                  <a:pt x="80" y="32"/>
                  <a:pt x="80" y="32"/>
                </a:cubicBezTo>
                <a:cubicBezTo>
                  <a:pt x="96" y="32"/>
                  <a:pt x="96" y="32"/>
                  <a:pt x="96" y="32"/>
                </a:cubicBezTo>
                <a:lnTo>
                  <a:pt x="96" y="88"/>
                </a:lnTo>
                <a:close/>
                <a:moveTo>
                  <a:pt x="104" y="23"/>
                </a:moveTo>
                <a:cubicBezTo>
                  <a:pt x="104" y="23"/>
                  <a:pt x="104" y="23"/>
                  <a:pt x="104" y="23"/>
                </a:cubicBezTo>
                <a:cubicBezTo>
                  <a:pt x="105" y="14"/>
                  <a:pt x="112" y="8"/>
                  <a:pt x="120" y="8"/>
                </a:cubicBezTo>
                <a:cubicBezTo>
                  <a:pt x="126" y="8"/>
                  <a:pt x="132" y="12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0" y="66"/>
                  <a:pt x="143" y="64"/>
                  <a:pt x="136" y="64"/>
                </a:cubicBezTo>
                <a:cubicBezTo>
                  <a:pt x="123" y="64"/>
                  <a:pt x="111" y="70"/>
                  <a:pt x="104" y="80"/>
                </a:cubicBezTo>
                <a:lnTo>
                  <a:pt x="104" y="23"/>
                </a:lnTo>
                <a:close/>
                <a:moveTo>
                  <a:pt x="136" y="136"/>
                </a:moveTo>
                <a:cubicBezTo>
                  <a:pt x="118" y="136"/>
                  <a:pt x="104" y="122"/>
                  <a:pt x="104" y="104"/>
                </a:cubicBezTo>
                <a:cubicBezTo>
                  <a:pt x="104" y="86"/>
                  <a:pt x="118" y="72"/>
                  <a:pt x="136" y="72"/>
                </a:cubicBezTo>
                <a:cubicBezTo>
                  <a:pt x="154" y="72"/>
                  <a:pt x="168" y="86"/>
                  <a:pt x="168" y="104"/>
                </a:cubicBezTo>
                <a:cubicBezTo>
                  <a:pt x="168" y="122"/>
                  <a:pt x="154" y="136"/>
                  <a:pt x="136" y="136"/>
                </a:cubicBezTo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lt1"/>
              </a:solidFill>
            </a:endParaRPr>
          </a:p>
        </p:txBody>
      </p:sp>
      <p:sp>
        <p:nvSpPr>
          <p:cNvPr id="35" name="Freeform 203">
            <a:extLst>
              <a:ext uri="{FF2B5EF4-FFF2-40B4-BE49-F238E27FC236}">
                <a16:creationId xmlns:a16="http://schemas.microsoft.com/office/drawing/2014/main" id="{FC46DC52-11A8-4E42-B99A-93561C9D50B3}"/>
              </a:ext>
            </a:extLst>
          </p:cNvPr>
          <p:cNvSpPr>
            <a:spLocks noEditPoints="1"/>
          </p:cNvSpPr>
          <p:nvPr/>
        </p:nvSpPr>
        <p:spPr bwMode="auto">
          <a:xfrm>
            <a:off x="8392817" y="3502108"/>
            <a:ext cx="1502367" cy="1077796"/>
          </a:xfrm>
          <a:custGeom>
            <a:avLst/>
            <a:gdLst>
              <a:gd name="T0" fmla="*/ 32 w 176"/>
              <a:gd name="T1" fmla="*/ 52 h 128"/>
              <a:gd name="T2" fmla="*/ 48 w 176"/>
              <a:gd name="T3" fmla="*/ 52 h 128"/>
              <a:gd name="T4" fmla="*/ 140 w 176"/>
              <a:gd name="T5" fmla="*/ 8 h 128"/>
              <a:gd name="T6" fmla="*/ 36 w 176"/>
              <a:gd name="T7" fmla="*/ 0 h 128"/>
              <a:gd name="T8" fmla="*/ 20 w 176"/>
              <a:gd name="T9" fmla="*/ 24 h 128"/>
              <a:gd name="T10" fmla="*/ 156 w 176"/>
              <a:gd name="T11" fmla="*/ 16 h 128"/>
              <a:gd name="T12" fmla="*/ 20 w 176"/>
              <a:gd name="T13" fmla="*/ 24 h 128"/>
              <a:gd name="T14" fmla="*/ 0 w 176"/>
              <a:gd name="T15" fmla="*/ 40 h 128"/>
              <a:gd name="T16" fmla="*/ 168 w 176"/>
              <a:gd name="T17" fmla="*/ 128 h 128"/>
              <a:gd name="T18" fmla="*/ 168 w 176"/>
              <a:gd name="T19" fmla="*/ 32 h 128"/>
              <a:gd name="T20" fmla="*/ 12 w 176"/>
              <a:gd name="T21" fmla="*/ 48 h 128"/>
              <a:gd name="T22" fmla="*/ 12 w 176"/>
              <a:gd name="T23" fmla="*/ 120 h 128"/>
              <a:gd name="T24" fmla="*/ 16 w 176"/>
              <a:gd name="T25" fmla="*/ 116 h 128"/>
              <a:gd name="T26" fmla="*/ 160 w 176"/>
              <a:gd name="T27" fmla="*/ 116 h 128"/>
              <a:gd name="T28" fmla="*/ 164 w 176"/>
              <a:gd name="T29" fmla="*/ 120 h 128"/>
              <a:gd name="T30" fmla="*/ 152 w 176"/>
              <a:gd name="T31" fmla="*/ 116 h 128"/>
              <a:gd name="T32" fmla="*/ 24 w 176"/>
              <a:gd name="T33" fmla="*/ 116 h 128"/>
              <a:gd name="T34" fmla="*/ 8 w 176"/>
              <a:gd name="T35" fmla="*/ 55 h 128"/>
              <a:gd name="T36" fmla="*/ 23 w 176"/>
              <a:gd name="T37" fmla="*/ 40 h 128"/>
              <a:gd name="T38" fmla="*/ 164 w 176"/>
              <a:gd name="T39" fmla="*/ 56 h 128"/>
              <a:gd name="T40" fmla="*/ 164 w 176"/>
              <a:gd name="T41" fmla="*/ 48 h 128"/>
              <a:gd name="T42" fmla="*/ 168 w 176"/>
              <a:gd name="T43" fmla="*/ 44 h 128"/>
              <a:gd name="T44" fmla="*/ 132 w 176"/>
              <a:gd name="T45" fmla="*/ 104 h 128"/>
              <a:gd name="T46" fmla="*/ 140 w 176"/>
              <a:gd name="T47" fmla="*/ 112 h 128"/>
              <a:gd name="T48" fmla="*/ 88 w 176"/>
              <a:gd name="T49" fmla="*/ 48 h 128"/>
              <a:gd name="T50" fmla="*/ 120 w 176"/>
              <a:gd name="T51" fmla="*/ 80 h 128"/>
              <a:gd name="T52" fmla="*/ 98 w 176"/>
              <a:gd name="T53" fmla="*/ 97 h 128"/>
              <a:gd name="T54" fmla="*/ 90 w 176"/>
              <a:gd name="T55" fmla="*/ 104 h 128"/>
              <a:gd name="T56" fmla="*/ 82 w 176"/>
              <a:gd name="T57" fmla="*/ 99 h 128"/>
              <a:gd name="T58" fmla="*/ 74 w 176"/>
              <a:gd name="T59" fmla="*/ 88 h 128"/>
              <a:gd name="T60" fmla="*/ 86 w 176"/>
              <a:gd name="T61" fmla="*/ 95 h 128"/>
              <a:gd name="T62" fmla="*/ 79 w 176"/>
              <a:gd name="T63" fmla="*/ 79 h 128"/>
              <a:gd name="T64" fmla="*/ 76 w 176"/>
              <a:gd name="T65" fmla="*/ 66 h 128"/>
              <a:gd name="T66" fmla="*/ 86 w 176"/>
              <a:gd name="T67" fmla="*/ 60 h 128"/>
              <a:gd name="T68" fmla="*/ 90 w 176"/>
              <a:gd name="T69" fmla="*/ 60 h 128"/>
              <a:gd name="T70" fmla="*/ 100 w 176"/>
              <a:gd name="T71" fmla="*/ 66 h 128"/>
              <a:gd name="T72" fmla="*/ 93 w 176"/>
              <a:gd name="T73" fmla="*/ 66 h 128"/>
              <a:gd name="T74" fmla="*/ 94 w 176"/>
              <a:gd name="T75" fmla="*/ 77 h 128"/>
              <a:gd name="T76" fmla="*/ 102 w 176"/>
              <a:gd name="T77" fmla="*/ 88 h 128"/>
              <a:gd name="T78" fmla="*/ 92 w 176"/>
              <a:gd name="T79" fmla="*/ 83 h 128"/>
              <a:gd name="T80" fmla="*/ 94 w 176"/>
              <a:gd name="T81" fmla="*/ 94 h 128"/>
              <a:gd name="T82" fmla="*/ 94 w 176"/>
              <a:gd name="T83" fmla="*/ 85 h 128"/>
              <a:gd name="T84" fmla="*/ 83 w 176"/>
              <a:gd name="T85" fmla="*/ 74 h 128"/>
              <a:gd name="T86" fmla="*/ 86 w 176"/>
              <a:gd name="T87" fmla="*/ 6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76" h="128">
                <a:moveTo>
                  <a:pt x="44" y="48"/>
                </a:moveTo>
                <a:cubicBezTo>
                  <a:pt x="36" y="48"/>
                  <a:pt x="36" y="48"/>
                  <a:pt x="36" y="48"/>
                </a:cubicBezTo>
                <a:cubicBezTo>
                  <a:pt x="34" y="48"/>
                  <a:pt x="32" y="50"/>
                  <a:pt x="32" y="52"/>
                </a:cubicBezTo>
                <a:cubicBezTo>
                  <a:pt x="32" y="54"/>
                  <a:pt x="34" y="56"/>
                  <a:pt x="36" y="56"/>
                </a:cubicBezTo>
                <a:cubicBezTo>
                  <a:pt x="44" y="56"/>
                  <a:pt x="44" y="56"/>
                  <a:pt x="44" y="56"/>
                </a:cubicBezTo>
                <a:cubicBezTo>
                  <a:pt x="46" y="56"/>
                  <a:pt x="48" y="54"/>
                  <a:pt x="48" y="52"/>
                </a:cubicBezTo>
                <a:cubicBezTo>
                  <a:pt x="48" y="50"/>
                  <a:pt x="46" y="48"/>
                  <a:pt x="44" y="48"/>
                </a:cubicBezTo>
                <a:moveTo>
                  <a:pt x="36" y="8"/>
                </a:moveTo>
                <a:cubicBezTo>
                  <a:pt x="140" y="8"/>
                  <a:pt x="140" y="8"/>
                  <a:pt x="140" y="8"/>
                </a:cubicBezTo>
                <a:cubicBezTo>
                  <a:pt x="142" y="8"/>
                  <a:pt x="144" y="6"/>
                  <a:pt x="144" y="4"/>
                </a:cubicBezTo>
                <a:cubicBezTo>
                  <a:pt x="144" y="2"/>
                  <a:pt x="142" y="0"/>
                  <a:pt x="140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4" y="0"/>
                  <a:pt x="32" y="2"/>
                  <a:pt x="32" y="4"/>
                </a:cubicBezTo>
                <a:cubicBezTo>
                  <a:pt x="32" y="6"/>
                  <a:pt x="34" y="8"/>
                  <a:pt x="36" y="8"/>
                </a:cubicBezTo>
                <a:moveTo>
                  <a:pt x="20" y="24"/>
                </a:moveTo>
                <a:cubicBezTo>
                  <a:pt x="156" y="24"/>
                  <a:pt x="156" y="24"/>
                  <a:pt x="156" y="24"/>
                </a:cubicBezTo>
                <a:cubicBezTo>
                  <a:pt x="158" y="24"/>
                  <a:pt x="160" y="22"/>
                  <a:pt x="160" y="20"/>
                </a:cubicBezTo>
                <a:cubicBezTo>
                  <a:pt x="160" y="18"/>
                  <a:pt x="158" y="16"/>
                  <a:pt x="156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18" y="16"/>
                  <a:pt x="16" y="18"/>
                  <a:pt x="16" y="20"/>
                </a:cubicBezTo>
                <a:cubicBezTo>
                  <a:pt x="16" y="22"/>
                  <a:pt x="18" y="24"/>
                  <a:pt x="20" y="24"/>
                </a:cubicBezTo>
                <a:moveTo>
                  <a:pt x="168" y="32"/>
                </a:moveTo>
                <a:cubicBezTo>
                  <a:pt x="8" y="32"/>
                  <a:pt x="8" y="32"/>
                  <a:pt x="8" y="32"/>
                </a:cubicBezTo>
                <a:cubicBezTo>
                  <a:pt x="4" y="32"/>
                  <a:pt x="0" y="36"/>
                  <a:pt x="0" y="4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4"/>
                  <a:pt x="4" y="128"/>
                  <a:pt x="8" y="128"/>
                </a:cubicBezTo>
                <a:cubicBezTo>
                  <a:pt x="168" y="128"/>
                  <a:pt x="168" y="128"/>
                  <a:pt x="168" y="128"/>
                </a:cubicBezTo>
                <a:cubicBezTo>
                  <a:pt x="172" y="128"/>
                  <a:pt x="176" y="124"/>
                  <a:pt x="176" y="120"/>
                </a:cubicBezTo>
                <a:cubicBezTo>
                  <a:pt x="176" y="40"/>
                  <a:pt x="176" y="40"/>
                  <a:pt x="176" y="40"/>
                </a:cubicBezTo>
                <a:cubicBezTo>
                  <a:pt x="176" y="36"/>
                  <a:pt x="172" y="32"/>
                  <a:pt x="168" y="32"/>
                </a:cubicBezTo>
                <a:moveTo>
                  <a:pt x="12" y="40"/>
                </a:moveTo>
                <a:cubicBezTo>
                  <a:pt x="14" y="40"/>
                  <a:pt x="16" y="42"/>
                  <a:pt x="16" y="44"/>
                </a:cubicBezTo>
                <a:cubicBezTo>
                  <a:pt x="16" y="46"/>
                  <a:pt x="14" y="48"/>
                  <a:pt x="12" y="48"/>
                </a:cubicBezTo>
                <a:cubicBezTo>
                  <a:pt x="10" y="48"/>
                  <a:pt x="8" y="46"/>
                  <a:pt x="8" y="44"/>
                </a:cubicBezTo>
                <a:cubicBezTo>
                  <a:pt x="8" y="42"/>
                  <a:pt x="10" y="40"/>
                  <a:pt x="12" y="40"/>
                </a:cubicBezTo>
                <a:moveTo>
                  <a:pt x="12" y="120"/>
                </a:moveTo>
                <a:cubicBezTo>
                  <a:pt x="10" y="120"/>
                  <a:pt x="8" y="118"/>
                  <a:pt x="8" y="116"/>
                </a:cubicBezTo>
                <a:cubicBezTo>
                  <a:pt x="8" y="114"/>
                  <a:pt x="10" y="112"/>
                  <a:pt x="12" y="112"/>
                </a:cubicBezTo>
                <a:cubicBezTo>
                  <a:pt x="14" y="112"/>
                  <a:pt x="16" y="114"/>
                  <a:pt x="16" y="116"/>
                </a:cubicBezTo>
                <a:cubicBezTo>
                  <a:pt x="16" y="118"/>
                  <a:pt x="14" y="120"/>
                  <a:pt x="12" y="120"/>
                </a:cubicBezTo>
                <a:moveTo>
                  <a:pt x="164" y="120"/>
                </a:moveTo>
                <a:cubicBezTo>
                  <a:pt x="162" y="120"/>
                  <a:pt x="160" y="118"/>
                  <a:pt x="160" y="116"/>
                </a:cubicBezTo>
                <a:cubicBezTo>
                  <a:pt x="160" y="114"/>
                  <a:pt x="162" y="112"/>
                  <a:pt x="164" y="112"/>
                </a:cubicBezTo>
                <a:cubicBezTo>
                  <a:pt x="166" y="112"/>
                  <a:pt x="168" y="114"/>
                  <a:pt x="168" y="116"/>
                </a:cubicBezTo>
                <a:cubicBezTo>
                  <a:pt x="168" y="118"/>
                  <a:pt x="166" y="120"/>
                  <a:pt x="164" y="120"/>
                </a:cubicBezTo>
                <a:moveTo>
                  <a:pt x="168" y="105"/>
                </a:moveTo>
                <a:cubicBezTo>
                  <a:pt x="167" y="104"/>
                  <a:pt x="165" y="104"/>
                  <a:pt x="164" y="104"/>
                </a:cubicBezTo>
                <a:cubicBezTo>
                  <a:pt x="157" y="104"/>
                  <a:pt x="152" y="109"/>
                  <a:pt x="152" y="116"/>
                </a:cubicBezTo>
                <a:cubicBezTo>
                  <a:pt x="152" y="117"/>
                  <a:pt x="152" y="119"/>
                  <a:pt x="153" y="120"/>
                </a:cubicBezTo>
                <a:cubicBezTo>
                  <a:pt x="23" y="120"/>
                  <a:pt x="23" y="120"/>
                  <a:pt x="23" y="120"/>
                </a:cubicBezTo>
                <a:cubicBezTo>
                  <a:pt x="24" y="119"/>
                  <a:pt x="24" y="117"/>
                  <a:pt x="24" y="116"/>
                </a:cubicBezTo>
                <a:cubicBezTo>
                  <a:pt x="24" y="109"/>
                  <a:pt x="19" y="104"/>
                  <a:pt x="12" y="104"/>
                </a:cubicBezTo>
                <a:cubicBezTo>
                  <a:pt x="11" y="104"/>
                  <a:pt x="9" y="104"/>
                  <a:pt x="8" y="105"/>
                </a:cubicBezTo>
                <a:cubicBezTo>
                  <a:pt x="8" y="55"/>
                  <a:pt x="8" y="55"/>
                  <a:pt x="8" y="55"/>
                </a:cubicBezTo>
                <a:cubicBezTo>
                  <a:pt x="9" y="56"/>
                  <a:pt x="11" y="56"/>
                  <a:pt x="12" y="56"/>
                </a:cubicBezTo>
                <a:cubicBezTo>
                  <a:pt x="19" y="56"/>
                  <a:pt x="24" y="51"/>
                  <a:pt x="24" y="44"/>
                </a:cubicBezTo>
                <a:cubicBezTo>
                  <a:pt x="24" y="43"/>
                  <a:pt x="24" y="41"/>
                  <a:pt x="23" y="40"/>
                </a:cubicBezTo>
                <a:cubicBezTo>
                  <a:pt x="153" y="40"/>
                  <a:pt x="153" y="40"/>
                  <a:pt x="153" y="40"/>
                </a:cubicBezTo>
                <a:cubicBezTo>
                  <a:pt x="152" y="41"/>
                  <a:pt x="152" y="43"/>
                  <a:pt x="152" y="44"/>
                </a:cubicBezTo>
                <a:cubicBezTo>
                  <a:pt x="152" y="51"/>
                  <a:pt x="157" y="56"/>
                  <a:pt x="164" y="56"/>
                </a:cubicBezTo>
                <a:cubicBezTo>
                  <a:pt x="165" y="56"/>
                  <a:pt x="167" y="56"/>
                  <a:pt x="168" y="55"/>
                </a:cubicBezTo>
                <a:lnTo>
                  <a:pt x="168" y="105"/>
                </a:lnTo>
                <a:close/>
                <a:moveTo>
                  <a:pt x="164" y="48"/>
                </a:moveTo>
                <a:cubicBezTo>
                  <a:pt x="162" y="48"/>
                  <a:pt x="160" y="46"/>
                  <a:pt x="160" y="44"/>
                </a:cubicBezTo>
                <a:cubicBezTo>
                  <a:pt x="160" y="42"/>
                  <a:pt x="162" y="40"/>
                  <a:pt x="164" y="40"/>
                </a:cubicBezTo>
                <a:cubicBezTo>
                  <a:pt x="166" y="40"/>
                  <a:pt x="168" y="42"/>
                  <a:pt x="168" y="44"/>
                </a:cubicBezTo>
                <a:cubicBezTo>
                  <a:pt x="168" y="46"/>
                  <a:pt x="166" y="48"/>
                  <a:pt x="164" y="48"/>
                </a:cubicBezTo>
                <a:moveTo>
                  <a:pt x="140" y="104"/>
                </a:moveTo>
                <a:cubicBezTo>
                  <a:pt x="132" y="104"/>
                  <a:pt x="132" y="104"/>
                  <a:pt x="132" y="104"/>
                </a:cubicBezTo>
                <a:cubicBezTo>
                  <a:pt x="130" y="104"/>
                  <a:pt x="128" y="106"/>
                  <a:pt x="128" y="108"/>
                </a:cubicBezTo>
                <a:cubicBezTo>
                  <a:pt x="128" y="110"/>
                  <a:pt x="130" y="112"/>
                  <a:pt x="132" y="112"/>
                </a:cubicBezTo>
                <a:cubicBezTo>
                  <a:pt x="140" y="112"/>
                  <a:pt x="140" y="112"/>
                  <a:pt x="140" y="112"/>
                </a:cubicBezTo>
                <a:cubicBezTo>
                  <a:pt x="142" y="112"/>
                  <a:pt x="144" y="110"/>
                  <a:pt x="144" y="108"/>
                </a:cubicBezTo>
                <a:cubicBezTo>
                  <a:pt x="144" y="106"/>
                  <a:pt x="142" y="104"/>
                  <a:pt x="140" y="104"/>
                </a:cubicBezTo>
                <a:moveTo>
                  <a:pt x="88" y="48"/>
                </a:moveTo>
                <a:cubicBezTo>
                  <a:pt x="70" y="48"/>
                  <a:pt x="56" y="62"/>
                  <a:pt x="56" y="80"/>
                </a:cubicBezTo>
                <a:cubicBezTo>
                  <a:pt x="56" y="98"/>
                  <a:pt x="70" y="112"/>
                  <a:pt x="88" y="112"/>
                </a:cubicBezTo>
                <a:cubicBezTo>
                  <a:pt x="106" y="112"/>
                  <a:pt x="120" y="98"/>
                  <a:pt x="120" y="80"/>
                </a:cubicBezTo>
                <a:cubicBezTo>
                  <a:pt x="120" y="62"/>
                  <a:pt x="106" y="48"/>
                  <a:pt x="88" y="48"/>
                </a:cubicBezTo>
                <a:moveTo>
                  <a:pt x="101" y="93"/>
                </a:moveTo>
                <a:cubicBezTo>
                  <a:pt x="100" y="95"/>
                  <a:pt x="99" y="96"/>
                  <a:pt x="98" y="97"/>
                </a:cubicBezTo>
                <a:cubicBezTo>
                  <a:pt x="97" y="98"/>
                  <a:pt x="96" y="99"/>
                  <a:pt x="94" y="99"/>
                </a:cubicBezTo>
                <a:cubicBezTo>
                  <a:pt x="93" y="100"/>
                  <a:pt x="91" y="100"/>
                  <a:pt x="90" y="100"/>
                </a:cubicBezTo>
                <a:cubicBezTo>
                  <a:pt x="90" y="104"/>
                  <a:pt x="90" y="104"/>
                  <a:pt x="90" y="104"/>
                </a:cubicBezTo>
                <a:cubicBezTo>
                  <a:pt x="86" y="104"/>
                  <a:pt x="86" y="104"/>
                  <a:pt x="86" y="104"/>
                </a:cubicBezTo>
                <a:cubicBezTo>
                  <a:pt x="86" y="100"/>
                  <a:pt x="86" y="100"/>
                  <a:pt x="86" y="100"/>
                </a:cubicBezTo>
                <a:cubicBezTo>
                  <a:pt x="84" y="100"/>
                  <a:pt x="83" y="100"/>
                  <a:pt x="82" y="99"/>
                </a:cubicBezTo>
                <a:cubicBezTo>
                  <a:pt x="80" y="99"/>
                  <a:pt x="79" y="98"/>
                  <a:pt x="77" y="97"/>
                </a:cubicBezTo>
                <a:cubicBezTo>
                  <a:pt x="76" y="96"/>
                  <a:pt x="75" y="94"/>
                  <a:pt x="75" y="93"/>
                </a:cubicBezTo>
                <a:cubicBezTo>
                  <a:pt x="74" y="91"/>
                  <a:pt x="74" y="90"/>
                  <a:pt x="74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90"/>
                  <a:pt x="80" y="92"/>
                  <a:pt x="82" y="93"/>
                </a:cubicBezTo>
                <a:cubicBezTo>
                  <a:pt x="83" y="95"/>
                  <a:pt x="84" y="95"/>
                  <a:pt x="86" y="95"/>
                </a:cubicBezTo>
                <a:cubicBezTo>
                  <a:pt x="86" y="82"/>
                  <a:pt x="86" y="82"/>
                  <a:pt x="86" y="82"/>
                </a:cubicBezTo>
                <a:cubicBezTo>
                  <a:pt x="85" y="82"/>
                  <a:pt x="84" y="81"/>
                  <a:pt x="82" y="81"/>
                </a:cubicBezTo>
                <a:cubicBezTo>
                  <a:pt x="81" y="80"/>
                  <a:pt x="80" y="79"/>
                  <a:pt x="79" y="79"/>
                </a:cubicBezTo>
                <a:cubicBezTo>
                  <a:pt x="77" y="78"/>
                  <a:pt x="76" y="77"/>
                  <a:pt x="76" y="75"/>
                </a:cubicBezTo>
                <a:cubicBezTo>
                  <a:pt x="75" y="74"/>
                  <a:pt x="75" y="72"/>
                  <a:pt x="75" y="70"/>
                </a:cubicBezTo>
                <a:cubicBezTo>
                  <a:pt x="75" y="69"/>
                  <a:pt x="75" y="67"/>
                  <a:pt x="76" y="66"/>
                </a:cubicBezTo>
                <a:cubicBezTo>
                  <a:pt x="76" y="64"/>
                  <a:pt x="77" y="63"/>
                  <a:pt x="78" y="62"/>
                </a:cubicBezTo>
                <a:cubicBezTo>
                  <a:pt x="79" y="61"/>
                  <a:pt x="81" y="61"/>
                  <a:pt x="82" y="60"/>
                </a:cubicBezTo>
                <a:cubicBezTo>
                  <a:pt x="84" y="60"/>
                  <a:pt x="85" y="60"/>
                  <a:pt x="86" y="60"/>
                </a:cubicBezTo>
                <a:cubicBezTo>
                  <a:pt x="86" y="56"/>
                  <a:pt x="86" y="56"/>
                  <a:pt x="86" y="56"/>
                </a:cubicBezTo>
                <a:cubicBezTo>
                  <a:pt x="90" y="56"/>
                  <a:pt x="90" y="56"/>
                  <a:pt x="90" y="56"/>
                </a:cubicBezTo>
                <a:cubicBezTo>
                  <a:pt x="90" y="60"/>
                  <a:pt x="90" y="60"/>
                  <a:pt x="90" y="60"/>
                </a:cubicBezTo>
                <a:cubicBezTo>
                  <a:pt x="91" y="60"/>
                  <a:pt x="92" y="60"/>
                  <a:pt x="94" y="60"/>
                </a:cubicBezTo>
                <a:cubicBezTo>
                  <a:pt x="95" y="61"/>
                  <a:pt x="96" y="61"/>
                  <a:pt x="97" y="62"/>
                </a:cubicBezTo>
                <a:cubicBezTo>
                  <a:pt x="99" y="63"/>
                  <a:pt x="99" y="64"/>
                  <a:pt x="100" y="66"/>
                </a:cubicBezTo>
                <a:cubicBezTo>
                  <a:pt x="101" y="67"/>
                  <a:pt x="101" y="68"/>
                  <a:pt x="101" y="70"/>
                </a:cubicBezTo>
                <a:cubicBezTo>
                  <a:pt x="95" y="70"/>
                  <a:pt x="95" y="70"/>
                  <a:pt x="95" y="70"/>
                </a:cubicBezTo>
                <a:cubicBezTo>
                  <a:pt x="95" y="68"/>
                  <a:pt x="94" y="67"/>
                  <a:pt x="93" y="66"/>
                </a:cubicBezTo>
                <a:cubicBezTo>
                  <a:pt x="93" y="65"/>
                  <a:pt x="92" y="64"/>
                  <a:pt x="90" y="64"/>
                </a:cubicBezTo>
                <a:cubicBezTo>
                  <a:pt x="90" y="76"/>
                  <a:pt x="90" y="76"/>
                  <a:pt x="90" y="76"/>
                </a:cubicBezTo>
                <a:cubicBezTo>
                  <a:pt x="91" y="76"/>
                  <a:pt x="92" y="77"/>
                  <a:pt x="94" y="77"/>
                </a:cubicBezTo>
                <a:cubicBezTo>
                  <a:pt x="95" y="78"/>
                  <a:pt x="97" y="79"/>
                  <a:pt x="98" y="80"/>
                </a:cubicBezTo>
                <a:cubicBezTo>
                  <a:pt x="99" y="81"/>
                  <a:pt x="100" y="82"/>
                  <a:pt x="101" y="83"/>
                </a:cubicBezTo>
                <a:cubicBezTo>
                  <a:pt x="102" y="84"/>
                  <a:pt x="102" y="86"/>
                  <a:pt x="102" y="88"/>
                </a:cubicBezTo>
                <a:cubicBezTo>
                  <a:pt x="102" y="90"/>
                  <a:pt x="102" y="92"/>
                  <a:pt x="101" y="93"/>
                </a:cubicBezTo>
                <a:moveTo>
                  <a:pt x="94" y="85"/>
                </a:moveTo>
                <a:cubicBezTo>
                  <a:pt x="93" y="84"/>
                  <a:pt x="92" y="84"/>
                  <a:pt x="92" y="83"/>
                </a:cubicBezTo>
                <a:cubicBezTo>
                  <a:pt x="91" y="83"/>
                  <a:pt x="90" y="83"/>
                  <a:pt x="90" y="83"/>
                </a:cubicBezTo>
                <a:cubicBezTo>
                  <a:pt x="90" y="95"/>
                  <a:pt x="90" y="95"/>
                  <a:pt x="90" y="95"/>
                </a:cubicBezTo>
                <a:cubicBezTo>
                  <a:pt x="92" y="95"/>
                  <a:pt x="93" y="95"/>
                  <a:pt x="94" y="94"/>
                </a:cubicBezTo>
                <a:cubicBezTo>
                  <a:pt x="95" y="93"/>
                  <a:pt x="96" y="91"/>
                  <a:pt x="96" y="89"/>
                </a:cubicBezTo>
                <a:cubicBezTo>
                  <a:pt x="96" y="88"/>
                  <a:pt x="96" y="87"/>
                  <a:pt x="95" y="86"/>
                </a:cubicBezTo>
                <a:cubicBezTo>
                  <a:pt x="95" y="86"/>
                  <a:pt x="94" y="85"/>
                  <a:pt x="94" y="85"/>
                </a:cubicBezTo>
                <a:moveTo>
                  <a:pt x="81" y="70"/>
                </a:moveTo>
                <a:cubicBezTo>
                  <a:pt x="81" y="71"/>
                  <a:pt x="81" y="71"/>
                  <a:pt x="81" y="72"/>
                </a:cubicBezTo>
                <a:cubicBezTo>
                  <a:pt x="82" y="73"/>
                  <a:pt x="82" y="73"/>
                  <a:pt x="83" y="74"/>
                </a:cubicBezTo>
                <a:cubicBezTo>
                  <a:pt x="83" y="74"/>
                  <a:pt x="84" y="74"/>
                  <a:pt x="85" y="75"/>
                </a:cubicBezTo>
                <a:cubicBezTo>
                  <a:pt x="85" y="75"/>
                  <a:pt x="86" y="75"/>
                  <a:pt x="86" y="75"/>
                </a:cubicBezTo>
                <a:cubicBezTo>
                  <a:pt x="86" y="64"/>
                  <a:pt x="86" y="64"/>
                  <a:pt x="86" y="64"/>
                </a:cubicBezTo>
                <a:cubicBezTo>
                  <a:pt x="84" y="64"/>
                  <a:pt x="83" y="65"/>
                  <a:pt x="82" y="66"/>
                </a:cubicBezTo>
                <a:cubicBezTo>
                  <a:pt x="81" y="67"/>
                  <a:pt x="81" y="68"/>
                  <a:pt x="81" y="70"/>
                </a:cubicBezTo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6701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A0B608B-A3C5-4105-B06D-354957E38A72}"/>
              </a:ext>
            </a:extLst>
          </p:cNvPr>
          <p:cNvSpPr/>
          <p:nvPr/>
        </p:nvSpPr>
        <p:spPr>
          <a:xfrm>
            <a:off x="9208804" y="1371600"/>
            <a:ext cx="7707598" cy="3708000"/>
          </a:xfrm>
          <a:prstGeom prst="roundRect">
            <a:avLst>
              <a:gd name="adj" fmla="val 6098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DE41640-3FBE-49E7-BAED-FAFD69983DE5}"/>
              </a:ext>
            </a:extLst>
          </p:cNvPr>
          <p:cNvSpPr/>
          <p:nvPr/>
        </p:nvSpPr>
        <p:spPr>
          <a:xfrm>
            <a:off x="9208804" y="5207397"/>
            <a:ext cx="7707598" cy="3708000"/>
          </a:xfrm>
          <a:prstGeom prst="roundRect">
            <a:avLst>
              <a:gd name="adj" fmla="val 6098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E0B725C-FB4B-452A-A95F-ADFDD3AED705}"/>
              </a:ext>
            </a:extLst>
          </p:cNvPr>
          <p:cNvSpPr/>
          <p:nvPr/>
        </p:nvSpPr>
        <p:spPr>
          <a:xfrm>
            <a:off x="1371600" y="5207397"/>
            <a:ext cx="7707598" cy="3708000"/>
          </a:xfrm>
          <a:prstGeom prst="roundRect">
            <a:avLst>
              <a:gd name="adj" fmla="val 6098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E7AAAD7-ECEC-45A8-9EA8-D3FFEF8F5733}"/>
              </a:ext>
            </a:extLst>
          </p:cNvPr>
          <p:cNvSpPr/>
          <p:nvPr/>
        </p:nvSpPr>
        <p:spPr>
          <a:xfrm>
            <a:off x="1371600" y="1371600"/>
            <a:ext cx="7707598" cy="3708000"/>
          </a:xfrm>
          <a:prstGeom prst="roundRect">
            <a:avLst>
              <a:gd name="adj" fmla="val 6098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21ECA4-2EBB-4FF0-959E-500CA47148F8}"/>
              </a:ext>
            </a:extLst>
          </p:cNvPr>
          <p:cNvSpPr txBox="1"/>
          <p:nvPr/>
        </p:nvSpPr>
        <p:spPr>
          <a:xfrm flipH="1">
            <a:off x="3133628" y="248077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First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6D986EE-75C3-47DB-8FEF-025FC2BD39B5}"/>
              </a:ext>
            </a:extLst>
          </p:cNvPr>
          <p:cNvSpPr txBox="1"/>
          <p:nvPr/>
        </p:nvSpPr>
        <p:spPr>
          <a:xfrm flipH="1">
            <a:off x="3133628" y="3139433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A4C626-0510-4696-B465-E103B7613717}"/>
              </a:ext>
            </a:extLst>
          </p:cNvPr>
          <p:cNvSpPr txBox="1"/>
          <p:nvPr/>
        </p:nvSpPr>
        <p:spPr>
          <a:xfrm flipH="1">
            <a:off x="3133628" y="631656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Third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7345DEB-367E-444B-A82E-B103CD323D89}"/>
              </a:ext>
            </a:extLst>
          </p:cNvPr>
          <p:cNvSpPr txBox="1"/>
          <p:nvPr/>
        </p:nvSpPr>
        <p:spPr>
          <a:xfrm flipH="1">
            <a:off x="3133628" y="6975230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10E1DA9-0ED5-4929-83A1-CA270CDAD52F}"/>
              </a:ext>
            </a:extLst>
          </p:cNvPr>
          <p:cNvSpPr txBox="1"/>
          <p:nvPr/>
        </p:nvSpPr>
        <p:spPr>
          <a:xfrm flipH="1">
            <a:off x="10970832" y="631656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Fourth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72BCCE-7456-46F5-94A4-D34DE0365637}"/>
              </a:ext>
            </a:extLst>
          </p:cNvPr>
          <p:cNvSpPr txBox="1"/>
          <p:nvPr/>
        </p:nvSpPr>
        <p:spPr>
          <a:xfrm flipH="1">
            <a:off x="10970832" y="6975230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CC4367A-2BDF-4EED-8701-849F064D5F50}"/>
              </a:ext>
            </a:extLst>
          </p:cNvPr>
          <p:cNvSpPr txBox="1"/>
          <p:nvPr/>
        </p:nvSpPr>
        <p:spPr>
          <a:xfrm flipH="1">
            <a:off x="10970832" y="248077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Second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F3F559-CCEC-43F6-9DA9-30C1FFFFFDD5}"/>
              </a:ext>
            </a:extLst>
          </p:cNvPr>
          <p:cNvSpPr txBox="1"/>
          <p:nvPr/>
        </p:nvSpPr>
        <p:spPr>
          <a:xfrm flipH="1">
            <a:off x="10970832" y="3139433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AD730C4-B682-4C4B-BB0B-7DDDF9334185}"/>
              </a:ext>
            </a:extLst>
          </p:cNvPr>
          <p:cNvGrpSpPr/>
          <p:nvPr/>
        </p:nvGrpSpPr>
        <p:grpSpPr>
          <a:xfrm rot="2700000">
            <a:off x="7964631" y="3964131"/>
            <a:ext cx="2358738" cy="2358738"/>
            <a:chOff x="6894367" y="3964131"/>
            <a:chExt cx="2358738" cy="2358738"/>
          </a:xfrm>
          <a:solidFill>
            <a:schemeClr val="accent1"/>
          </a:solidFill>
        </p:grpSpPr>
        <p:sp>
          <p:nvSpPr>
            <p:cNvPr id="76" name="Arrow: Circular 75">
              <a:extLst>
                <a:ext uri="{FF2B5EF4-FFF2-40B4-BE49-F238E27FC236}">
                  <a16:creationId xmlns:a16="http://schemas.microsoft.com/office/drawing/2014/main" id="{1CB0017F-0D06-401F-8514-668EDA3F9095}"/>
                </a:ext>
              </a:extLst>
            </p:cNvPr>
            <p:cNvSpPr/>
            <p:nvPr/>
          </p:nvSpPr>
          <p:spPr>
            <a:xfrm>
              <a:off x="6894368" y="3964132"/>
              <a:ext cx="2358737" cy="2358737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6955100"/>
                <a:gd name="adj5" fmla="val 12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77" name="Arrow: Circular 76">
              <a:extLst>
                <a:ext uri="{FF2B5EF4-FFF2-40B4-BE49-F238E27FC236}">
                  <a16:creationId xmlns:a16="http://schemas.microsoft.com/office/drawing/2014/main" id="{8AC4DE5B-7EDE-4808-85E8-7B1F7A7492B2}"/>
                </a:ext>
              </a:extLst>
            </p:cNvPr>
            <p:cNvSpPr/>
            <p:nvPr/>
          </p:nvSpPr>
          <p:spPr>
            <a:xfrm rot="5400000">
              <a:off x="6894368" y="3964132"/>
              <a:ext cx="2358737" cy="2358737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6955100"/>
                <a:gd name="adj5" fmla="val 12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78" name="Arrow: Circular 77">
              <a:extLst>
                <a:ext uri="{FF2B5EF4-FFF2-40B4-BE49-F238E27FC236}">
                  <a16:creationId xmlns:a16="http://schemas.microsoft.com/office/drawing/2014/main" id="{2831E717-A14B-4213-A2E8-9D4F99D54325}"/>
                </a:ext>
              </a:extLst>
            </p:cNvPr>
            <p:cNvSpPr/>
            <p:nvPr/>
          </p:nvSpPr>
          <p:spPr>
            <a:xfrm rot="10800000">
              <a:off x="6894368" y="3964131"/>
              <a:ext cx="2358737" cy="2358737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6955100"/>
                <a:gd name="adj5" fmla="val 12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79" name="Arrow: Circular 78">
              <a:extLst>
                <a:ext uri="{FF2B5EF4-FFF2-40B4-BE49-F238E27FC236}">
                  <a16:creationId xmlns:a16="http://schemas.microsoft.com/office/drawing/2014/main" id="{2BA38B8F-9007-4112-8B9E-99F9EE21B4EF}"/>
                </a:ext>
              </a:extLst>
            </p:cNvPr>
            <p:cNvSpPr/>
            <p:nvPr/>
          </p:nvSpPr>
          <p:spPr>
            <a:xfrm rot="16200000">
              <a:off x="6894367" y="3964132"/>
              <a:ext cx="2358737" cy="2358737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6955100"/>
                <a:gd name="adj5" fmla="val 12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410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A0B608B-A3C5-4105-B06D-354957E38A72}"/>
              </a:ext>
            </a:extLst>
          </p:cNvPr>
          <p:cNvSpPr/>
          <p:nvPr/>
        </p:nvSpPr>
        <p:spPr>
          <a:xfrm>
            <a:off x="9208804" y="1371600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DE41640-3FBE-49E7-BAED-FAFD69983DE5}"/>
              </a:ext>
            </a:extLst>
          </p:cNvPr>
          <p:cNvSpPr/>
          <p:nvPr/>
        </p:nvSpPr>
        <p:spPr>
          <a:xfrm>
            <a:off x="9208804" y="5207397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E0B725C-FB4B-452A-A95F-ADFDD3AED705}"/>
              </a:ext>
            </a:extLst>
          </p:cNvPr>
          <p:cNvSpPr/>
          <p:nvPr/>
        </p:nvSpPr>
        <p:spPr>
          <a:xfrm>
            <a:off x="1371600" y="5207397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E7AAAD7-ECEC-45A8-9EA8-D3FFEF8F5733}"/>
              </a:ext>
            </a:extLst>
          </p:cNvPr>
          <p:cNvSpPr/>
          <p:nvPr/>
        </p:nvSpPr>
        <p:spPr>
          <a:xfrm>
            <a:off x="1371600" y="1371600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EA8C1BA-3376-4C6C-B6F9-B3FAD40AA94B}"/>
              </a:ext>
            </a:extLst>
          </p:cNvPr>
          <p:cNvSpPr txBox="1"/>
          <p:nvPr/>
        </p:nvSpPr>
        <p:spPr>
          <a:xfrm flipH="1">
            <a:off x="3133628" y="248077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First Title</a:t>
            </a:r>
            <a:endParaRPr lang="ru-RU" sz="3600" dirty="0">
              <a:latin typeface="+mj-lt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23A029F-A414-4422-A930-57F689003027}"/>
              </a:ext>
            </a:extLst>
          </p:cNvPr>
          <p:cNvSpPr txBox="1"/>
          <p:nvPr/>
        </p:nvSpPr>
        <p:spPr>
          <a:xfrm flipH="1">
            <a:off x="3133628" y="3139433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91D72F-7C5F-4C7B-9163-1FB76C56A49B}"/>
              </a:ext>
            </a:extLst>
          </p:cNvPr>
          <p:cNvSpPr txBox="1"/>
          <p:nvPr/>
        </p:nvSpPr>
        <p:spPr>
          <a:xfrm flipH="1">
            <a:off x="3133628" y="631656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Third Title</a:t>
            </a:r>
            <a:endParaRPr lang="ru-RU" sz="3600" dirty="0">
              <a:latin typeface="+mj-lt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FB6626-8B0C-4466-9CF0-B5CECAEC112C}"/>
              </a:ext>
            </a:extLst>
          </p:cNvPr>
          <p:cNvSpPr txBox="1"/>
          <p:nvPr/>
        </p:nvSpPr>
        <p:spPr>
          <a:xfrm flipH="1">
            <a:off x="3133628" y="6975230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273C21-1CC2-402E-A0AF-8225B29D1D36}"/>
              </a:ext>
            </a:extLst>
          </p:cNvPr>
          <p:cNvSpPr txBox="1"/>
          <p:nvPr/>
        </p:nvSpPr>
        <p:spPr>
          <a:xfrm flipH="1">
            <a:off x="10970832" y="631656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Fourth Title</a:t>
            </a:r>
            <a:endParaRPr lang="ru-RU" sz="3600" dirty="0">
              <a:latin typeface="+mj-lt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1AE904-A7CC-47E4-9784-B8431FF12EB7}"/>
              </a:ext>
            </a:extLst>
          </p:cNvPr>
          <p:cNvSpPr txBox="1"/>
          <p:nvPr/>
        </p:nvSpPr>
        <p:spPr>
          <a:xfrm flipH="1">
            <a:off x="10970832" y="6975230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8E71539-2299-4C2A-A346-133F85435640}"/>
              </a:ext>
            </a:extLst>
          </p:cNvPr>
          <p:cNvSpPr txBox="1"/>
          <p:nvPr/>
        </p:nvSpPr>
        <p:spPr>
          <a:xfrm flipH="1">
            <a:off x="10970832" y="248077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 Title</a:t>
            </a:r>
            <a:endParaRPr lang="ru-RU" sz="3600" dirty="0">
              <a:latin typeface="+mj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CCFA0CE-E7A3-4370-AF33-6E2046AFEEE0}"/>
              </a:ext>
            </a:extLst>
          </p:cNvPr>
          <p:cNvSpPr txBox="1"/>
          <p:nvPr/>
        </p:nvSpPr>
        <p:spPr>
          <a:xfrm flipH="1">
            <a:off x="10970832" y="3139433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67C5281-4CF0-4B33-88AB-7C354AFE9379}"/>
              </a:ext>
            </a:extLst>
          </p:cNvPr>
          <p:cNvGrpSpPr/>
          <p:nvPr/>
        </p:nvGrpSpPr>
        <p:grpSpPr>
          <a:xfrm rot="2700000">
            <a:off x="7964631" y="3964131"/>
            <a:ext cx="2358738" cy="2358738"/>
            <a:chOff x="6894367" y="3964131"/>
            <a:chExt cx="2358738" cy="2358738"/>
          </a:xfrm>
          <a:solidFill>
            <a:schemeClr val="accent1"/>
          </a:solidFill>
        </p:grpSpPr>
        <p:sp>
          <p:nvSpPr>
            <p:cNvPr id="73" name="Arrow: Circular 72">
              <a:extLst>
                <a:ext uri="{FF2B5EF4-FFF2-40B4-BE49-F238E27FC236}">
                  <a16:creationId xmlns:a16="http://schemas.microsoft.com/office/drawing/2014/main" id="{72234CB9-4B5F-4277-944E-74077A9EC956}"/>
                </a:ext>
              </a:extLst>
            </p:cNvPr>
            <p:cNvSpPr/>
            <p:nvPr/>
          </p:nvSpPr>
          <p:spPr>
            <a:xfrm>
              <a:off x="6894368" y="3964132"/>
              <a:ext cx="2358737" cy="2358737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6955100"/>
                <a:gd name="adj5" fmla="val 12500"/>
              </a:avLst>
            </a:prstGeom>
            <a:gradFill>
              <a:gsLst>
                <a:gs pos="100000">
                  <a:schemeClr val="accent4"/>
                </a:gs>
                <a:gs pos="0">
                  <a:schemeClr val="accent3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Arrow: Circular 73">
              <a:extLst>
                <a:ext uri="{FF2B5EF4-FFF2-40B4-BE49-F238E27FC236}">
                  <a16:creationId xmlns:a16="http://schemas.microsoft.com/office/drawing/2014/main" id="{3E7E5631-0E27-41A0-803C-23501DC03798}"/>
                </a:ext>
              </a:extLst>
            </p:cNvPr>
            <p:cNvSpPr/>
            <p:nvPr/>
          </p:nvSpPr>
          <p:spPr>
            <a:xfrm rot="5400000">
              <a:off x="6894368" y="3964132"/>
              <a:ext cx="2358737" cy="2358737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6955100"/>
                <a:gd name="adj5" fmla="val 12500"/>
              </a:avLst>
            </a:prstGeom>
            <a:gradFill>
              <a:gsLst>
                <a:gs pos="100000">
                  <a:schemeClr val="accent4"/>
                </a:gs>
                <a:gs pos="0">
                  <a:schemeClr val="accent3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Arrow: Circular 74">
              <a:extLst>
                <a:ext uri="{FF2B5EF4-FFF2-40B4-BE49-F238E27FC236}">
                  <a16:creationId xmlns:a16="http://schemas.microsoft.com/office/drawing/2014/main" id="{E428C304-B7BF-4125-82AA-569F8A38B996}"/>
                </a:ext>
              </a:extLst>
            </p:cNvPr>
            <p:cNvSpPr/>
            <p:nvPr/>
          </p:nvSpPr>
          <p:spPr>
            <a:xfrm rot="10800000">
              <a:off x="6894368" y="3964131"/>
              <a:ext cx="2358737" cy="2358737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6955100"/>
                <a:gd name="adj5" fmla="val 12500"/>
              </a:avLst>
            </a:prstGeom>
            <a:gradFill>
              <a:gsLst>
                <a:gs pos="100000">
                  <a:schemeClr val="accent4"/>
                </a:gs>
                <a:gs pos="0">
                  <a:schemeClr val="accent3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Arrow: Circular 75">
              <a:extLst>
                <a:ext uri="{FF2B5EF4-FFF2-40B4-BE49-F238E27FC236}">
                  <a16:creationId xmlns:a16="http://schemas.microsoft.com/office/drawing/2014/main" id="{DF665504-6115-49F8-ABA4-B7E2BA27FF7B}"/>
                </a:ext>
              </a:extLst>
            </p:cNvPr>
            <p:cNvSpPr/>
            <p:nvPr/>
          </p:nvSpPr>
          <p:spPr>
            <a:xfrm rot="16200000">
              <a:off x="6894367" y="3964132"/>
              <a:ext cx="2358737" cy="2358737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6955100"/>
                <a:gd name="adj5" fmla="val 12500"/>
              </a:avLst>
            </a:prstGeom>
            <a:gradFill>
              <a:gsLst>
                <a:gs pos="100000">
                  <a:schemeClr val="accent4"/>
                </a:gs>
                <a:gs pos="0">
                  <a:schemeClr val="accent3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34828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3FCD758-65B0-4686-9441-732AB88F35A7}"/>
              </a:ext>
            </a:extLst>
          </p:cNvPr>
          <p:cNvSpPr/>
          <p:nvPr/>
        </p:nvSpPr>
        <p:spPr>
          <a:xfrm>
            <a:off x="9208804" y="1371600"/>
            <a:ext cx="7707598" cy="3708000"/>
          </a:xfrm>
          <a:prstGeom prst="roundRect">
            <a:avLst>
              <a:gd name="adj" fmla="val 6098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7B64D7A-7A37-4C18-A28E-84491FFD98CE}"/>
              </a:ext>
            </a:extLst>
          </p:cNvPr>
          <p:cNvSpPr/>
          <p:nvPr/>
        </p:nvSpPr>
        <p:spPr>
          <a:xfrm>
            <a:off x="9208804" y="5207397"/>
            <a:ext cx="7707598" cy="3708000"/>
          </a:xfrm>
          <a:prstGeom prst="roundRect">
            <a:avLst>
              <a:gd name="adj" fmla="val 6098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0A95902-242D-43FF-A954-5AA1742F1180}"/>
              </a:ext>
            </a:extLst>
          </p:cNvPr>
          <p:cNvSpPr/>
          <p:nvPr/>
        </p:nvSpPr>
        <p:spPr>
          <a:xfrm>
            <a:off x="1371600" y="5207397"/>
            <a:ext cx="7707598" cy="3708000"/>
          </a:xfrm>
          <a:prstGeom prst="roundRect">
            <a:avLst>
              <a:gd name="adj" fmla="val 6098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3D7FDAE-8C8B-4314-BD46-4A54D2087CF3}"/>
              </a:ext>
            </a:extLst>
          </p:cNvPr>
          <p:cNvSpPr/>
          <p:nvPr/>
        </p:nvSpPr>
        <p:spPr>
          <a:xfrm>
            <a:off x="1371600" y="1371600"/>
            <a:ext cx="7707598" cy="3708000"/>
          </a:xfrm>
          <a:prstGeom prst="roundRect">
            <a:avLst>
              <a:gd name="adj" fmla="val 6098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Quad 5">
            <a:extLst>
              <a:ext uri="{FF2B5EF4-FFF2-40B4-BE49-F238E27FC236}">
                <a16:creationId xmlns:a16="http://schemas.microsoft.com/office/drawing/2014/main" id="{CDC00AFC-D6CD-44D2-B09D-7C65E33ABA31}"/>
              </a:ext>
            </a:extLst>
          </p:cNvPr>
          <p:cNvSpPr/>
          <p:nvPr/>
        </p:nvSpPr>
        <p:spPr>
          <a:xfrm rot="2700000">
            <a:off x="8265821" y="4265322"/>
            <a:ext cx="1756360" cy="1756358"/>
          </a:xfrm>
          <a:prstGeom prst="quadArrow">
            <a:avLst>
              <a:gd name="adj1" fmla="val 13894"/>
              <a:gd name="adj2" fmla="val 16763"/>
              <a:gd name="adj3" fmla="val 1771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A3AB3D-07D9-467E-A19F-7C448150AA23}"/>
              </a:ext>
            </a:extLst>
          </p:cNvPr>
          <p:cNvSpPr txBox="1"/>
          <p:nvPr/>
        </p:nvSpPr>
        <p:spPr>
          <a:xfrm flipH="1">
            <a:off x="3133628" y="248077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First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478E21-86A0-4FE4-9671-E8EFBB651E42}"/>
              </a:ext>
            </a:extLst>
          </p:cNvPr>
          <p:cNvSpPr txBox="1"/>
          <p:nvPr/>
        </p:nvSpPr>
        <p:spPr>
          <a:xfrm flipH="1">
            <a:off x="3133628" y="3139433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45352E-AC05-482A-9B99-20522436CE68}"/>
              </a:ext>
            </a:extLst>
          </p:cNvPr>
          <p:cNvSpPr txBox="1"/>
          <p:nvPr/>
        </p:nvSpPr>
        <p:spPr>
          <a:xfrm flipH="1">
            <a:off x="3133628" y="631656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Third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F4C20C-F73D-4339-B463-D40B9C0D095E}"/>
              </a:ext>
            </a:extLst>
          </p:cNvPr>
          <p:cNvSpPr txBox="1"/>
          <p:nvPr/>
        </p:nvSpPr>
        <p:spPr>
          <a:xfrm flipH="1">
            <a:off x="3133628" y="6975230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18B0C8-C2D3-4833-BCBC-7A1DC29CC9CD}"/>
              </a:ext>
            </a:extLst>
          </p:cNvPr>
          <p:cNvSpPr txBox="1"/>
          <p:nvPr/>
        </p:nvSpPr>
        <p:spPr>
          <a:xfrm flipH="1">
            <a:off x="10970832" y="631656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Fourth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7E05EA-D7B5-484B-9531-AE32A9D56BEB}"/>
              </a:ext>
            </a:extLst>
          </p:cNvPr>
          <p:cNvSpPr txBox="1"/>
          <p:nvPr/>
        </p:nvSpPr>
        <p:spPr>
          <a:xfrm flipH="1">
            <a:off x="10970832" y="6975230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4656F6-B552-44D6-A092-8945472F5B14}"/>
              </a:ext>
            </a:extLst>
          </p:cNvPr>
          <p:cNvSpPr txBox="1"/>
          <p:nvPr/>
        </p:nvSpPr>
        <p:spPr>
          <a:xfrm flipH="1">
            <a:off x="10970832" y="248077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Second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2883DB-AE00-464B-8A78-35DC3C1C4370}"/>
              </a:ext>
            </a:extLst>
          </p:cNvPr>
          <p:cNvSpPr txBox="1"/>
          <p:nvPr/>
        </p:nvSpPr>
        <p:spPr>
          <a:xfrm flipH="1">
            <a:off x="10970832" y="3139433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8376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3FCD758-65B0-4686-9441-732AB88F35A7}"/>
              </a:ext>
            </a:extLst>
          </p:cNvPr>
          <p:cNvSpPr/>
          <p:nvPr/>
        </p:nvSpPr>
        <p:spPr>
          <a:xfrm>
            <a:off x="9208804" y="1371600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7B64D7A-7A37-4C18-A28E-84491FFD98CE}"/>
              </a:ext>
            </a:extLst>
          </p:cNvPr>
          <p:cNvSpPr/>
          <p:nvPr/>
        </p:nvSpPr>
        <p:spPr>
          <a:xfrm>
            <a:off x="9208804" y="5207397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0A95902-242D-43FF-A954-5AA1742F1180}"/>
              </a:ext>
            </a:extLst>
          </p:cNvPr>
          <p:cNvSpPr/>
          <p:nvPr/>
        </p:nvSpPr>
        <p:spPr>
          <a:xfrm>
            <a:off x="1371600" y="5207397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3D7FDAE-8C8B-4314-BD46-4A54D2087CF3}"/>
              </a:ext>
            </a:extLst>
          </p:cNvPr>
          <p:cNvSpPr/>
          <p:nvPr/>
        </p:nvSpPr>
        <p:spPr>
          <a:xfrm>
            <a:off x="1371600" y="1371600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Quad 5">
            <a:extLst>
              <a:ext uri="{FF2B5EF4-FFF2-40B4-BE49-F238E27FC236}">
                <a16:creationId xmlns:a16="http://schemas.microsoft.com/office/drawing/2014/main" id="{CDC00AFC-D6CD-44D2-B09D-7C65E33ABA31}"/>
              </a:ext>
            </a:extLst>
          </p:cNvPr>
          <p:cNvSpPr/>
          <p:nvPr/>
        </p:nvSpPr>
        <p:spPr>
          <a:xfrm rot="2700000">
            <a:off x="8265821" y="4265322"/>
            <a:ext cx="1756360" cy="1756358"/>
          </a:xfrm>
          <a:prstGeom prst="quadArrow">
            <a:avLst>
              <a:gd name="adj1" fmla="val 13894"/>
              <a:gd name="adj2" fmla="val 16763"/>
              <a:gd name="adj3" fmla="val 17719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A3AB3D-07D9-467E-A19F-7C448150AA23}"/>
              </a:ext>
            </a:extLst>
          </p:cNvPr>
          <p:cNvSpPr txBox="1"/>
          <p:nvPr/>
        </p:nvSpPr>
        <p:spPr>
          <a:xfrm flipH="1">
            <a:off x="3133628" y="248077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First Title</a:t>
            </a:r>
            <a:endParaRPr lang="ru-RU" sz="3600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478E21-86A0-4FE4-9671-E8EFBB651E42}"/>
              </a:ext>
            </a:extLst>
          </p:cNvPr>
          <p:cNvSpPr txBox="1"/>
          <p:nvPr/>
        </p:nvSpPr>
        <p:spPr>
          <a:xfrm flipH="1">
            <a:off x="3133628" y="3139433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45352E-AC05-482A-9B99-20522436CE68}"/>
              </a:ext>
            </a:extLst>
          </p:cNvPr>
          <p:cNvSpPr txBox="1"/>
          <p:nvPr/>
        </p:nvSpPr>
        <p:spPr>
          <a:xfrm flipH="1">
            <a:off x="3133628" y="631656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Third Title</a:t>
            </a:r>
            <a:endParaRPr lang="ru-RU" sz="3600" dirty="0"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F4C20C-F73D-4339-B463-D40B9C0D095E}"/>
              </a:ext>
            </a:extLst>
          </p:cNvPr>
          <p:cNvSpPr txBox="1"/>
          <p:nvPr/>
        </p:nvSpPr>
        <p:spPr>
          <a:xfrm flipH="1">
            <a:off x="3133628" y="6975230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18B0C8-C2D3-4833-BCBC-7A1DC29CC9CD}"/>
              </a:ext>
            </a:extLst>
          </p:cNvPr>
          <p:cNvSpPr txBox="1"/>
          <p:nvPr/>
        </p:nvSpPr>
        <p:spPr>
          <a:xfrm flipH="1">
            <a:off x="10970832" y="631656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Fourth Title</a:t>
            </a:r>
            <a:endParaRPr lang="ru-RU" sz="3600" dirty="0"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7E05EA-D7B5-484B-9531-AE32A9D56BEB}"/>
              </a:ext>
            </a:extLst>
          </p:cNvPr>
          <p:cNvSpPr txBox="1"/>
          <p:nvPr/>
        </p:nvSpPr>
        <p:spPr>
          <a:xfrm flipH="1">
            <a:off x="10970832" y="6975230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4656F6-B552-44D6-A092-8945472F5B14}"/>
              </a:ext>
            </a:extLst>
          </p:cNvPr>
          <p:cNvSpPr txBox="1"/>
          <p:nvPr/>
        </p:nvSpPr>
        <p:spPr>
          <a:xfrm flipH="1">
            <a:off x="10970832" y="248077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 Title</a:t>
            </a:r>
            <a:endParaRPr lang="ru-RU" sz="3600" dirty="0">
              <a:latin typeface="+mj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2883DB-AE00-464B-8A78-35DC3C1C4370}"/>
              </a:ext>
            </a:extLst>
          </p:cNvPr>
          <p:cNvSpPr txBox="1"/>
          <p:nvPr/>
        </p:nvSpPr>
        <p:spPr>
          <a:xfrm flipH="1">
            <a:off x="10970832" y="3139433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45602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2FFB25C-4CCF-4C63-A51A-FF6DE49DE44E}"/>
              </a:ext>
            </a:extLst>
          </p:cNvPr>
          <p:cNvSpPr/>
          <p:nvPr/>
        </p:nvSpPr>
        <p:spPr>
          <a:xfrm>
            <a:off x="9208804" y="1371600"/>
            <a:ext cx="7707598" cy="3708000"/>
          </a:xfrm>
          <a:prstGeom prst="roundRect">
            <a:avLst>
              <a:gd name="adj" fmla="val 6098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1AF604C0-F661-4402-9B74-805BD90BDAA5}"/>
              </a:ext>
            </a:extLst>
          </p:cNvPr>
          <p:cNvSpPr/>
          <p:nvPr/>
        </p:nvSpPr>
        <p:spPr>
          <a:xfrm>
            <a:off x="9208804" y="5207397"/>
            <a:ext cx="7707598" cy="3708000"/>
          </a:xfrm>
          <a:prstGeom prst="roundRect">
            <a:avLst>
              <a:gd name="adj" fmla="val 6098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D3089739-CFFB-4058-ABE3-5EBCF959A747}"/>
              </a:ext>
            </a:extLst>
          </p:cNvPr>
          <p:cNvSpPr/>
          <p:nvPr/>
        </p:nvSpPr>
        <p:spPr>
          <a:xfrm>
            <a:off x="1371600" y="5207397"/>
            <a:ext cx="7707598" cy="3708000"/>
          </a:xfrm>
          <a:prstGeom prst="roundRect">
            <a:avLst>
              <a:gd name="adj" fmla="val 6098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9B230A7-0597-47D1-AB47-86ACD13AF014}"/>
              </a:ext>
            </a:extLst>
          </p:cNvPr>
          <p:cNvSpPr/>
          <p:nvPr/>
        </p:nvSpPr>
        <p:spPr>
          <a:xfrm>
            <a:off x="1371600" y="1371600"/>
            <a:ext cx="7707598" cy="3708000"/>
          </a:xfrm>
          <a:prstGeom prst="roundRect">
            <a:avLst>
              <a:gd name="adj" fmla="val 6098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DD3948-02C4-409C-820E-538F09199B27}"/>
              </a:ext>
            </a:extLst>
          </p:cNvPr>
          <p:cNvSpPr txBox="1"/>
          <p:nvPr/>
        </p:nvSpPr>
        <p:spPr>
          <a:xfrm flipH="1">
            <a:off x="3130628" y="2480773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j-lt"/>
              </a:rPr>
              <a:t>First Point</a:t>
            </a:r>
            <a:endParaRPr lang="ru-RU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159E07-89EE-42F4-880C-ED0DC9CF4ECF}"/>
              </a:ext>
            </a:extLst>
          </p:cNvPr>
          <p:cNvSpPr txBox="1"/>
          <p:nvPr/>
        </p:nvSpPr>
        <p:spPr>
          <a:xfrm flipH="1">
            <a:off x="3130628" y="3139435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9D20CD-12B1-4E41-958C-DD4BFEF860EE}"/>
              </a:ext>
            </a:extLst>
          </p:cNvPr>
          <p:cNvSpPr txBox="1"/>
          <p:nvPr/>
        </p:nvSpPr>
        <p:spPr>
          <a:xfrm flipH="1">
            <a:off x="3130627" y="631656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Second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4D793C-77CA-447B-B7F9-0A6125B73DA9}"/>
              </a:ext>
            </a:extLst>
          </p:cNvPr>
          <p:cNvSpPr txBox="1"/>
          <p:nvPr/>
        </p:nvSpPr>
        <p:spPr>
          <a:xfrm flipH="1">
            <a:off x="3130627" y="6975231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EEB109-9A93-4AA9-A4DF-0B47E85DEBCD}"/>
              </a:ext>
            </a:extLst>
          </p:cNvPr>
          <p:cNvSpPr txBox="1"/>
          <p:nvPr/>
        </p:nvSpPr>
        <p:spPr>
          <a:xfrm flipH="1">
            <a:off x="10973828" y="631656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Third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9CD86D-C1F6-4230-A611-8233EEADA8B3}"/>
              </a:ext>
            </a:extLst>
          </p:cNvPr>
          <p:cNvSpPr txBox="1"/>
          <p:nvPr/>
        </p:nvSpPr>
        <p:spPr>
          <a:xfrm flipH="1">
            <a:off x="10973828" y="6975231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C56DB9-6136-4F96-868B-38849C77B935}"/>
              </a:ext>
            </a:extLst>
          </p:cNvPr>
          <p:cNvSpPr txBox="1"/>
          <p:nvPr/>
        </p:nvSpPr>
        <p:spPr>
          <a:xfrm flipH="1">
            <a:off x="10973830" y="2480773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Fourth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67112F-26B4-4368-B9CA-6D4D129DC161}"/>
              </a:ext>
            </a:extLst>
          </p:cNvPr>
          <p:cNvSpPr txBox="1"/>
          <p:nvPr/>
        </p:nvSpPr>
        <p:spPr>
          <a:xfrm flipH="1">
            <a:off x="10973830" y="3139435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70899E-5C34-44B7-9785-6EBE7C24CD7F}"/>
              </a:ext>
            </a:extLst>
          </p:cNvPr>
          <p:cNvSpPr/>
          <p:nvPr/>
        </p:nvSpPr>
        <p:spPr>
          <a:xfrm>
            <a:off x="9208804" y="3703515"/>
            <a:ext cx="1375128" cy="1376085"/>
          </a:xfrm>
          <a:custGeom>
            <a:avLst/>
            <a:gdLst>
              <a:gd name="connsiteX0" fmla="*/ 0 w 1233796"/>
              <a:gd name="connsiteY0" fmla="*/ 0 h 1234654"/>
              <a:gd name="connsiteX1" fmla="*/ 68300 w 1233796"/>
              <a:gd name="connsiteY1" fmla="*/ 3448 h 1234654"/>
              <a:gd name="connsiteX2" fmla="*/ 1230302 w 1233796"/>
              <a:gd name="connsiteY2" fmla="*/ 1165450 h 1234654"/>
              <a:gd name="connsiteX3" fmla="*/ 1233796 w 1233796"/>
              <a:gd name="connsiteY3" fmla="*/ 1234654 h 1234654"/>
              <a:gd name="connsiteX4" fmla="*/ 0 w 1233796"/>
              <a:gd name="connsiteY4" fmla="*/ 1234654 h 123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3796" h="1234654">
                <a:moveTo>
                  <a:pt x="0" y="0"/>
                </a:moveTo>
                <a:lnTo>
                  <a:pt x="68300" y="3448"/>
                </a:lnTo>
                <a:cubicBezTo>
                  <a:pt x="680991" y="65671"/>
                  <a:pt x="1168080" y="552760"/>
                  <a:pt x="1230302" y="1165450"/>
                </a:cubicBezTo>
                <a:lnTo>
                  <a:pt x="1233796" y="1234654"/>
                </a:lnTo>
                <a:lnTo>
                  <a:pt x="0" y="123465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BC02ECA-E788-48DE-A4E3-29B8AE4F910B}"/>
              </a:ext>
            </a:extLst>
          </p:cNvPr>
          <p:cNvSpPr/>
          <p:nvPr/>
        </p:nvSpPr>
        <p:spPr>
          <a:xfrm>
            <a:off x="7704068" y="5207397"/>
            <a:ext cx="1375130" cy="1376089"/>
          </a:xfrm>
          <a:custGeom>
            <a:avLst/>
            <a:gdLst>
              <a:gd name="connsiteX0" fmla="*/ 0 w 1233798"/>
              <a:gd name="connsiteY0" fmla="*/ 0 h 1234658"/>
              <a:gd name="connsiteX1" fmla="*/ 1233798 w 1233798"/>
              <a:gd name="connsiteY1" fmla="*/ 0 h 1234658"/>
              <a:gd name="connsiteX2" fmla="*/ 1233798 w 1233798"/>
              <a:gd name="connsiteY2" fmla="*/ 1234658 h 1234658"/>
              <a:gd name="connsiteX3" fmla="*/ 1165496 w 1233798"/>
              <a:gd name="connsiteY3" fmla="*/ 1231209 h 1234658"/>
              <a:gd name="connsiteX4" fmla="*/ 3494 w 1233798"/>
              <a:gd name="connsiteY4" fmla="*/ 69208 h 1234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3798" h="1234658">
                <a:moveTo>
                  <a:pt x="0" y="0"/>
                </a:moveTo>
                <a:lnTo>
                  <a:pt x="1233798" y="0"/>
                </a:lnTo>
                <a:lnTo>
                  <a:pt x="1233798" y="1234658"/>
                </a:lnTo>
                <a:lnTo>
                  <a:pt x="1165496" y="1231209"/>
                </a:lnTo>
                <a:cubicBezTo>
                  <a:pt x="552805" y="1168987"/>
                  <a:pt x="65717" y="681898"/>
                  <a:pt x="3494" y="69208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D2288E8-EB1B-44EF-A1AA-F5C55625EAE5}"/>
              </a:ext>
            </a:extLst>
          </p:cNvPr>
          <p:cNvSpPr/>
          <p:nvPr/>
        </p:nvSpPr>
        <p:spPr>
          <a:xfrm>
            <a:off x="9208804" y="5207397"/>
            <a:ext cx="1375129" cy="1376089"/>
          </a:xfrm>
          <a:custGeom>
            <a:avLst/>
            <a:gdLst>
              <a:gd name="connsiteX0" fmla="*/ 0 w 1233797"/>
              <a:gd name="connsiteY0" fmla="*/ 0 h 1234658"/>
              <a:gd name="connsiteX1" fmla="*/ 1233797 w 1233797"/>
              <a:gd name="connsiteY1" fmla="*/ 0 h 1234658"/>
              <a:gd name="connsiteX2" fmla="*/ 1230302 w 1233797"/>
              <a:gd name="connsiteY2" fmla="*/ 69208 h 1234658"/>
              <a:gd name="connsiteX3" fmla="*/ 68300 w 1233797"/>
              <a:gd name="connsiteY3" fmla="*/ 1231209 h 1234658"/>
              <a:gd name="connsiteX4" fmla="*/ 0 w 1233797"/>
              <a:gd name="connsiteY4" fmla="*/ 1234658 h 1234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3797" h="1234658">
                <a:moveTo>
                  <a:pt x="0" y="0"/>
                </a:moveTo>
                <a:lnTo>
                  <a:pt x="1233797" y="0"/>
                </a:lnTo>
                <a:lnTo>
                  <a:pt x="1230302" y="69208"/>
                </a:lnTo>
                <a:cubicBezTo>
                  <a:pt x="1168080" y="681898"/>
                  <a:pt x="680991" y="1168987"/>
                  <a:pt x="68300" y="1231209"/>
                </a:cubicBezTo>
                <a:lnTo>
                  <a:pt x="0" y="123465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1EB58D-CC73-4F2F-8517-90CE0582466B}"/>
              </a:ext>
            </a:extLst>
          </p:cNvPr>
          <p:cNvSpPr txBox="1"/>
          <p:nvPr/>
        </p:nvSpPr>
        <p:spPr>
          <a:xfrm>
            <a:off x="9335183" y="5433551"/>
            <a:ext cx="1237023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uk-UA"/>
            </a:defPPr>
            <a:lvl1pPr algn="ctr">
              <a:defRPr sz="36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ru-RU" dirty="0">
                <a:solidFill>
                  <a:schemeClr val="tx1"/>
                </a:solidFill>
                <a:latin typeface="+mj-lt"/>
              </a:rPr>
              <a:t>03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07CA25-F2BE-464C-BB43-4E8143880F09}"/>
              </a:ext>
            </a:extLst>
          </p:cNvPr>
          <p:cNvSpPr txBox="1"/>
          <p:nvPr/>
        </p:nvSpPr>
        <p:spPr>
          <a:xfrm>
            <a:off x="7715794" y="5433551"/>
            <a:ext cx="1237023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uk-UA"/>
            </a:defPPr>
            <a:lvl1pPr algn="ctr">
              <a:defRPr sz="36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ru-RU" dirty="0">
                <a:solidFill>
                  <a:schemeClr val="tx1"/>
                </a:solidFill>
                <a:latin typeface="+mj-lt"/>
              </a:rPr>
              <a:t>02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F9CCFC-6C2B-4AF4-9A7F-5648E8D3F101}"/>
              </a:ext>
            </a:extLst>
          </p:cNvPr>
          <p:cNvSpPr txBox="1"/>
          <p:nvPr/>
        </p:nvSpPr>
        <p:spPr>
          <a:xfrm>
            <a:off x="9335183" y="4316083"/>
            <a:ext cx="1237023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uk-UA"/>
            </a:defPPr>
            <a:lvl1pPr algn="ctr">
              <a:defRPr sz="36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ru-RU" dirty="0">
                <a:solidFill>
                  <a:schemeClr val="tx1"/>
                </a:solidFill>
                <a:latin typeface="+mj-lt"/>
              </a:rPr>
              <a:t>04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608A95B4-F954-4FBB-8C56-06B5D7EB2AE8}"/>
              </a:ext>
            </a:extLst>
          </p:cNvPr>
          <p:cNvSpPr/>
          <p:nvPr/>
        </p:nvSpPr>
        <p:spPr>
          <a:xfrm flipH="1">
            <a:off x="7704070" y="3703515"/>
            <a:ext cx="1375128" cy="1376085"/>
          </a:xfrm>
          <a:custGeom>
            <a:avLst/>
            <a:gdLst>
              <a:gd name="connsiteX0" fmla="*/ 0 w 1233796"/>
              <a:gd name="connsiteY0" fmla="*/ 0 h 1234654"/>
              <a:gd name="connsiteX1" fmla="*/ 68300 w 1233796"/>
              <a:gd name="connsiteY1" fmla="*/ 3448 h 1234654"/>
              <a:gd name="connsiteX2" fmla="*/ 1230302 w 1233796"/>
              <a:gd name="connsiteY2" fmla="*/ 1165450 h 1234654"/>
              <a:gd name="connsiteX3" fmla="*/ 1233796 w 1233796"/>
              <a:gd name="connsiteY3" fmla="*/ 1234654 h 1234654"/>
              <a:gd name="connsiteX4" fmla="*/ 0 w 1233796"/>
              <a:gd name="connsiteY4" fmla="*/ 1234654 h 123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3796" h="1234654">
                <a:moveTo>
                  <a:pt x="0" y="0"/>
                </a:moveTo>
                <a:lnTo>
                  <a:pt x="68300" y="3448"/>
                </a:lnTo>
                <a:cubicBezTo>
                  <a:pt x="680991" y="65671"/>
                  <a:pt x="1168080" y="552760"/>
                  <a:pt x="1230302" y="1165450"/>
                </a:cubicBezTo>
                <a:lnTo>
                  <a:pt x="1233796" y="1234654"/>
                </a:lnTo>
                <a:lnTo>
                  <a:pt x="0" y="123465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B8CD062-1B74-4F34-AFC6-C44EB45CD5C9}"/>
              </a:ext>
            </a:extLst>
          </p:cNvPr>
          <p:cNvSpPr txBox="1"/>
          <p:nvPr/>
        </p:nvSpPr>
        <p:spPr>
          <a:xfrm>
            <a:off x="7715794" y="4316083"/>
            <a:ext cx="1237023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uk-UA"/>
            </a:defPPr>
            <a:lvl1pPr algn="ctr">
              <a:defRPr sz="36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ru-RU" dirty="0">
                <a:solidFill>
                  <a:schemeClr val="tx1"/>
                </a:solidFill>
                <a:latin typeface="+mj-lt"/>
              </a:rPr>
              <a:t>01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2269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2FFB25C-4CCF-4C63-A51A-FF6DE49DE44E}"/>
              </a:ext>
            </a:extLst>
          </p:cNvPr>
          <p:cNvSpPr/>
          <p:nvPr/>
        </p:nvSpPr>
        <p:spPr>
          <a:xfrm>
            <a:off x="9208804" y="1371600"/>
            <a:ext cx="7707598" cy="3708000"/>
          </a:xfrm>
          <a:prstGeom prst="roundRect">
            <a:avLst>
              <a:gd name="adj" fmla="val 6098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1AF604C0-F661-4402-9B74-805BD90BDAA5}"/>
              </a:ext>
            </a:extLst>
          </p:cNvPr>
          <p:cNvSpPr/>
          <p:nvPr/>
        </p:nvSpPr>
        <p:spPr>
          <a:xfrm>
            <a:off x="9208804" y="5207397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D3089739-CFFB-4058-ABE3-5EBCF959A747}"/>
              </a:ext>
            </a:extLst>
          </p:cNvPr>
          <p:cNvSpPr/>
          <p:nvPr/>
        </p:nvSpPr>
        <p:spPr>
          <a:xfrm>
            <a:off x="1371600" y="5207397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9B230A7-0597-47D1-AB47-86ACD13AF014}"/>
              </a:ext>
            </a:extLst>
          </p:cNvPr>
          <p:cNvSpPr/>
          <p:nvPr/>
        </p:nvSpPr>
        <p:spPr>
          <a:xfrm>
            <a:off x="1371600" y="1371600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DD3948-02C4-409C-820E-538F09199B27}"/>
              </a:ext>
            </a:extLst>
          </p:cNvPr>
          <p:cNvSpPr txBox="1"/>
          <p:nvPr/>
        </p:nvSpPr>
        <p:spPr>
          <a:xfrm flipH="1">
            <a:off x="3130628" y="2480773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First Point</a:t>
            </a:r>
            <a:endParaRPr lang="ru-RU" sz="3600" b="1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159E07-89EE-42F4-880C-ED0DC9CF4ECF}"/>
              </a:ext>
            </a:extLst>
          </p:cNvPr>
          <p:cNvSpPr txBox="1"/>
          <p:nvPr/>
        </p:nvSpPr>
        <p:spPr>
          <a:xfrm flipH="1">
            <a:off x="3130628" y="3139435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9D20CD-12B1-4E41-958C-DD4BFEF860EE}"/>
              </a:ext>
            </a:extLst>
          </p:cNvPr>
          <p:cNvSpPr txBox="1"/>
          <p:nvPr/>
        </p:nvSpPr>
        <p:spPr>
          <a:xfrm flipH="1">
            <a:off x="3130627" y="631656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 Title</a:t>
            </a:r>
            <a:endParaRPr lang="ru-RU" sz="3600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4D793C-77CA-447B-B7F9-0A6125B73DA9}"/>
              </a:ext>
            </a:extLst>
          </p:cNvPr>
          <p:cNvSpPr txBox="1"/>
          <p:nvPr/>
        </p:nvSpPr>
        <p:spPr>
          <a:xfrm flipH="1">
            <a:off x="3130627" y="6975231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EEB109-9A93-4AA9-A4DF-0B47E85DEBCD}"/>
              </a:ext>
            </a:extLst>
          </p:cNvPr>
          <p:cNvSpPr txBox="1"/>
          <p:nvPr/>
        </p:nvSpPr>
        <p:spPr>
          <a:xfrm flipH="1">
            <a:off x="10973828" y="631656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Third Title</a:t>
            </a:r>
            <a:endParaRPr lang="ru-RU" sz="3600" dirty="0"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9CD86D-C1F6-4230-A611-8233EEADA8B3}"/>
              </a:ext>
            </a:extLst>
          </p:cNvPr>
          <p:cNvSpPr txBox="1"/>
          <p:nvPr/>
        </p:nvSpPr>
        <p:spPr>
          <a:xfrm flipH="1">
            <a:off x="10973828" y="6975231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C56DB9-6136-4F96-868B-38849C77B935}"/>
              </a:ext>
            </a:extLst>
          </p:cNvPr>
          <p:cNvSpPr txBox="1"/>
          <p:nvPr/>
        </p:nvSpPr>
        <p:spPr>
          <a:xfrm flipH="1">
            <a:off x="10973830" y="2480773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Final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67112F-26B4-4368-B9CA-6D4D129DC161}"/>
              </a:ext>
            </a:extLst>
          </p:cNvPr>
          <p:cNvSpPr txBox="1"/>
          <p:nvPr/>
        </p:nvSpPr>
        <p:spPr>
          <a:xfrm flipH="1">
            <a:off x="10973830" y="3139435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70899E-5C34-44B7-9785-6EBE7C24CD7F}"/>
              </a:ext>
            </a:extLst>
          </p:cNvPr>
          <p:cNvSpPr/>
          <p:nvPr/>
        </p:nvSpPr>
        <p:spPr>
          <a:xfrm>
            <a:off x="9208804" y="3703515"/>
            <a:ext cx="1375128" cy="1376085"/>
          </a:xfrm>
          <a:custGeom>
            <a:avLst/>
            <a:gdLst>
              <a:gd name="connsiteX0" fmla="*/ 0 w 1233796"/>
              <a:gd name="connsiteY0" fmla="*/ 0 h 1234654"/>
              <a:gd name="connsiteX1" fmla="*/ 68300 w 1233796"/>
              <a:gd name="connsiteY1" fmla="*/ 3448 h 1234654"/>
              <a:gd name="connsiteX2" fmla="*/ 1230302 w 1233796"/>
              <a:gd name="connsiteY2" fmla="*/ 1165450 h 1234654"/>
              <a:gd name="connsiteX3" fmla="*/ 1233796 w 1233796"/>
              <a:gd name="connsiteY3" fmla="*/ 1234654 h 1234654"/>
              <a:gd name="connsiteX4" fmla="*/ 0 w 1233796"/>
              <a:gd name="connsiteY4" fmla="*/ 1234654 h 123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3796" h="1234654">
                <a:moveTo>
                  <a:pt x="0" y="0"/>
                </a:moveTo>
                <a:lnTo>
                  <a:pt x="68300" y="3448"/>
                </a:lnTo>
                <a:cubicBezTo>
                  <a:pt x="680991" y="65671"/>
                  <a:pt x="1168080" y="552760"/>
                  <a:pt x="1230302" y="1165450"/>
                </a:cubicBezTo>
                <a:lnTo>
                  <a:pt x="1233796" y="1234654"/>
                </a:lnTo>
                <a:lnTo>
                  <a:pt x="0" y="12346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BC02ECA-E788-48DE-A4E3-29B8AE4F910B}"/>
              </a:ext>
            </a:extLst>
          </p:cNvPr>
          <p:cNvSpPr/>
          <p:nvPr/>
        </p:nvSpPr>
        <p:spPr>
          <a:xfrm>
            <a:off x="7696645" y="5214717"/>
            <a:ext cx="1375130" cy="1376089"/>
          </a:xfrm>
          <a:custGeom>
            <a:avLst/>
            <a:gdLst>
              <a:gd name="connsiteX0" fmla="*/ 0 w 1233798"/>
              <a:gd name="connsiteY0" fmla="*/ 0 h 1234658"/>
              <a:gd name="connsiteX1" fmla="*/ 1233798 w 1233798"/>
              <a:gd name="connsiteY1" fmla="*/ 0 h 1234658"/>
              <a:gd name="connsiteX2" fmla="*/ 1233798 w 1233798"/>
              <a:gd name="connsiteY2" fmla="*/ 1234658 h 1234658"/>
              <a:gd name="connsiteX3" fmla="*/ 1165496 w 1233798"/>
              <a:gd name="connsiteY3" fmla="*/ 1231209 h 1234658"/>
              <a:gd name="connsiteX4" fmla="*/ 3494 w 1233798"/>
              <a:gd name="connsiteY4" fmla="*/ 69208 h 1234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3798" h="1234658">
                <a:moveTo>
                  <a:pt x="0" y="0"/>
                </a:moveTo>
                <a:lnTo>
                  <a:pt x="1233798" y="0"/>
                </a:lnTo>
                <a:lnTo>
                  <a:pt x="1233798" y="1234658"/>
                </a:lnTo>
                <a:lnTo>
                  <a:pt x="1165496" y="1231209"/>
                </a:lnTo>
                <a:cubicBezTo>
                  <a:pt x="552805" y="1168987"/>
                  <a:pt x="65717" y="681898"/>
                  <a:pt x="3494" y="69208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D2288E8-EB1B-44EF-A1AA-F5C55625EAE5}"/>
              </a:ext>
            </a:extLst>
          </p:cNvPr>
          <p:cNvSpPr/>
          <p:nvPr/>
        </p:nvSpPr>
        <p:spPr>
          <a:xfrm>
            <a:off x="9216228" y="5214717"/>
            <a:ext cx="1375129" cy="1376089"/>
          </a:xfrm>
          <a:custGeom>
            <a:avLst/>
            <a:gdLst>
              <a:gd name="connsiteX0" fmla="*/ 0 w 1233797"/>
              <a:gd name="connsiteY0" fmla="*/ 0 h 1234658"/>
              <a:gd name="connsiteX1" fmla="*/ 1233797 w 1233797"/>
              <a:gd name="connsiteY1" fmla="*/ 0 h 1234658"/>
              <a:gd name="connsiteX2" fmla="*/ 1230302 w 1233797"/>
              <a:gd name="connsiteY2" fmla="*/ 69208 h 1234658"/>
              <a:gd name="connsiteX3" fmla="*/ 68300 w 1233797"/>
              <a:gd name="connsiteY3" fmla="*/ 1231209 h 1234658"/>
              <a:gd name="connsiteX4" fmla="*/ 0 w 1233797"/>
              <a:gd name="connsiteY4" fmla="*/ 1234658 h 1234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3797" h="1234658">
                <a:moveTo>
                  <a:pt x="0" y="0"/>
                </a:moveTo>
                <a:lnTo>
                  <a:pt x="1233797" y="0"/>
                </a:lnTo>
                <a:lnTo>
                  <a:pt x="1230302" y="69208"/>
                </a:lnTo>
                <a:cubicBezTo>
                  <a:pt x="1168080" y="681898"/>
                  <a:pt x="680991" y="1168987"/>
                  <a:pt x="68300" y="1231209"/>
                </a:cubicBezTo>
                <a:lnTo>
                  <a:pt x="0" y="123465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1EB58D-CC73-4F2F-8517-90CE0582466B}"/>
              </a:ext>
            </a:extLst>
          </p:cNvPr>
          <p:cNvSpPr txBox="1"/>
          <p:nvPr/>
        </p:nvSpPr>
        <p:spPr>
          <a:xfrm>
            <a:off x="9335183" y="5433551"/>
            <a:ext cx="1237023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uk-UA"/>
            </a:defPPr>
            <a:lvl1pPr algn="ctr">
              <a:defRPr sz="36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ru-RU" dirty="0">
                <a:solidFill>
                  <a:schemeClr val="bg1"/>
                </a:solidFill>
                <a:latin typeface="+mj-lt"/>
              </a:rPr>
              <a:t>03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07CA25-F2BE-464C-BB43-4E8143880F09}"/>
              </a:ext>
            </a:extLst>
          </p:cNvPr>
          <p:cNvSpPr txBox="1"/>
          <p:nvPr/>
        </p:nvSpPr>
        <p:spPr>
          <a:xfrm>
            <a:off x="7715794" y="5433551"/>
            <a:ext cx="1237023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uk-UA"/>
            </a:defPPr>
            <a:lvl1pPr algn="ctr">
              <a:defRPr sz="36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ru-RU" dirty="0">
                <a:solidFill>
                  <a:schemeClr val="bg1"/>
                </a:solidFill>
                <a:latin typeface="+mj-lt"/>
              </a:rPr>
              <a:t>02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F9CCFC-6C2B-4AF4-9A7F-5648E8D3F101}"/>
              </a:ext>
            </a:extLst>
          </p:cNvPr>
          <p:cNvSpPr txBox="1"/>
          <p:nvPr/>
        </p:nvSpPr>
        <p:spPr>
          <a:xfrm>
            <a:off x="9335183" y="4316083"/>
            <a:ext cx="1237023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uk-UA"/>
            </a:defPPr>
            <a:lvl1pPr algn="ctr">
              <a:defRPr sz="36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ru-RU" dirty="0">
                <a:solidFill>
                  <a:schemeClr val="bg1"/>
                </a:solidFill>
                <a:latin typeface="+mj-lt"/>
              </a:rPr>
              <a:t>04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608A95B4-F954-4FBB-8C56-06B5D7EB2AE8}"/>
              </a:ext>
            </a:extLst>
          </p:cNvPr>
          <p:cNvSpPr/>
          <p:nvPr/>
        </p:nvSpPr>
        <p:spPr>
          <a:xfrm flipH="1">
            <a:off x="7704070" y="3696196"/>
            <a:ext cx="1375128" cy="1376085"/>
          </a:xfrm>
          <a:custGeom>
            <a:avLst/>
            <a:gdLst>
              <a:gd name="connsiteX0" fmla="*/ 0 w 1233796"/>
              <a:gd name="connsiteY0" fmla="*/ 0 h 1234654"/>
              <a:gd name="connsiteX1" fmla="*/ 68300 w 1233796"/>
              <a:gd name="connsiteY1" fmla="*/ 3448 h 1234654"/>
              <a:gd name="connsiteX2" fmla="*/ 1230302 w 1233796"/>
              <a:gd name="connsiteY2" fmla="*/ 1165450 h 1234654"/>
              <a:gd name="connsiteX3" fmla="*/ 1233796 w 1233796"/>
              <a:gd name="connsiteY3" fmla="*/ 1234654 h 1234654"/>
              <a:gd name="connsiteX4" fmla="*/ 0 w 1233796"/>
              <a:gd name="connsiteY4" fmla="*/ 1234654 h 123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3796" h="1234654">
                <a:moveTo>
                  <a:pt x="0" y="0"/>
                </a:moveTo>
                <a:lnTo>
                  <a:pt x="68300" y="3448"/>
                </a:lnTo>
                <a:cubicBezTo>
                  <a:pt x="680991" y="65671"/>
                  <a:pt x="1168080" y="552760"/>
                  <a:pt x="1230302" y="1165450"/>
                </a:cubicBezTo>
                <a:lnTo>
                  <a:pt x="1233796" y="1234654"/>
                </a:lnTo>
                <a:lnTo>
                  <a:pt x="0" y="1234654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B8CD062-1B74-4F34-AFC6-C44EB45CD5C9}"/>
              </a:ext>
            </a:extLst>
          </p:cNvPr>
          <p:cNvSpPr txBox="1"/>
          <p:nvPr/>
        </p:nvSpPr>
        <p:spPr>
          <a:xfrm>
            <a:off x="7715794" y="4316083"/>
            <a:ext cx="1237023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uk-UA"/>
            </a:defPPr>
            <a:lvl1pPr algn="ctr">
              <a:defRPr sz="36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ru-RU" dirty="0">
                <a:solidFill>
                  <a:schemeClr val="bg1"/>
                </a:solidFill>
                <a:latin typeface="+mj-lt"/>
              </a:rPr>
              <a:t>01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359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FFD40B59-701D-43CE-B9D5-B2D858EFB120}"/>
              </a:ext>
            </a:extLst>
          </p:cNvPr>
          <p:cNvSpPr/>
          <p:nvPr/>
        </p:nvSpPr>
        <p:spPr>
          <a:xfrm>
            <a:off x="13129200" y="1371602"/>
            <a:ext cx="3787200" cy="7543796"/>
          </a:xfrm>
          <a:prstGeom prst="roundRect">
            <a:avLst>
              <a:gd name="adj" fmla="val 4786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0212A60-8B0A-4306-A77A-12E693EA247E}"/>
              </a:ext>
            </a:extLst>
          </p:cNvPr>
          <p:cNvSpPr/>
          <p:nvPr/>
        </p:nvSpPr>
        <p:spPr>
          <a:xfrm>
            <a:off x="5290800" y="1371602"/>
            <a:ext cx="3787200" cy="7543796"/>
          </a:xfrm>
          <a:prstGeom prst="roundRect">
            <a:avLst>
              <a:gd name="adj" fmla="val 4786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665A910-4B71-409A-BB46-0185CCF17FFB}"/>
              </a:ext>
            </a:extLst>
          </p:cNvPr>
          <p:cNvSpPr/>
          <p:nvPr/>
        </p:nvSpPr>
        <p:spPr>
          <a:xfrm>
            <a:off x="9210000" y="1371602"/>
            <a:ext cx="3787200" cy="7543796"/>
          </a:xfrm>
          <a:prstGeom prst="roundRect">
            <a:avLst>
              <a:gd name="adj" fmla="val 4786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768F31-931D-4DE7-ACCC-58E67F8B4E75}"/>
              </a:ext>
            </a:extLst>
          </p:cNvPr>
          <p:cNvSpPr/>
          <p:nvPr/>
        </p:nvSpPr>
        <p:spPr>
          <a:xfrm>
            <a:off x="1371600" y="1371602"/>
            <a:ext cx="3787200" cy="7543796"/>
          </a:xfrm>
          <a:prstGeom prst="roundRect">
            <a:avLst>
              <a:gd name="adj" fmla="val 4786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lus Sign 22">
            <a:extLst>
              <a:ext uri="{FF2B5EF4-FFF2-40B4-BE49-F238E27FC236}">
                <a16:creationId xmlns:a16="http://schemas.microsoft.com/office/drawing/2014/main" id="{9D5D2DFC-04EE-4BF9-9A5B-2262F6F3CF5D}"/>
              </a:ext>
            </a:extLst>
          </p:cNvPr>
          <p:cNvSpPr/>
          <p:nvPr/>
        </p:nvSpPr>
        <p:spPr>
          <a:xfrm>
            <a:off x="4437570" y="4358670"/>
            <a:ext cx="1569660" cy="1569660"/>
          </a:xfrm>
          <a:prstGeom prst="mathPlu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Equals 23">
            <a:extLst>
              <a:ext uri="{FF2B5EF4-FFF2-40B4-BE49-F238E27FC236}">
                <a16:creationId xmlns:a16="http://schemas.microsoft.com/office/drawing/2014/main" id="{AD2D19E0-552C-4F88-A5C5-9B708CC4FB01}"/>
              </a:ext>
            </a:extLst>
          </p:cNvPr>
          <p:cNvSpPr/>
          <p:nvPr/>
        </p:nvSpPr>
        <p:spPr>
          <a:xfrm>
            <a:off x="12280770" y="4358670"/>
            <a:ext cx="1569660" cy="1569660"/>
          </a:xfrm>
          <a:prstGeom prst="mathEqual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5" name="Plus Sign 24">
            <a:extLst>
              <a:ext uri="{FF2B5EF4-FFF2-40B4-BE49-F238E27FC236}">
                <a16:creationId xmlns:a16="http://schemas.microsoft.com/office/drawing/2014/main" id="{0E8D7BE2-F3FE-4112-9FEB-11EB5CEE3CF7}"/>
              </a:ext>
            </a:extLst>
          </p:cNvPr>
          <p:cNvSpPr/>
          <p:nvPr/>
        </p:nvSpPr>
        <p:spPr>
          <a:xfrm>
            <a:off x="8359170" y="4358670"/>
            <a:ext cx="1569660" cy="1569660"/>
          </a:xfrm>
          <a:prstGeom prst="mathPlu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007651-C94B-4C0D-B9D1-CBCE20CFF0A2}"/>
              </a:ext>
            </a:extLst>
          </p:cNvPr>
          <p:cNvSpPr txBox="1"/>
          <p:nvPr/>
        </p:nvSpPr>
        <p:spPr>
          <a:xfrm rot="16200000">
            <a:off x="371431" y="4481781"/>
            <a:ext cx="5787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+mj-lt"/>
                <a:ea typeface="Roboto Black" panose="02000000000000000000" pitchFamily="2" charset="0"/>
              </a:rPr>
              <a:t>QUALITY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465EB2-362A-40F8-A562-001E14954D96}"/>
              </a:ext>
            </a:extLst>
          </p:cNvPr>
          <p:cNvSpPr txBox="1"/>
          <p:nvPr/>
        </p:nvSpPr>
        <p:spPr>
          <a:xfrm rot="16200000">
            <a:off x="4290631" y="4481781"/>
            <a:ext cx="5787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+mj-lt"/>
                <a:ea typeface="Roboto Black" panose="02000000000000000000" pitchFamily="2" charset="0"/>
              </a:rPr>
              <a:t>SERVICE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DC3E78-FC5B-4AD7-A13C-21ECD9BD89FF}"/>
              </a:ext>
            </a:extLst>
          </p:cNvPr>
          <p:cNvSpPr txBox="1"/>
          <p:nvPr/>
        </p:nvSpPr>
        <p:spPr>
          <a:xfrm rot="16200000">
            <a:off x="8209831" y="4481781"/>
            <a:ext cx="5787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+mj-lt"/>
                <a:ea typeface="Roboto Black" panose="02000000000000000000" pitchFamily="2" charset="0"/>
              </a:rPr>
              <a:t>SUPPORT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73A095-C1C6-4D20-8B43-0027E98BAC85}"/>
              </a:ext>
            </a:extLst>
          </p:cNvPr>
          <p:cNvSpPr txBox="1"/>
          <p:nvPr/>
        </p:nvSpPr>
        <p:spPr>
          <a:xfrm rot="16200000">
            <a:off x="12129031" y="4481781"/>
            <a:ext cx="5787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+mj-lt"/>
                <a:ea typeface="Roboto Black" panose="02000000000000000000" pitchFamily="2" charset="0"/>
              </a:rPr>
              <a:t>SUCCESS</a:t>
            </a:r>
          </a:p>
        </p:txBody>
      </p:sp>
    </p:spTree>
    <p:extLst>
      <p:ext uri="{BB962C8B-B14F-4D97-AF65-F5344CB8AC3E}">
        <p14:creationId xmlns:p14="http://schemas.microsoft.com/office/powerpoint/2010/main" val="7191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FFD40B59-701D-43CE-B9D5-B2D858EFB120}"/>
              </a:ext>
            </a:extLst>
          </p:cNvPr>
          <p:cNvSpPr/>
          <p:nvPr/>
        </p:nvSpPr>
        <p:spPr>
          <a:xfrm>
            <a:off x="13129200" y="1371602"/>
            <a:ext cx="3787200" cy="7543796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0212A60-8B0A-4306-A77A-12E693EA247E}"/>
              </a:ext>
            </a:extLst>
          </p:cNvPr>
          <p:cNvSpPr/>
          <p:nvPr/>
        </p:nvSpPr>
        <p:spPr>
          <a:xfrm>
            <a:off x="5290800" y="1371602"/>
            <a:ext cx="3787200" cy="7543796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665A910-4B71-409A-BB46-0185CCF17FFB}"/>
              </a:ext>
            </a:extLst>
          </p:cNvPr>
          <p:cNvSpPr/>
          <p:nvPr/>
        </p:nvSpPr>
        <p:spPr>
          <a:xfrm>
            <a:off x="9210000" y="1371602"/>
            <a:ext cx="3787200" cy="7543796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768F31-931D-4DE7-ACCC-58E67F8B4E75}"/>
              </a:ext>
            </a:extLst>
          </p:cNvPr>
          <p:cNvSpPr/>
          <p:nvPr/>
        </p:nvSpPr>
        <p:spPr>
          <a:xfrm>
            <a:off x="1371600" y="1371602"/>
            <a:ext cx="3787200" cy="7543796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3" name="Plus Sign 22">
            <a:extLst>
              <a:ext uri="{FF2B5EF4-FFF2-40B4-BE49-F238E27FC236}">
                <a16:creationId xmlns:a16="http://schemas.microsoft.com/office/drawing/2014/main" id="{9D5D2DFC-04EE-4BF9-9A5B-2262F6F3CF5D}"/>
              </a:ext>
            </a:extLst>
          </p:cNvPr>
          <p:cNvSpPr/>
          <p:nvPr/>
        </p:nvSpPr>
        <p:spPr>
          <a:xfrm>
            <a:off x="4437570" y="4358670"/>
            <a:ext cx="1569660" cy="1569660"/>
          </a:xfrm>
          <a:prstGeom prst="mathPlus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Equals 23">
            <a:extLst>
              <a:ext uri="{FF2B5EF4-FFF2-40B4-BE49-F238E27FC236}">
                <a16:creationId xmlns:a16="http://schemas.microsoft.com/office/drawing/2014/main" id="{AD2D19E0-552C-4F88-A5C5-9B708CC4FB01}"/>
              </a:ext>
            </a:extLst>
          </p:cNvPr>
          <p:cNvSpPr/>
          <p:nvPr/>
        </p:nvSpPr>
        <p:spPr>
          <a:xfrm>
            <a:off x="12280770" y="4358670"/>
            <a:ext cx="1569660" cy="1569660"/>
          </a:xfrm>
          <a:prstGeom prst="mathEqual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Plus Sign 24">
            <a:extLst>
              <a:ext uri="{FF2B5EF4-FFF2-40B4-BE49-F238E27FC236}">
                <a16:creationId xmlns:a16="http://schemas.microsoft.com/office/drawing/2014/main" id="{0E8D7BE2-F3FE-4112-9FEB-11EB5CEE3CF7}"/>
              </a:ext>
            </a:extLst>
          </p:cNvPr>
          <p:cNvSpPr/>
          <p:nvPr/>
        </p:nvSpPr>
        <p:spPr>
          <a:xfrm>
            <a:off x="8359170" y="4358670"/>
            <a:ext cx="1569660" cy="1569660"/>
          </a:xfrm>
          <a:prstGeom prst="mathPlus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007651-C94B-4C0D-B9D1-CBCE20CFF0A2}"/>
              </a:ext>
            </a:extLst>
          </p:cNvPr>
          <p:cNvSpPr txBox="1"/>
          <p:nvPr/>
        </p:nvSpPr>
        <p:spPr>
          <a:xfrm rot="16200000">
            <a:off x="371431" y="4481781"/>
            <a:ext cx="5787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+mj-lt"/>
                <a:ea typeface="Roboto Black" panose="02000000000000000000" pitchFamily="2" charset="0"/>
              </a:rPr>
              <a:t>QUALITY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465EB2-362A-40F8-A562-001E14954D96}"/>
              </a:ext>
            </a:extLst>
          </p:cNvPr>
          <p:cNvSpPr txBox="1"/>
          <p:nvPr/>
        </p:nvSpPr>
        <p:spPr>
          <a:xfrm rot="16200000">
            <a:off x="4290631" y="4481781"/>
            <a:ext cx="5787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+mj-lt"/>
                <a:ea typeface="Roboto Black" panose="02000000000000000000" pitchFamily="2" charset="0"/>
              </a:rPr>
              <a:t>SERVICE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DC3E78-FC5B-4AD7-A13C-21ECD9BD89FF}"/>
              </a:ext>
            </a:extLst>
          </p:cNvPr>
          <p:cNvSpPr txBox="1"/>
          <p:nvPr/>
        </p:nvSpPr>
        <p:spPr>
          <a:xfrm rot="16200000">
            <a:off x="8209831" y="4481781"/>
            <a:ext cx="5787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+mj-lt"/>
                <a:ea typeface="Roboto Black" panose="02000000000000000000" pitchFamily="2" charset="0"/>
              </a:rPr>
              <a:t>SUPPORT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73A095-C1C6-4D20-8B43-0027E98BAC85}"/>
              </a:ext>
            </a:extLst>
          </p:cNvPr>
          <p:cNvSpPr txBox="1"/>
          <p:nvPr/>
        </p:nvSpPr>
        <p:spPr>
          <a:xfrm rot="16200000">
            <a:off x="12129031" y="4481781"/>
            <a:ext cx="5787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+mj-lt"/>
                <a:ea typeface="Roboto Black" panose="02000000000000000000" pitchFamily="2" charset="0"/>
              </a:rPr>
              <a:t>SUCCESS</a:t>
            </a:r>
          </a:p>
        </p:txBody>
      </p:sp>
    </p:spTree>
    <p:extLst>
      <p:ext uri="{BB962C8B-B14F-4D97-AF65-F5344CB8AC3E}">
        <p14:creationId xmlns:p14="http://schemas.microsoft.com/office/powerpoint/2010/main" val="2530744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F51BD03-DC90-4364-AD6E-0811C24C6F73}"/>
              </a:ext>
            </a:extLst>
          </p:cNvPr>
          <p:cNvSpPr/>
          <p:nvPr/>
        </p:nvSpPr>
        <p:spPr>
          <a:xfrm>
            <a:off x="9208804" y="5207397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CA5C972-04C5-4573-ADCD-5A18544F322F}"/>
              </a:ext>
            </a:extLst>
          </p:cNvPr>
          <p:cNvSpPr/>
          <p:nvPr/>
        </p:nvSpPr>
        <p:spPr>
          <a:xfrm>
            <a:off x="1371600" y="5207397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53AA2-5885-4CA6-998B-F8283103083A}"/>
              </a:ext>
            </a:extLst>
          </p:cNvPr>
          <p:cNvSpPr txBox="1"/>
          <p:nvPr/>
        </p:nvSpPr>
        <p:spPr>
          <a:xfrm flipH="1">
            <a:off x="3133628" y="631656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First Subtitle</a:t>
            </a:r>
            <a:endParaRPr lang="ru-RU" sz="36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D2A34-A582-4942-BD1C-D8CFC3374513}"/>
              </a:ext>
            </a:extLst>
          </p:cNvPr>
          <p:cNvSpPr txBox="1"/>
          <p:nvPr/>
        </p:nvSpPr>
        <p:spPr>
          <a:xfrm flipH="1">
            <a:off x="3133628" y="6975230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91B22D68-6EE2-413C-AA40-F8BFC1C41C24}"/>
              </a:ext>
            </a:extLst>
          </p:cNvPr>
          <p:cNvSpPr/>
          <p:nvPr/>
        </p:nvSpPr>
        <p:spPr>
          <a:xfrm rot="5400000">
            <a:off x="7013864" y="-4270664"/>
            <a:ext cx="4260272" cy="15544800"/>
          </a:xfrm>
          <a:custGeom>
            <a:avLst/>
            <a:gdLst>
              <a:gd name="connsiteX0" fmla="*/ 0 w 4260272"/>
              <a:gd name="connsiteY0" fmla="*/ 15318686 h 15544800"/>
              <a:gd name="connsiteX1" fmla="*/ 0 w 4260272"/>
              <a:gd name="connsiteY1" fmla="*/ 226114 h 15544800"/>
              <a:gd name="connsiteX2" fmla="*/ 226114 w 4260272"/>
              <a:gd name="connsiteY2" fmla="*/ 0 h 15544800"/>
              <a:gd name="connsiteX3" fmla="*/ 3481886 w 4260272"/>
              <a:gd name="connsiteY3" fmla="*/ 0 h 15544800"/>
              <a:gd name="connsiteX4" fmla="*/ 3708000 w 4260272"/>
              <a:gd name="connsiteY4" fmla="*/ 226114 h 15544800"/>
              <a:gd name="connsiteX5" fmla="*/ 3708000 w 4260272"/>
              <a:gd name="connsiteY5" fmla="*/ 3620002 h 15544800"/>
              <a:gd name="connsiteX6" fmla="*/ 3792681 w 4260272"/>
              <a:gd name="connsiteY6" fmla="*/ 3620002 h 15544800"/>
              <a:gd name="connsiteX7" fmla="*/ 3792681 w 4260272"/>
              <a:gd name="connsiteY7" fmla="*/ 3386206 h 15544800"/>
              <a:gd name="connsiteX8" fmla="*/ 4260272 w 4260272"/>
              <a:gd name="connsiteY8" fmla="*/ 3853796 h 15544800"/>
              <a:gd name="connsiteX9" fmla="*/ 3792681 w 4260272"/>
              <a:gd name="connsiteY9" fmla="*/ 4321388 h 15544800"/>
              <a:gd name="connsiteX10" fmla="*/ 3792681 w 4260272"/>
              <a:gd name="connsiteY10" fmla="*/ 4087592 h 15544800"/>
              <a:gd name="connsiteX11" fmla="*/ 3708000 w 4260272"/>
              <a:gd name="connsiteY11" fmla="*/ 4087592 h 15544800"/>
              <a:gd name="connsiteX12" fmla="*/ 3708000 w 4260272"/>
              <a:gd name="connsiteY12" fmla="*/ 11457206 h 15544800"/>
              <a:gd name="connsiteX13" fmla="*/ 3792681 w 4260272"/>
              <a:gd name="connsiteY13" fmla="*/ 11457206 h 15544800"/>
              <a:gd name="connsiteX14" fmla="*/ 3792681 w 4260272"/>
              <a:gd name="connsiteY14" fmla="*/ 11223409 h 15544800"/>
              <a:gd name="connsiteX15" fmla="*/ 4260272 w 4260272"/>
              <a:gd name="connsiteY15" fmla="*/ 11691001 h 15544800"/>
              <a:gd name="connsiteX16" fmla="*/ 3792681 w 4260272"/>
              <a:gd name="connsiteY16" fmla="*/ 12158592 h 15544800"/>
              <a:gd name="connsiteX17" fmla="*/ 3792681 w 4260272"/>
              <a:gd name="connsiteY17" fmla="*/ 11924797 h 15544800"/>
              <a:gd name="connsiteX18" fmla="*/ 3708000 w 4260272"/>
              <a:gd name="connsiteY18" fmla="*/ 11924797 h 15544800"/>
              <a:gd name="connsiteX19" fmla="*/ 3708000 w 4260272"/>
              <a:gd name="connsiteY19" fmla="*/ 15318686 h 15544800"/>
              <a:gd name="connsiteX20" fmla="*/ 3481886 w 4260272"/>
              <a:gd name="connsiteY20" fmla="*/ 15544800 h 15544800"/>
              <a:gd name="connsiteX21" fmla="*/ 226113 w 4260272"/>
              <a:gd name="connsiteY21" fmla="*/ 15544800 h 15544800"/>
              <a:gd name="connsiteX22" fmla="*/ 0 w 4260272"/>
              <a:gd name="connsiteY22" fmla="*/ 15318686 h 155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260272" h="15544800">
                <a:moveTo>
                  <a:pt x="0" y="15318686"/>
                </a:moveTo>
                <a:lnTo>
                  <a:pt x="0" y="226114"/>
                </a:lnTo>
                <a:cubicBezTo>
                  <a:pt x="0" y="101236"/>
                  <a:pt x="101235" y="0"/>
                  <a:pt x="226114" y="0"/>
                </a:cubicBezTo>
                <a:lnTo>
                  <a:pt x="3481886" y="0"/>
                </a:lnTo>
                <a:cubicBezTo>
                  <a:pt x="3606765" y="0"/>
                  <a:pt x="3708000" y="101236"/>
                  <a:pt x="3708000" y="226114"/>
                </a:cubicBezTo>
                <a:lnTo>
                  <a:pt x="3708000" y="3620002"/>
                </a:lnTo>
                <a:lnTo>
                  <a:pt x="3792681" y="3620002"/>
                </a:lnTo>
                <a:lnTo>
                  <a:pt x="3792681" y="3386206"/>
                </a:lnTo>
                <a:lnTo>
                  <a:pt x="4260272" y="3853796"/>
                </a:lnTo>
                <a:lnTo>
                  <a:pt x="3792681" y="4321388"/>
                </a:lnTo>
                <a:lnTo>
                  <a:pt x="3792681" y="4087592"/>
                </a:lnTo>
                <a:lnTo>
                  <a:pt x="3708000" y="4087592"/>
                </a:lnTo>
                <a:lnTo>
                  <a:pt x="3708000" y="11457206"/>
                </a:lnTo>
                <a:lnTo>
                  <a:pt x="3792681" y="11457206"/>
                </a:lnTo>
                <a:lnTo>
                  <a:pt x="3792681" y="11223409"/>
                </a:lnTo>
                <a:lnTo>
                  <a:pt x="4260272" y="11691001"/>
                </a:lnTo>
                <a:lnTo>
                  <a:pt x="3792681" y="12158592"/>
                </a:lnTo>
                <a:lnTo>
                  <a:pt x="3792681" y="11924797"/>
                </a:lnTo>
                <a:lnTo>
                  <a:pt x="3708000" y="11924797"/>
                </a:lnTo>
                <a:lnTo>
                  <a:pt x="3708000" y="15318686"/>
                </a:lnTo>
                <a:cubicBezTo>
                  <a:pt x="3708000" y="15443565"/>
                  <a:pt x="3606765" y="15544800"/>
                  <a:pt x="3481886" y="15544800"/>
                </a:cubicBezTo>
                <a:lnTo>
                  <a:pt x="226113" y="15544800"/>
                </a:lnTo>
                <a:cubicBezTo>
                  <a:pt x="101234" y="15544800"/>
                  <a:pt x="0" y="15443565"/>
                  <a:pt x="0" y="15318686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E3AA70-3D40-4C9D-8293-7F95AD62C645}"/>
              </a:ext>
            </a:extLst>
          </p:cNvPr>
          <p:cNvSpPr txBox="1"/>
          <p:nvPr/>
        </p:nvSpPr>
        <p:spPr>
          <a:xfrm flipH="1">
            <a:off x="10970832" y="631656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 Subtitle</a:t>
            </a:r>
            <a:endParaRPr lang="ru-RU" sz="3600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CA6B6E-1590-4B6F-9028-57DD751FD0CE}"/>
              </a:ext>
            </a:extLst>
          </p:cNvPr>
          <p:cNvSpPr txBox="1"/>
          <p:nvPr/>
        </p:nvSpPr>
        <p:spPr>
          <a:xfrm flipH="1">
            <a:off x="10970832" y="6975230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CA5423-1678-4D9C-A496-04A0491D6C92}"/>
              </a:ext>
            </a:extLst>
          </p:cNvPr>
          <p:cNvSpPr txBox="1"/>
          <p:nvPr/>
        </p:nvSpPr>
        <p:spPr>
          <a:xfrm flipH="1">
            <a:off x="3077827" y="2480771"/>
            <a:ext cx="12132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Main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CC9D82-2D47-42BD-9C62-63E38D43E5FA}"/>
              </a:ext>
            </a:extLst>
          </p:cNvPr>
          <p:cNvSpPr txBox="1"/>
          <p:nvPr/>
        </p:nvSpPr>
        <p:spPr>
          <a:xfrm flipH="1">
            <a:off x="3077827" y="3139433"/>
            <a:ext cx="12132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Lorem ipsum dolor sit </a:t>
            </a:r>
            <a:r>
              <a:rPr lang="en-US" sz="2400" dirty="0" err="1">
                <a:solidFill>
                  <a:schemeClr val="bg1"/>
                </a:solidFill>
              </a:rPr>
              <a:t>amet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consectetuer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adipiscing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elit</a:t>
            </a:r>
            <a:r>
              <a:rPr lang="en-US" sz="2400" dirty="0">
                <a:solidFill>
                  <a:schemeClr val="bg1"/>
                </a:solidFill>
              </a:rPr>
              <a:t>. Maecenas </a:t>
            </a:r>
            <a:r>
              <a:rPr lang="en-US" sz="2400" dirty="0" err="1">
                <a:solidFill>
                  <a:schemeClr val="bg1"/>
                </a:solidFill>
              </a:rPr>
              <a:t>porttitor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2400" dirty="0" err="1">
                <a:solidFill>
                  <a:schemeClr val="bg1"/>
                </a:solidFill>
              </a:rPr>
              <a:t>congue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massa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1005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AA0BCD1-0B36-463F-94D4-45357B3EB600}"/>
              </a:ext>
            </a:extLst>
          </p:cNvPr>
          <p:cNvSpPr/>
          <p:nvPr/>
        </p:nvSpPr>
        <p:spPr>
          <a:xfrm>
            <a:off x="1371600" y="1371600"/>
            <a:ext cx="15544800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F51BD03-DC90-4364-AD6E-0811C24C6F73}"/>
              </a:ext>
            </a:extLst>
          </p:cNvPr>
          <p:cNvSpPr/>
          <p:nvPr/>
        </p:nvSpPr>
        <p:spPr>
          <a:xfrm>
            <a:off x="9208804" y="5207397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CA5C972-04C5-4573-ADCD-5A18544F322F}"/>
              </a:ext>
            </a:extLst>
          </p:cNvPr>
          <p:cNvSpPr/>
          <p:nvPr/>
        </p:nvSpPr>
        <p:spPr>
          <a:xfrm>
            <a:off x="1371600" y="5207397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53AA2-5885-4CA6-998B-F8283103083A}"/>
              </a:ext>
            </a:extLst>
          </p:cNvPr>
          <p:cNvSpPr txBox="1"/>
          <p:nvPr/>
        </p:nvSpPr>
        <p:spPr>
          <a:xfrm flipH="1">
            <a:off x="3133628" y="631656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First Subtitle</a:t>
            </a:r>
            <a:endParaRPr lang="ru-RU" sz="36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D2A34-A582-4942-BD1C-D8CFC3374513}"/>
              </a:ext>
            </a:extLst>
          </p:cNvPr>
          <p:cNvSpPr txBox="1"/>
          <p:nvPr/>
        </p:nvSpPr>
        <p:spPr>
          <a:xfrm flipH="1">
            <a:off x="3133628" y="6975230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9D7085A-8A39-4DBB-9C83-3582C9335101}"/>
              </a:ext>
            </a:extLst>
          </p:cNvPr>
          <p:cNvSpPr/>
          <p:nvPr/>
        </p:nvSpPr>
        <p:spPr>
          <a:xfrm rot="5400000">
            <a:off x="4737027" y="4675909"/>
            <a:ext cx="976745" cy="935182"/>
          </a:xfrm>
          <a:prstGeom prst="rightArrow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403E4FC-1F5C-4F02-9CEA-DFDDDCA38828}"/>
              </a:ext>
            </a:extLst>
          </p:cNvPr>
          <p:cNvSpPr/>
          <p:nvPr/>
        </p:nvSpPr>
        <p:spPr>
          <a:xfrm rot="5400000">
            <a:off x="12574231" y="4675909"/>
            <a:ext cx="976745" cy="935182"/>
          </a:xfrm>
          <a:prstGeom prst="rightArrow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E3AA70-3D40-4C9D-8293-7F95AD62C645}"/>
              </a:ext>
            </a:extLst>
          </p:cNvPr>
          <p:cNvSpPr txBox="1"/>
          <p:nvPr/>
        </p:nvSpPr>
        <p:spPr>
          <a:xfrm flipH="1">
            <a:off x="10970832" y="631656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 Subtitle</a:t>
            </a:r>
            <a:endParaRPr lang="ru-RU" sz="3600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CA6B6E-1590-4B6F-9028-57DD751FD0CE}"/>
              </a:ext>
            </a:extLst>
          </p:cNvPr>
          <p:cNvSpPr txBox="1"/>
          <p:nvPr/>
        </p:nvSpPr>
        <p:spPr>
          <a:xfrm flipH="1">
            <a:off x="10970832" y="6975230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CA5423-1678-4D9C-A496-04A0491D6C92}"/>
              </a:ext>
            </a:extLst>
          </p:cNvPr>
          <p:cNvSpPr txBox="1"/>
          <p:nvPr/>
        </p:nvSpPr>
        <p:spPr>
          <a:xfrm flipH="1">
            <a:off x="3077827" y="2480771"/>
            <a:ext cx="12132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Main Title</a:t>
            </a:r>
            <a:endParaRPr lang="ru-RU" sz="3600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CC9D82-2D47-42BD-9C62-63E38D43E5FA}"/>
              </a:ext>
            </a:extLst>
          </p:cNvPr>
          <p:cNvSpPr txBox="1"/>
          <p:nvPr/>
        </p:nvSpPr>
        <p:spPr>
          <a:xfrm flipH="1">
            <a:off x="3077827" y="3139433"/>
            <a:ext cx="12132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pPr algn="ctr"/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1072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5C40373-B4B7-4FE3-92D4-979E6F22F212}"/>
              </a:ext>
            </a:extLst>
          </p:cNvPr>
          <p:cNvSpPr/>
          <p:nvPr/>
        </p:nvSpPr>
        <p:spPr>
          <a:xfrm>
            <a:off x="6597000" y="5207400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FBE7357-DA66-4591-A76D-6DE11E099E24}"/>
              </a:ext>
            </a:extLst>
          </p:cNvPr>
          <p:cNvSpPr/>
          <p:nvPr/>
        </p:nvSpPr>
        <p:spPr>
          <a:xfrm>
            <a:off x="11822400" y="5207400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45AC3746-58E3-4B8F-A41E-C88E08D45DBD}"/>
              </a:ext>
            </a:extLst>
          </p:cNvPr>
          <p:cNvSpPr/>
          <p:nvPr/>
        </p:nvSpPr>
        <p:spPr>
          <a:xfrm>
            <a:off x="1371600" y="5207400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F8A015-201D-433E-BF03-3E9AA88A275E}"/>
              </a:ext>
            </a:extLst>
          </p:cNvPr>
          <p:cNvSpPr txBox="1"/>
          <p:nvPr/>
        </p:nvSpPr>
        <p:spPr>
          <a:xfrm flipH="1">
            <a:off x="1826829" y="6316570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First Subtitle</a:t>
            </a:r>
            <a:endParaRPr lang="ru-RU" sz="3600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6ECADD-4E9F-4535-B6C9-6D69D7D8DD36}"/>
              </a:ext>
            </a:extLst>
          </p:cNvPr>
          <p:cNvSpPr txBox="1"/>
          <p:nvPr/>
        </p:nvSpPr>
        <p:spPr>
          <a:xfrm flipH="1">
            <a:off x="1857376" y="6975232"/>
            <a:ext cx="4122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916CBC-1BE9-477B-94A7-44E0AF4DE991}"/>
              </a:ext>
            </a:extLst>
          </p:cNvPr>
          <p:cNvSpPr txBox="1"/>
          <p:nvPr/>
        </p:nvSpPr>
        <p:spPr>
          <a:xfrm flipH="1">
            <a:off x="7052229" y="6316570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 Subtitle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BDA316-236B-403C-A359-11597C7DCE7D}"/>
              </a:ext>
            </a:extLst>
          </p:cNvPr>
          <p:cNvSpPr txBox="1"/>
          <p:nvPr/>
        </p:nvSpPr>
        <p:spPr>
          <a:xfrm flipH="1">
            <a:off x="7082776" y="6975232"/>
            <a:ext cx="4122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C6171B-85C7-44DE-8989-B6607457712B}"/>
              </a:ext>
            </a:extLst>
          </p:cNvPr>
          <p:cNvSpPr txBox="1"/>
          <p:nvPr/>
        </p:nvSpPr>
        <p:spPr>
          <a:xfrm flipH="1">
            <a:off x="12277629" y="6316570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Third Subtitle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0EE05E-86AE-44B2-BDDA-A331896DEC3E}"/>
              </a:ext>
            </a:extLst>
          </p:cNvPr>
          <p:cNvSpPr txBox="1"/>
          <p:nvPr/>
        </p:nvSpPr>
        <p:spPr>
          <a:xfrm flipH="1">
            <a:off x="12308176" y="6975232"/>
            <a:ext cx="4122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0DACFB7F-EB26-4EFC-821C-E5ACB1B78010}"/>
              </a:ext>
            </a:extLst>
          </p:cNvPr>
          <p:cNvSpPr/>
          <p:nvPr/>
        </p:nvSpPr>
        <p:spPr>
          <a:xfrm rot="5400000">
            <a:off x="7013863" y="-4270662"/>
            <a:ext cx="4260275" cy="15544800"/>
          </a:xfrm>
          <a:custGeom>
            <a:avLst/>
            <a:gdLst>
              <a:gd name="connsiteX0" fmla="*/ 0 w 4260275"/>
              <a:gd name="connsiteY0" fmla="*/ 15420285 h 15544800"/>
              <a:gd name="connsiteX1" fmla="*/ 0 w 4260275"/>
              <a:gd name="connsiteY1" fmla="*/ 124516 h 15544800"/>
              <a:gd name="connsiteX2" fmla="*/ 124514 w 4260275"/>
              <a:gd name="connsiteY2" fmla="*/ 0 h 15544800"/>
              <a:gd name="connsiteX3" fmla="*/ 3583485 w 4260275"/>
              <a:gd name="connsiteY3" fmla="*/ 0 h 15544800"/>
              <a:gd name="connsiteX4" fmla="*/ 3708000 w 4260275"/>
              <a:gd name="connsiteY4" fmla="*/ 124516 h 15544800"/>
              <a:gd name="connsiteX5" fmla="*/ 3708000 w 4260275"/>
              <a:gd name="connsiteY5" fmla="*/ 2313204 h 15544800"/>
              <a:gd name="connsiteX6" fmla="*/ 3792684 w 4260275"/>
              <a:gd name="connsiteY6" fmla="*/ 2313204 h 15544800"/>
              <a:gd name="connsiteX7" fmla="*/ 3792684 w 4260275"/>
              <a:gd name="connsiteY7" fmla="*/ 2079408 h 15544800"/>
              <a:gd name="connsiteX8" fmla="*/ 4260275 w 4260275"/>
              <a:gd name="connsiteY8" fmla="*/ 2547000 h 15544800"/>
              <a:gd name="connsiteX9" fmla="*/ 3792684 w 4260275"/>
              <a:gd name="connsiteY9" fmla="*/ 3014590 h 15544800"/>
              <a:gd name="connsiteX10" fmla="*/ 3792684 w 4260275"/>
              <a:gd name="connsiteY10" fmla="*/ 2780796 h 15544800"/>
              <a:gd name="connsiteX11" fmla="*/ 3708000 w 4260275"/>
              <a:gd name="connsiteY11" fmla="*/ 2780796 h 15544800"/>
              <a:gd name="connsiteX12" fmla="*/ 3708000 w 4260275"/>
              <a:gd name="connsiteY12" fmla="*/ 7538605 h 15544800"/>
              <a:gd name="connsiteX13" fmla="*/ 3792683 w 4260275"/>
              <a:gd name="connsiteY13" fmla="*/ 7538605 h 15544800"/>
              <a:gd name="connsiteX14" fmla="*/ 3792683 w 4260275"/>
              <a:gd name="connsiteY14" fmla="*/ 7304808 h 15544800"/>
              <a:gd name="connsiteX15" fmla="*/ 4260274 w 4260275"/>
              <a:gd name="connsiteY15" fmla="*/ 7772401 h 15544800"/>
              <a:gd name="connsiteX16" fmla="*/ 3792683 w 4260275"/>
              <a:gd name="connsiteY16" fmla="*/ 8239991 h 15544800"/>
              <a:gd name="connsiteX17" fmla="*/ 3792683 w 4260275"/>
              <a:gd name="connsiteY17" fmla="*/ 8006197 h 15544800"/>
              <a:gd name="connsiteX18" fmla="*/ 3708000 w 4260275"/>
              <a:gd name="connsiteY18" fmla="*/ 8006197 h 15544800"/>
              <a:gd name="connsiteX19" fmla="*/ 3707999 w 4260275"/>
              <a:gd name="connsiteY19" fmla="*/ 12764005 h 15544800"/>
              <a:gd name="connsiteX20" fmla="*/ 3792682 w 4260275"/>
              <a:gd name="connsiteY20" fmla="*/ 12764005 h 15544800"/>
              <a:gd name="connsiteX21" fmla="*/ 3792682 w 4260275"/>
              <a:gd name="connsiteY21" fmla="*/ 12530209 h 15544800"/>
              <a:gd name="connsiteX22" fmla="*/ 4260273 w 4260275"/>
              <a:gd name="connsiteY22" fmla="*/ 12997800 h 15544800"/>
              <a:gd name="connsiteX23" fmla="*/ 3792682 w 4260275"/>
              <a:gd name="connsiteY23" fmla="*/ 13465391 h 15544800"/>
              <a:gd name="connsiteX24" fmla="*/ 3792682 w 4260275"/>
              <a:gd name="connsiteY24" fmla="*/ 13231596 h 15544800"/>
              <a:gd name="connsiteX25" fmla="*/ 3707999 w 4260275"/>
              <a:gd name="connsiteY25" fmla="*/ 13231596 h 15544800"/>
              <a:gd name="connsiteX26" fmla="*/ 3707999 w 4260275"/>
              <a:gd name="connsiteY26" fmla="*/ 15420285 h 15544800"/>
              <a:gd name="connsiteX27" fmla="*/ 3583484 w 4260275"/>
              <a:gd name="connsiteY27" fmla="*/ 15544800 h 15544800"/>
              <a:gd name="connsiteX28" fmla="*/ 124514 w 4260275"/>
              <a:gd name="connsiteY28" fmla="*/ 15544800 h 15544800"/>
              <a:gd name="connsiteX29" fmla="*/ 0 w 4260275"/>
              <a:gd name="connsiteY29" fmla="*/ 15420285 h 155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260275" h="15544800">
                <a:moveTo>
                  <a:pt x="0" y="15420285"/>
                </a:moveTo>
                <a:lnTo>
                  <a:pt x="0" y="124516"/>
                </a:lnTo>
                <a:cubicBezTo>
                  <a:pt x="0" y="55748"/>
                  <a:pt x="55746" y="0"/>
                  <a:pt x="124514" y="0"/>
                </a:cubicBezTo>
                <a:lnTo>
                  <a:pt x="3583485" y="0"/>
                </a:lnTo>
                <a:cubicBezTo>
                  <a:pt x="3652253" y="0"/>
                  <a:pt x="3708000" y="55748"/>
                  <a:pt x="3708000" y="124516"/>
                </a:cubicBezTo>
                <a:lnTo>
                  <a:pt x="3708000" y="2313204"/>
                </a:lnTo>
                <a:lnTo>
                  <a:pt x="3792684" y="2313204"/>
                </a:lnTo>
                <a:lnTo>
                  <a:pt x="3792684" y="2079408"/>
                </a:lnTo>
                <a:lnTo>
                  <a:pt x="4260275" y="2547000"/>
                </a:lnTo>
                <a:lnTo>
                  <a:pt x="3792684" y="3014590"/>
                </a:lnTo>
                <a:lnTo>
                  <a:pt x="3792684" y="2780796"/>
                </a:lnTo>
                <a:lnTo>
                  <a:pt x="3708000" y="2780796"/>
                </a:lnTo>
                <a:lnTo>
                  <a:pt x="3708000" y="7538605"/>
                </a:lnTo>
                <a:lnTo>
                  <a:pt x="3792683" y="7538605"/>
                </a:lnTo>
                <a:lnTo>
                  <a:pt x="3792683" y="7304808"/>
                </a:lnTo>
                <a:lnTo>
                  <a:pt x="4260274" y="7772401"/>
                </a:lnTo>
                <a:lnTo>
                  <a:pt x="3792683" y="8239991"/>
                </a:lnTo>
                <a:lnTo>
                  <a:pt x="3792683" y="8006197"/>
                </a:lnTo>
                <a:lnTo>
                  <a:pt x="3708000" y="8006197"/>
                </a:lnTo>
                <a:lnTo>
                  <a:pt x="3707999" y="12764005"/>
                </a:lnTo>
                <a:lnTo>
                  <a:pt x="3792682" y="12764005"/>
                </a:lnTo>
                <a:lnTo>
                  <a:pt x="3792682" y="12530209"/>
                </a:lnTo>
                <a:lnTo>
                  <a:pt x="4260273" y="12997800"/>
                </a:lnTo>
                <a:lnTo>
                  <a:pt x="3792682" y="13465391"/>
                </a:lnTo>
                <a:lnTo>
                  <a:pt x="3792682" y="13231596"/>
                </a:lnTo>
                <a:lnTo>
                  <a:pt x="3707999" y="13231596"/>
                </a:lnTo>
                <a:lnTo>
                  <a:pt x="3707999" y="15420285"/>
                </a:lnTo>
                <a:cubicBezTo>
                  <a:pt x="3707999" y="15489053"/>
                  <a:pt x="3652252" y="15544800"/>
                  <a:pt x="3583484" y="15544800"/>
                </a:cubicBezTo>
                <a:lnTo>
                  <a:pt x="124514" y="15544800"/>
                </a:lnTo>
                <a:cubicBezTo>
                  <a:pt x="55746" y="15544800"/>
                  <a:pt x="0" y="15489053"/>
                  <a:pt x="0" y="15420285"/>
                </a:cubicBez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7C0B34-086A-4EC0-814C-93635C2F8462}"/>
              </a:ext>
            </a:extLst>
          </p:cNvPr>
          <p:cNvSpPr txBox="1"/>
          <p:nvPr/>
        </p:nvSpPr>
        <p:spPr>
          <a:xfrm flipH="1">
            <a:off x="3077827" y="2480771"/>
            <a:ext cx="12132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Main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17B840-2AA7-4A55-8D73-DC8D38B01D93}"/>
              </a:ext>
            </a:extLst>
          </p:cNvPr>
          <p:cNvSpPr txBox="1"/>
          <p:nvPr/>
        </p:nvSpPr>
        <p:spPr>
          <a:xfrm flipH="1">
            <a:off x="3077827" y="3139433"/>
            <a:ext cx="12132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</a:p>
          <a:p>
            <a:pPr algn="ctr"/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5359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5C40373-B4B7-4FE3-92D4-979E6F22F212}"/>
              </a:ext>
            </a:extLst>
          </p:cNvPr>
          <p:cNvSpPr/>
          <p:nvPr/>
        </p:nvSpPr>
        <p:spPr>
          <a:xfrm>
            <a:off x="6597000" y="5207400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FBE7357-DA66-4591-A76D-6DE11E099E24}"/>
              </a:ext>
            </a:extLst>
          </p:cNvPr>
          <p:cNvSpPr/>
          <p:nvPr/>
        </p:nvSpPr>
        <p:spPr>
          <a:xfrm>
            <a:off x="11822400" y="5207400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45AC3746-58E3-4B8F-A41E-C88E08D45DBD}"/>
              </a:ext>
            </a:extLst>
          </p:cNvPr>
          <p:cNvSpPr/>
          <p:nvPr/>
        </p:nvSpPr>
        <p:spPr>
          <a:xfrm>
            <a:off x="1371600" y="5207400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41960F3-43C3-470B-9034-8BB3183C77F4}"/>
              </a:ext>
            </a:extLst>
          </p:cNvPr>
          <p:cNvSpPr/>
          <p:nvPr/>
        </p:nvSpPr>
        <p:spPr>
          <a:xfrm>
            <a:off x="1371600" y="1371600"/>
            <a:ext cx="15544800" cy="3708000"/>
          </a:xfrm>
          <a:prstGeom prst="roundRect">
            <a:avLst>
              <a:gd name="adj" fmla="val 335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BEE60D9-58D2-42CD-AF0B-402BA3E6F2B3}"/>
              </a:ext>
            </a:extLst>
          </p:cNvPr>
          <p:cNvSpPr/>
          <p:nvPr/>
        </p:nvSpPr>
        <p:spPr>
          <a:xfrm rot="5400000">
            <a:off x="3430228" y="4675910"/>
            <a:ext cx="976745" cy="935182"/>
          </a:xfrm>
          <a:prstGeom prst="rightArrow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F8A015-201D-433E-BF03-3E9AA88A275E}"/>
              </a:ext>
            </a:extLst>
          </p:cNvPr>
          <p:cNvSpPr txBox="1"/>
          <p:nvPr/>
        </p:nvSpPr>
        <p:spPr>
          <a:xfrm flipH="1">
            <a:off x="1826829" y="6316570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First Subtitle</a:t>
            </a:r>
            <a:endParaRPr lang="ru-RU" sz="3600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6ECADD-4E9F-4535-B6C9-6D69D7D8DD36}"/>
              </a:ext>
            </a:extLst>
          </p:cNvPr>
          <p:cNvSpPr txBox="1"/>
          <p:nvPr/>
        </p:nvSpPr>
        <p:spPr>
          <a:xfrm flipH="1">
            <a:off x="1857376" y="6975232"/>
            <a:ext cx="4122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916CBC-1BE9-477B-94A7-44E0AF4DE991}"/>
              </a:ext>
            </a:extLst>
          </p:cNvPr>
          <p:cNvSpPr txBox="1"/>
          <p:nvPr/>
        </p:nvSpPr>
        <p:spPr>
          <a:xfrm flipH="1">
            <a:off x="7052229" y="6316570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 Subtitle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BDA316-236B-403C-A359-11597C7DCE7D}"/>
              </a:ext>
            </a:extLst>
          </p:cNvPr>
          <p:cNvSpPr txBox="1"/>
          <p:nvPr/>
        </p:nvSpPr>
        <p:spPr>
          <a:xfrm flipH="1">
            <a:off x="7082776" y="6975232"/>
            <a:ext cx="4122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C6171B-85C7-44DE-8989-B6607457712B}"/>
              </a:ext>
            </a:extLst>
          </p:cNvPr>
          <p:cNvSpPr txBox="1"/>
          <p:nvPr/>
        </p:nvSpPr>
        <p:spPr>
          <a:xfrm flipH="1">
            <a:off x="12277629" y="6316570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Third Subtitle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0EE05E-86AE-44B2-BDDA-A331896DEC3E}"/>
              </a:ext>
            </a:extLst>
          </p:cNvPr>
          <p:cNvSpPr txBox="1"/>
          <p:nvPr/>
        </p:nvSpPr>
        <p:spPr>
          <a:xfrm flipH="1">
            <a:off x="12308176" y="6975232"/>
            <a:ext cx="4122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B9626C64-BEDA-43B1-83F1-05A19EFFD958}"/>
              </a:ext>
            </a:extLst>
          </p:cNvPr>
          <p:cNvSpPr/>
          <p:nvPr/>
        </p:nvSpPr>
        <p:spPr>
          <a:xfrm rot="5400000">
            <a:off x="8655628" y="4675911"/>
            <a:ext cx="976745" cy="935182"/>
          </a:xfrm>
          <a:prstGeom prst="rightArrow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BE50C3FB-4A76-4342-AE29-9CAA74176A34}"/>
              </a:ext>
            </a:extLst>
          </p:cNvPr>
          <p:cNvSpPr/>
          <p:nvPr/>
        </p:nvSpPr>
        <p:spPr>
          <a:xfrm rot="5400000">
            <a:off x="13881028" y="4675912"/>
            <a:ext cx="976745" cy="935182"/>
          </a:xfrm>
          <a:prstGeom prst="rightArrow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7C0B34-086A-4EC0-814C-93635C2F8462}"/>
              </a:ext>
            </a:extLst>
          </p:cNvPr>
          <p:cNvSpPr txBox="1"/>
          <p:nvPr/>
        </p:nvSpPr>
        <p:spPr>
          <a:xfrm flipH="1">
            <a:off x="3077827" y="2480771"/>
            <a:ext cx="12132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Main Title</a:t>
            </a:r>
            <a:endParaRPr lang="ru-RU" sz="3600" dirty="0"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17B840-2AA7-4A55-8D73-DC8D38B01D93}"/>
              </a:ext>
            </a:extLst>
          </p:cNvPr>
          <p:cNvSpPr txBox="1"/>
          <p:nvPr/>
        </p:nvSpPr>
        <p:spPr>
          <a:xfrm flipH="1">
            <a:off x="3077827" y="3139433"/>
            <a:ext cx="12132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pPr algn="ctr"/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8593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A009FC02-38E8-46B9-B26F-488A952C1F81}"/>
              </a:ext>
            </a:extLst>
          </p:cNvPr>
          <p:cNvSpPr/>
          <p:nvPr/>
        </p:nvSpPr>
        <p:spPr>
          <a:xfrm>
            <a:off x="13129200" y="5207398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502A695-8C72-4583-AF5A-883F3C485973}"/>
              </a:ext>
            </a:extLst>
          </p:cNvPr>
          <p:cNvSpPr/>
          <p:nvPr/>
        </p:nvSpPr>
        <p:spPr>
          <a:xfrm>
            <a:off x="5290800" y="5207398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30B95E62-0553-4150-895F-40C1AFBD13E5}"/>
              </a:ext>
            </a:extLst>
          </p:cNvPr>
          <p:cNvSpPr/>
          <p:nvPr/>
        </p:nvSpPr>
        <p:spPr>
          <a:xfrm>
            <a:off x="9210000" y="5207398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22E2188E-0173-4D11-8971-E7F8319894D4}"/>
              </a:ext>
            </a:extLst>
          </p:cNvPr>
          <p:cNvSpPr/>
          <p:nvPr/>
        </p:nvSpPr>
        <p:spPr>
          <a:xfrm>
            <a:off x="1371600" y="5207398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96E15509-104D-4BDE-A989-601778EC737F}"/>
              </a:ext>
            </a:extLst>
          </p:cNvPr>
          <p:cNvSpPr/>
          <p:nvPr/>
        </p:nvSpPr>
        <p:spPr>
          <a:xfrm rot="5400000">
            <a:off x="7013862" y="-4270662"/>
            <a:ext cx="4260277" cy="15544800"/>
          </a:xfrm>
          <a:custGeom>
            <a:avLst/>
            <a:gdLst>
              <a:gd name="connsiteX0" fmla="*/ 0 w 4260277"/>
              <a:gd name="connsiteY0" fmla="*/ 15420285 h 15544800"/>
              <a:gd name="connsiteX1" fmla="*/ 1 w 4260277"/>
              <a:gd name="connsiteY1" fmla="*/ 124516 h 15544800"/>
              <a:gd name="connsiteX2" fmla="*/ 124516 w 4260277"/>
              <a:gd name="connsiteY2" fmla="*/ 0 h 15544800"/>
              <a:gd name="connsiteX3" fmla="*/ 3583486 w 4260277"/>
              <a:gd name="connsiteY3" fmla="*/ 0 h 15544800"/>
              <a:gd name="connsiteX4" fmla="*/ 3708001 w 4260277"/>
              <a:gd name="connsiteY4" fmla="*/ 124516 h 15544800"/>
              <a:gd name="connsiteX5" fmla="*/ 3708001 w 4260277"/>
              <a:gd name="connsiteY5" fmla="*/ 1659804 h 15544800"/>
              <a:gd name="connsiteX6" fmla="*/ 3792686 w 4260277"/>
              <a:gd name="connsiteY6" fmla="*/ 1659804 h 15544800"/>
              <a:gd name="connsiteX7" fmla="*/ 3792686 w 4260277"/>
              <a:gd name="connsiteY7" fmla="*/ 1426008 h 15544800"/>
              <a:gd name="connsiteX8" fmla="*/ 4260277 w 4260277"/>
              <a:gd name="connsiteY8" fmla="*/ 1893600 h 15544800"/>
              <a:gd name="connsiteX9" fmla="*/ 3792686 w 4260277"/>
              <a:gd name="connsiteY9" fmla="*/ 2361190 h 15544800"/>
              <a:gd name="connsiteX10" fmla="*/ 3792686 w 4260277"/>
              <a:gd name="connsiteY10" fmla="*/ 2127396 h 15544800"/>
              <a:gd name="connsiteX11" fmla="*/ 3708001 w 4260277"/>
              <a:gd name="connsiteY11" fmla="*/ 2127396 h 15544800"/>
              <a:gd name="connsiteX12" fmla="*/ 3708001 w 4260277"/>
              <a:gd name="connsiteY12" fmla="*/ 5579004 h 15544800"/>
              <a:gd name="connsiteX13" fmla="*/ 3792685 w 4260277"/>
              <a:gd name="connsiteY13" fmla="*/ 5579004 h 15544800"/>
              <a:gd name="connsiteX14" fmla="*/ 3792685 w 4260277"/>
              <a:gd name="connsiteY14" fmla="*/ 5345208 h 15544800"/>
              <a:gd name="connsiteX15" fmla="*/ 4260276 w 4260277"/>
              <a:gd name="connsiteY15" fmla="*/ 5812800 h 15544800"/>
              <a:gd name="connsiteX16" fmla="*/ 3792685 w 4260277"/>
              <a:gd name="connsiteY16" fmla="*/ 6280390 h 15544800"/>
              <a:gd name="connsiteX17" fmla="*/ 3792685 w 4260277"/>
              <a:gd name="connsiteY17" fmla="*/ 6046596 h 15544800"/>
              <a:gd name="connsiteX18" fmla="*/ 3708001 w 4260277"/>
              <a:gd name="connsiteY18" fmla="*/ 6046596 h 15544800"/>
              <a:gd name="connsiteX19" fmla="*/ 3708001 w 4260277"/>
              <a:gd name="connsiteY19" fmla="*/ 9498205 h 15544800"/>
              <a:gd name="connsiteX20" fmla="*/ 3792684 w 4260277"/>
              <a:gd name="connsiteY20" fmla="*/ 9498205 h 15544800"/>
              <a:gd name="connsiteX21" fmla="*/ 3792684 w 4260277"/>
              <a:gd name="connsiteY21" fmla="*/ 9264409 h 15544800"/>
              <a:gd name="connsiteX22" fmla="*/ 4260275 w 4260277"/>
              <a:gd name="connsiteY22" fmla="*/ 9732000 h 15544800"/>
              <a:gd name="connsiteX23" fmla="*/ 3792684 w 4260277"/>
              <a:gd name="connsiteY23" fmla="*/ 10199590 h 15544800"/>
              <a:gd name="connsiteX24" fmla="*/ 3792684 w 4260277"/>
              <a:gd name="connsiteY24" fmla="*/ 9965795 h 15544800"/>
              <a:gd name="connsiteX25" fmla="*/ 3708001 w 4260277"/>
              <a:gd name="connsiteY25" fmla="*/ 9965795 h 15544800"/>
              <a:gd name="connsiteX26" fmla="*/ 3708001 w 4260277"/>
              <a:gd name="connsiteY26" fmla="*/ 13417405 h 15544800"/>
              <a:gd name="connsiteX27" fmla="*/ 3792683 w 4260277"/>
              <a:gd name="connsiteY27" fmla="*/ 13417405 h 15544800"/>
              <a:gd name="connsiteX28" fmla="*/ 3792683 w 4260277"/>
              <a:gd name="connsiteY28" fmla="*/ 13183608 h 15544800"/>
              <a:gd name="connsiteX29" fmla="*/ 4260274 w 4260277"/>
              <a:gd name="connsiteY29" fmla="*/ 13651200 h 15544800"/>
              <a:gd name="connsiteX30" fmla="*/ 3792683 w 4260277"/>
              <a:gd name="connsiteY30" fmla="*/ 14118791 h 15544800"/>
              <a:gd name="connsiteX31" fmla="*/ 3792683 w 4260277"/>
              <a:gd name="connsiteY31" fmla="*/ 13884996 h 15544800"/>
              <a:gd name="connsiteX32" fmla="*/ 3708001 w 4260277"/>
              <a:gd name="connsiteY32" fmla="*/ 13884996 h 15544800"/>
              <a:gd name="connsiteX33" fmla="*/ 3708001 w 4260277"/>
              <a:gd name="connsiteY33" fmla="*/ 15420285 h 15544800"/>
              <a:gd name="connsiteX34" fmla="*/ 3583486 w 4260277"/>
              <a:gd name="connsiteY34" fmla="*/ 15544800 h 15544800"/>
              <a:gd name="connsiteX35" fmla="*/ 124516 w 4260277"/>
              <a:gd name="connsiteY35" fmla="*/ 15544800 h 15544800"/>
              <a:gd name="connsiteX36" fmla="*/ 0 w 4260277"/>
              <a:gd name="connsiteY36" fmla="*/ 15420285 h 155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60277" h="15544800">
                <a:moveTo>
                  <a:pt x="0" y="15420285"/>
                </a:moveTo>
                <a:lnTo>
                  <a:pt x="1" y="124516"/>
                </a:lnTo>
                <a:cubicBezTo>
                  <a:pt x="1" y="55748"/>
                  <a:pt x="55748" y="0"/>
                  <a:pt x="124516" y="0"/>
                </a:cubicBezTo>
                <a:lnTo>
                  <a:pt x="3583486" y="0"/>
                </a:lnTo>
                <a:cubicBezTo>
                  <a:pt x="3652254" y="0"/>
                  <a:pt x="3708001" y="55748"/>
                  <a:pt x="3708001" y="124516"/>
                </a:cubicBezTo>
                <a:lnTo>
                  <a:pt x="3708001" y="1659804"/>
                </a:lnTo>
                <a:lnTo>
                  <a:pt x="3792686" y="1659804"/>
                </a:lnTo>
                <a:lnTo>
                  <a:pt x="3792686" y="1426008"/>
                </a:lnTo>
                <a:lnTo>
                  <a:pt x="4260277" y="1893600"/>
                </a:lnTo>
                <a:lnTo>
                  <a:pt x="3792686" y="2361190"/>
                </a:lnTo>
                <a:lnTo>
                  <a:pt x="3792686" y="2127396"/>
                </a:lnTo>
                <a:lnTo>
                  <a:pt x="3708001" y="2127396"/>
                </a:lnTo>
                <a:lnTo>
                  <a:pt x="3708001" y="5579004"/>
                </a:lnTo>
                <a:lnTo>
                  <a:pt x="3792685" y="5579004"/>
                </a:lnTo>
                <a:lnTo>
                  <a:pt x="3792685" y="5345208"/>
                </a:lnTo>
                <a:lnTo>
                  <a:pt x="4260276" y="5812800"/>
                </a:lnTo>
                <a:lnTo>
                  <a:pt x="3792685" y="6280390"/>
                </a:lnTo>
                <a:lnTo>
                  <a:pt x="3792685" y="6046596"/>
                </a:lnTo>
                <a:lnTo>
                  <a:pt x="3708001" y="6046596"/>
                </a:lnTo>
                <a:lnTo>
                  <a:pt x="3708001" y="9498205"/>
                </a:lnTo>
                <a:lnTo>
                  <a:pt x="3792684" y="9498205"/>
                </a:lnTo>
                <a:lnTo>
                  <a:pt x="3792684" y="9264409"/>
                </a:lnTo>
                <a:lnTo>
                  <a:pt x="4260275" y="9732000"/>
                </a:lnTo>
                <a:lnTo>
                  <a:pt x="3792684" y="10199590"/>
                </a:lnTo>
                <a:lnTo>
                  <a:pt x="3792684" y="9965795"/>
                </a:lnTo>
                <a:lnTo>
                  <a:pt x="3708001" y="9965795"/>
                </a:lnTo>
                <a:lnTo>
                  <a:pt x="3708001" y="13417405"/>
                </a:lnTo>
                <a:lnTo>
                  <a:pt x="3792683" y="13417405"/>
                </a:lnTo>
                <a:lnTo>
                  <a:pt x="3792683" y="13183608"/>
                </a:lnTo>
                <a:lnTo>
                  <a:pt x="4260274" y="13651200"/>
                </a:lnTo>
                <a:lnTo>
                  <a:pt x="3792683" y="14118791"/>
                </a:lnTo>
                <a:lnTo>
                  <a:pt x="3792683" y="13884996"/>
                </a:lnTo>
                <a:lnTo>
                  <a:pt x="3708001" y="13884996"/>
                </a:lnTo>
                <a:lnTo>
                  <a:pt x="3708001" y="15420285"/>
                </a:lnTo>
                <a:cubicBezTo>
                  <a:pt x="3708001" y="15489053"/>
                  <a:pt x="3652254" y="15544800"/>
                  <a:pt x="3583486" y="15544800"/>
                </a:cubicBezTo>
                <a:lnTo>
                  <a:pt x="124516" y="15544800"/>
                </a:lnTo>
                <a:cubicBezTo>
                  <a:pt x="55747" y="15544800"/>
                  <a:pt x="0" y="15489053"/>
                  <a:pt x="0" y="15420285"/>
                </a:cubicBez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283EE4-4FE5-48AA-A5DD-CF0DAE3EEE4D}"/>
              </a:ext>
            </a:extLst>
          </p:cNvPr>
          <p:cNvSpPr txBox="1"/>
          <p:nvPr/>
        </p:nvSpPr>
        <p:spPr>
          <a:xfrm flipH="1">
            <a:off x="1681230" y="6131903"/>
            <a:ext cx="3167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First Title</a:t>
            </a:r>
            <a:endParaRPr lang="ru-RU" sz="3600" dirty="0">
              <a:latin typeface="+mj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97F7AC-EBAF-4816-884E-2CE276A52E8C}"/>
              </a:ext>
            </a:extLst>
          </p:cNvPr>
          <p:cNvSpPr txBox="1"/>
          <p:nvPr/>
        </p:nvSpPr>
        <p:spPr>
          <a:xfrm flipH="1">
            <a:off x="1549230" y="6790565"/>
            <a:ext cx="3431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CBF654-BFC8-474C-BD26-54D1F3EFA298}"/>
              </a:ext>
            </a:extLst>
          </p:cNvPr>
          <p:cNvSpPr txBox="1"/>
          <p:nvPr/>
        </p:nvSpPr>
        <p:spPr>
          <a:xfrm flipH="1">
            <a:off x="5600430" y="6131903"/>
            <a:ext cx="3167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 Title</a:t>
            </a:r>
            <a:endParaRPr lang="ru-RU" sz="3600" dirty="0"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0583A7-7E3A-488F-B34D-1647F9C38FEA}"/>
              </a:ext>
            </a:extLst>
          </p:cNvPr>
          <p:cNvSpPr txBox="1"/>
          <p:nvPr/>
        </p:nvSpPr>
        <p:spPr>
          <a:xfrm flipH="1">
            <a:off x="5468430" y="6790565"/>
            <a:ext cx="3431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E5F701-1B89-4F3A-8026-222E39124378}"/>
              </a:ext>
            </a:extLst>
          </p:cNvPr>
          <p:cNvSpPr txBox="1"/>
          <p:nvPr/>
        </p:nvSpPr>
        <p:spPr>
          <a:xfrm flipH="1">
            <a:off x="9519630" y="6131903"/>
            <a:ext cx="3167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Third Title</a:t>
            </a:r>
            <a:endParaRPr lang="ru-RU" sz="3600" dirty="0">
              <a:latin typeface="+mj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A5A400-3ED1-4DA2-BF02-FD6509667BC8}"/>
              </a:ext>
            </a:extLst>
          </p:cNvPr>
          <p:cNvSpPr txBox="1"/>
          <p:nvPr/>
        </p:nvSpPr>
        <p:spPr>
          <a:xfrm flipH="1">
            <a:off x="9387630" y="6790565"/>
            <a:ext cx="3431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A5995A-7063-4217-BB77-D05C6D5D4ACE}"/>
              </a:ext>
            </a:extLst>
          </p:cNvPr>
          <p:cNvSpPr txBox="1"/>
          <p:nvPr/>
        </p:nvSpPr>
        <p:spPr>
          <a:xfrm flipH="1">
            <a:off x="13438830" y="6131903"/>
            <a:ext cx="3167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Fourth Title</a:t>
            </a:r>
            <a:endParaRPr lang="ru-RU" sz="3600" dirty="0">
              <a:latin typeface="+mj-lt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B7D25C-2B64-4E18-BF99-9026A8A17FC6}"/>
              </a:ext>
            </a:extLst>
          </p:cNvPr>
          <p:cNvSpPr txBox="1"/>
          <p:nvPr/>
        </p:nvSpPr>
        <p:spPr>
          <a:xfrm flipH="1">
            <a:off x="13306830" y="6790565"/>
            <a:ext cx="3431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754C2C-E441-417C-9DA3-83A7F1A0A3DC}"/>
              </a:ext>
            </a:extLst>
          </p:cNvPr>
          <p:cNvSpPr txBox="1"/>
          <p:nvPr/>
        </p:nvSpPr>
        <p:spPr>
          <a:xfrm flipH="1">
            <a:off x="3077827" y="2480771"/>
            <a:ext cx="12132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Main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D6BCA4-93D0-4C46-BF45-968C1A231B31}"/>
              </a:ext>
            </a:extLst>
          </p:cNvPr>
          <p:cNvSpPr txBox="1"/>
          <p:nvPr/>
        </p:nvSpPr>
        <p:spPr>
          <a:xfrm flipH="1">
            <a:off x="3077827" y="3139433"/>
            <a:ext cx="12132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</a:p>
          <a:p>
            <a:pPr algn="ctr"/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105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A009FC02-38E8-46B9-B26F-488A952C1F81}"/>
              </a:ext>
            </a:extLst>
          </p:cNvPr>
          <p:cNvSpPr/>
          <p:nvPr/>
        </p:nvSpPr>
        <p:spPr>
          <a:xfrm>
            <a:off x="13129200" y="5207398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502A695-8C72-4583-AF5A-883F3C485973}"/>
              </a:ext>
            </a:extLst>
          </p:cNvPr>
          <p:cNvSpPr/>
          <p:nvPr/>
        </p:nvSpPr>
        <p:spPr>
          <a:xfrm>
            <a:off x="5290800" y="5207398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30B95E62-0553-4150-895F-40C1AFBD13E5}"/>
              </a:ext>
            </a:extLst>
          </p:cNvPr>
          <p:cNvSpPr/>
          <p:nvPr/>
        </p:nvSpPr>
        <p:spPr>
          <a:xfrm>
            <a:off x="9210000" y="5207398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22E2188E-0173-4D11-8971-E7F8319894D4}"/>
              </a:ext>
            </a:extLst>
          </p:cNvPr>
          <p:cNvSpPr/>
          <p:nvPr/>
        </p:nvSpPr>
        <p:spPr>
          <a:xfrm>
            <a:off x="1371600" y="5207398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8F13FB8B-401D-4C2E-8842-6442728E9623}"/>
              </a:ext>
            </a:extLst>
          </p:cNvPr>
          <p:cNvSpPr/>
          <p:nvPr/>
        </p:nvSpPr>
        <p:spPr>
          <a:xfrm>
            <a:off x="1371600" y="1371600"/>
            <a:ext cx="15544800" cy="3708000"/>
          </a:xfrm>
          <a:prstGeom prst="roundRect">
            <a:avLst>
              <a:gd name="adj" fmla="val 335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E623612F-BF06-4850-AF76-D77F59C58F4E}"/>
              </a:ext>
            </a:extLst>
          </p:cNvPr>
          <p:cNvSpPr/>
          <p:nvPr/>
        </p:nvSpPr>
        <p:spPr>
          <a:xfrm rot="5400000">
            <a:off x="2776828" y="4675910"/>
            <a:ext cx="976745" cy="935182"/>
          </a:xfrm>
          <a:prstGeom prst="rightArrow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D0527BA6-7E48-4F79-A9C3-A2A4028C29D6}"/>
              </a:ext>
            </a:extLst>
          </p:cNvPr>
          <p:cNvSpPr/>
          <p:nvPr/>
        </p:nvSpPr>
        <p:spPr>
          <a:xfrm rot="5400000">
            <a:off x="6696028" y="4675911"/>
            <a:ext cx="976745" cy="935182"/>
          </a:xfrm>
          <a:prstGeom prst="rightArrow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8CC6A5CF-68E3-4902-B7AD-E6EEEAAADF75}"/>
              </a:ext>
            </a:extLst>
          </p:cNvPr>
          <p:cNvSpPr/>
          <p:nvPr/>
        </p:nvSpPr>
        <p:spPr>
          <a:xfrm rot="5400000">
            <a:off x="10615228" y="4675912"/>
            <a:ext cx="976745" cy="935182"/>
          </a:xfrm>
          <a:prstGeom prst="rightArrow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267A49A3-589C-4AFE-9240-B34126651E15}"/>
              </a:ext>
            </a:extLst>
          </p:cNvPr>
          <p:cNvSpPr/>
          <p:nvPr/>
        </p:nvSpPr>
        <p:spPr>
          <a:xfrm rot="5400000">
            <a:off x="14534428" y="4675913"/>
            <a:ext cx="976745" cy="935182"/>
          </a:xfrm>
          <a:prstGeom prst="rightArrow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283EE4-4FE5-48AA-A5DD-CF0DAE3EEE4D}"/>
              </a:ext>
            </a:extLst>
          </p:cNvPr>
          <p:cNvSpPr txBox="1"/>
          <p:nvPr/>
        </p:nvSpPr>
        <p:spPr>
          <a:xfrm flipH="1">
            <a:off x="1681230" y="6131903"/>
            <a:ext cx="3167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First Title</a:t>
            </a:r>
            <a:endParaRPr lang="ru-RU" sz="3600" dirty="0">
              <a:latin typeface="+mj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97F7AC-EBAF-4816-884E-2CE276A52E8C}"/>
              </a:ext>
            </a:extLst>
          </p:cNvPr>
          <p:cNvSpPr txBox="1"/>
          <p:nvPr/>
        </p:nvSpPr>
        <p:spPr>
          <a:xfrm flipH="1">
            <a:off x="1549230" y="6790565"/>
            <a:ext cx="3431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CBF654-BFC8-474C-BD26-54D1F3EFA298}"/>
              </a:ext>
            </a:extLst>
          </p:cNvPr>
          <p:cNvSpPr txBox="1"/>
          <p:nvPr/>
        </p:nvSpPr>
        <p:spPr>
          <a:xfrm flipH="1">
            <a:off x="5600430" y="6131903"/>
            <a:ext cx="3167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 Title</a:t>
            </a:r>
            <a:endParaRPr lang="ru-RU" sz="3600" dirty="0"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0583A7-7E3A-488F-B34D-1647F9C38FEA}"/>
              </a:ext>
            </a:extLst>
          </p:cNvPr>
          <p:cNvSpPr txBox="1"/>
          <p:nvPr/>
        </p:nvSpPr>
        <p:spPr>
          <a:xfrm flipH="1">
            <a:off x="5468430" y="6790565"/>
            <a:ext cx="3431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E5F701-1B89-4F3A-8026-222E39124378}"/>
              </a:ext>
            </a:extLst>
          </p:cNvPr>
          <p:cNvSpPr txBox="1"/>
          <p:nvPr/>
        </p:nvSpPr>
        <p:spPr>
          <a:xfrm flipH="1">
            <a:off x="9519630" y="6131903"/>
            <a:ext cx="3167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Third Title</a:t>
            </a:r>
            <a:endParaRPr lang="ru-RU" sz="3600" dirty="0">
              <a:latin typeface="+mj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A5A400-3ED1-4DA2-BF02-FD6509667BC8}"/>
              </a:ext>
            </a:extLst>
          </p:cNvPr>
          <p:cNvSpPr txBox="1"/>
          <p:nvPr/>
        </p:nvSpPr>
        <p:spPr>
          <a:xfrm flipH="1">
            <a:off x="9387630" y="6790565"/>
            <a:ext cx="3431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A5995A-7063-4217-BB77-D05C6D5D4ACE}"/>
              </a:ext>
            </a:extLst>
          </p:cNvPr>
          <p:cNvSpPr txBox="1"/>
          <p:nvPr/>
        </p:nvSpPr>
        <p:spPr>
          <a:xfrm flipH="1">
            <a:off x="13438830" y="6131903"/>
            <a:ext cx="3167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Fourth Title</a:t>
            </a:r>
            <a:endParaRPr lang="ru-RU" sz="3600" dirty="0">
              <a:latin typeface="+mj-lt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B7D25C-2B64-4E18-BF99-9026A8A17FC6}"/>
              </a:ext>
            </a:extLst>
          </p:cNvPr>
          <p:cNvSpPr txBox="1"/>
          <p:nvPr/>
        </p:nvSpPr>
        <p:spPr>
          <a:xfrm flipH="1">
            <a:off x="13306830" y="6790565"/>
            <a:ext cx="3431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754C2C-E441-417C-9DA3-83A7F1A0A3DC}"/>
              </a:ext>
            </a:extLst>
          </p:cNvPr>
          <p:cNvSpPr txBox="1"/>
          <p:nvPr/>
        </p:nvSpPr>
        <p:spPr>
          <a:xfrm flipH="1">
            <a:off x="3077827" y="2480771"/>
            <a:ext cx="12132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Main Title</a:t>
            </a:r>
            <a:endParaRPr lang="ru-RU" sz="3600" dirty="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D6BCA4-93D0-4C46-BF45-968C1A231B31}"/>
              </a:ext>
            </a:extLst>
          </p:cNvPr>
          <p:cNvSpPr txBox="1"/>
          <p:nvPr/>
        </p:nvSpPr>
        <p:spPr>
          <a:xfrm flipH="1">
            <a:off x="3077827" y="3139433"/>
            <a:ext cx="12132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pPr algn="ctr"/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31800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E6F7886-B35A-4659-B61C-70A6941E8021}"/>
              </a:ext>
            </a:extLst>
          </p:cNvPr>
          <p:cNvSpPr/>
          <p:nvPr/>
        </p:nvSpPr>
        <p:spPr>
          <a:xfrm>
            <a:off x="9208801" y="5207400"/>
            <a:ext cx="7707600" cy="3708000"/>
          </a:xfrm>
          <a:prstGeom prst="roundRect">
            <a:avLst>
              <a:gd name="adj" fmla="val 330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EA7DDBE-7A52-4AC3-B2AD-FAD3CDBD5730}"/>
              </a:ext>
            </a:extLst>
          </p:cNvPr>
          <p:cNvSpPr/>
          <p:nvPr/>
        </p:nvSpPr>
        <p:spPr>
          <a:xfrm>
            <a:off x="9208801" y="1371602"/>
            <a:ext cx="7707600" cy="3708000"/>
          </a:xfrm>
          <a:prstGeom prst="roundRect">
            <a:avLst>
              <a:gd name="adj" fmla="val 330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C1252F81-4611-4AEC-A813-BC4A82587354}"/>
              </a:ext>
            </a:extLst>
          </p:cNvPr>
          <p:cNvSpPr/>
          <p:nvPr/>
        </p:nvSpPr>
        <p:spPr>
          <a:xfrm>
            <a:off x="1371600" y="1371600"/>
            <a:ext cx="8176290" cy="7543800"/>
          </a:xfrm>
          <a:custGeom>
            <a:avLst/>
            <a:gdLst>
              <a:gd name="connsiteX0" fmla="*/ 152460 w 8176290"/>
              <a:gd name="connsiteY0" fmla="*/ 0 h 7543800"/>
              <a:gd name="connsiteX1" fmla="*/ 7555138 w 8176290"/>
              <a:gd name="connsiteY1" fmla="*/ 0 h 7543800"/>
              <a:gd name="connsiteX2" fmla="*/ 7707598 w 8176290"/>
              <a:gd name="connsiteY2" fmla="*/ 152460 h 7543800"/>
              <a:gd name="connsiteX3" fmla="*/ 7707598 w 8176290"/>
              <a:gd name="connsiteY3" fmla="*/ 1751265 h 7543800"/>
              <a:gd name="connsiteX4" fmla="*/ 7919887 w 8176290"/>
              <a:gd name="connsiteY4" fmla="*/ 1751265 h 7543800"/>
              <a:gd name="connsiteX5" fmla="*/ 7919887 w 8176290"/>
              <a:gd name="connsiteY5" fmla="*/ 1582054 h 7543800"/>
              <a:gd name="connsiteX6" fmla="*/ 8176290 w 8176290"/>
              <a:gd name="connsiteY6" fmla="*/ 1854002 h 7543800"/>
              <a:gd name="connsiteX7" fmla="*/ 7919887 w 8176290"/>
              <a:gd name="connsiteY7" fmla="*/ 2125950 h 7543800"/>
              <a:gd name="connsiteX8" fmla="*/ 7919887 w 8176290"/>
              <a:gd name="connsiteY8" fmla="*/ 1956739 h 7543800"/>
              <a:gd name="connsiteX9" fmla="*/ 7707598 w 8176290"/>
              <a:gd name="connsiteY9" fmla="*/ 1956739 h 7543800"/>
              <a:gd name="connsiteX10" fmla="*/ 7707598 w 8176290"/>
              <a:gd name="connsiteY10" fmla="*/ 5587061 h 7543800"/>
              <a:gd name="connsiteX11" fmla="*/ 7919887 w 8176290"/>
              <a:gd name="connsiteY11" fmla="*/ 5587061 h 7543800"/>
              <a:gd name="connsiteX12" fmla="*/ 7919887 w 8176290"/>
              <a:gd name="connsiteY12" fmla="*/ 5417850 h 7543800"/>
              <a:gd name="connsiteX13" fmla="*/ 8176290 w 8176290"/>
              <a:gd name="connsiteY13" fmla="*/ 5689798 h 7543800"/>
              <a:gd name="connsiteX14" fmla="*/ 7919887 w 8176290"/>
              <a:gd name="connsiteY14" fmla="*/ 5961746 h 7543800"/>
              <a:gd name="connsiteX15" fmla="*/ 7919887 w 8176290"/>
              <a:gd name="connsiteY15" fmla="*/ 5792535 h 7543800"/>
              <a:gd name="connsiteX16" fmla="*/ 7707598 w 8176290"/>
              <a:gd name="connsiteY16" fmla="*/ 5792535 h 7543800"/>
              <a:gd name="connsiteX17" fmla="*/ 7707598 w 8176290"/>
              <a:gd name="connsiteY17" fmla="*/ 7391340 h 7543800"/>
              <a:gd name="connsiteX18" fmla="*/ 7555138 w 8176290"/>
              <a:gd name="connsiteY18" fmla="*/ 7543800 h 7543800"/>
              <a:gd name="connsiteX19" fmla="*/ 152460 w 8176290"/>
              <a:gd name="connsiteY19" fmla="*/ 7543800 h 7543800"/>
              <a:gd name="connsiteX20" fmla="*/ 0 w 8176290"/>
              <a:gd name="connsiteY20" fmla="*/ 7391340 h 7543800"/>
              <a:gd name="connsiteX21" fmla="*/ 0 w 8176290"/>
              <a:gd name="connsiteY21" fmla="*/ 152460 h 7543800"/>
              <a:gd name="connsiteX22" fmla="*/ 152460 w 8176290"/>
              <a:gd name="connsiteY22" fmla="*/ 0 h 754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176290" h="7543800">
                <a:moveTo>
                  <a:pt x="152460" y="0"/>
                </a:moveTo>
                <a:lnTo>
                  <a:pt x="7555138" y="0"/>
                </a:lnTo>
                <a:cubicBezTo>
                  <a:pt x="7639339" y="0"/>
                  <a:pt x="7707598" y="68259"/>
                  <a:pt x="7707598" y="152460"/>
                </a:cubicBezTo>
                <a:lnTo>
                  <a:pt x="7707598" y="1751265"/>
                </a:lnTo>
                <a:lnTo>
                  <a:pt x="7919887" y="1751265"/>
                </a:lnTo>
                <a:lnTo>
                  <a:pt x="7919887" y="1582054"/>
                </a:lnTo>
                <a:lnTo>
                  <a:pt x="8176290" y="1854002"/>
                </a:lnTo>
                <a:lnTo>
                  <a:pt x="7919887" y="2125950"/>
                </a:lnTo>
                <a:lnTo>
                  <a:pt x="7919887" y="1956739"/>
                </a:lnTo>
                <a:lnTo>
                  <a:pt x="7707598" y="1956739"/>
                </a:lnTo>
                <a:lnTo>
                  <a:pt x="7707598" y="5587061"/>
                </a:lnTo>
                <a:lnTo>
                  <a:pt x="7919887" y="5587061"/>
                </a:lnTo>
                <a:lnTo>
                  <a:pt x="7919887" y="5417850"/>
                </a:lnTo>
                <a:lnTo>
                  <a:pt x="8176290" y="5689798"/>
                </a:lnTo>
                <a:lnTo>
                  <a:pt x="7919887" y="5961746"/>
                </a:lnTo>
                <a:lnTo>
                  <a:pt x="7919887" y="5792535"/>
                </a:lnTo>
                <a:lnTo>
                  <a:pt x="7707598" y="5792535"/>
                </a:lnTo>
                <a:lnTo>
                  <a:pt x="7707598" y="7391340"/>
                </a:lnTo>
                <a:cubicBezTo>
                  <a:pt x="7707598" y="7475541"/>
                  <a:pt x="7639339" y="7543800"/>
                  <a:pt x="7555138" y="7543800"/>
                </a:cubicBezTo>
                <a:lnTo>
                  <a:pt x="152460" y="7543800"/>
                </a:lnTo>
                <a:cubicBezTo>
                  <a:pt x="68259" y="7543800"/>
                  <a:pt x="0" y="7475541"/>
                  <a:pt x="0" y="7391340"/>
                </a:cubicBezTo>
                <a:lnTo>
                  <a:pt x="0" y="152460"/>
                </a:lnTo>
                <a:cubicBezTo>
                  <a:pt x="0" y="68259"/>
                  <a:pt x="68259" y="0"/>
                  <a:pt x="152460" y="0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492BCC-560E-4AB4-BC63-224FF9A543CD}"/>
              </a:ext>
            </a:extLst>
          </p:cNvPr>
          <p:cNvSpPr txBox="1"/>
          <p:nvPr/>
        </p:nvSpPr>
        <p:spPr>
          <a:xfrm flipH="1">
            <a:off x="10028218" y="2480773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First Subtitle</a:t>
            </a:r>
            <a:endParaRPr lang="ru-RU" sz="3600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1EFE27-86A3-4B87-9F1F-083E40567DB6}"/>
              </a:ext>
            </a:extLst>
          </p:cNvPr>
          <p:cNvSpPr txBox="1"/>
          <p:nvPr/>
        </p:nvSpPr>
        <p:spPr>
          <a:xfrm flipH="1">
            <a:off x="10028217" y="3066864"/>
            <a:ext cx="6068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B5E36F-65F6-4D7C-A13C-0A411D9B89B2}"/>
              </a:ext>
            </a:extLst>
          </p:cNvPr>
          <p:cNvSpPr txBox="1"/>
          <p:nvPr/>
        </p:nvSpPr>
        <p:spPr>
          <a:xfrm flipH="1">
            <a:off x="10028217" y="6316569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Second Subtitle</a:t>
            </a:r>
            <a:endParaRPr lang="ru-RU" sz="3600" dirty="0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C20187-46AA-44DC-A3C8-4536222BF89C}"/>
              </a:ext>
            </a:extLst>
          </p:cNvPr>
          <p:cNvSpPr txBox="1"/>
          <p:nvPr/>
        </p:nvSpPr>
        <p:spPr>
          <a:xfrm flipH="1">
            <a:off x="10028216" y="6902660"/>
            <a:ext cx="6068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852BF8-715F-4A5B-BD5C-6D1DBB211536}"/>
              </a:ext>
            </a:extLst>
          </p:cNvPr>
          <p:cNvSpPr txBox="1"/>
          <p:nvPr/>
        </p:nvSpPr>
        <p:spPr>
          <a:xfrm flipH="1">
            <a:off x="3133628" y="402933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Main 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C4D430-DFE3-4023-BD54-649D421FFB50}"/>
              </a:ext>
            </a:extLst>
          </p:cNvPr>
          <p:cNvSpPr txBox="1"/>
          <p:nvPr/>
        </p:nvSpPr>
        <p:spPr>
          <a:xfrm flipH="1">
            <a:off x="3133629" y="4688001"/>
            <a:ext cx="41835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8109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64A7617-92E2-4317-AAF1-392B3AF82AF6}"/>
              </a:ext>
            </a:extLst>
          </p:cNvPr>
          <p:cNvSpPr/>
          <p:nvPr/>
        </p:nvSpPr>
        <p:spPr>
          <a:xfrm>
            <a:off x="1371600" y="1371600"/>
            <a:ext cx="7707598" cy="7543800"/>
          </a:xfrm>
          <a:prstGeom prst="roundRect">
            <a:avLst>
              <a:gd name="adj" fmla="val 202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E6F7886-B35A-4659-B61C-70A6941E8021}"/>
              </a:ext>
            </a:extLst>
          </p:cNvPr>
          <p:cNvSpPr/>
          <p:nvPr/>
        </p:nvSpPr>
        <p:spPr>
          <a:xfrm>
            <a:off x="9208801" y="5207400"/>
            <a:ext cx="7707600" cy="3708000"/>
          </a:xfrm>
          <a:prstGeom prst="roundRect">
            <a:avLst>
              <a:gd name="adj" fmla="val 330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EA7DDBE-7A52-4AC3-B2AD-FAD3CDBD5730}"/>
              </a:ext>
            </a:extLst>
          </p:cNvPr>
          <p:cNvSpPr/>
          <p:nvPr/>
        </p:nvSpPr>
        <p:spPr>
          <a:xfrm>
            <a:off x="9208801" y="1371602"/>
            <a:ext cx="7707600" cy="3708000"/>
          </a:xfrm>
          <a:prstGeom prst="roundRect">
            <a:avLst>
              <a:gd name="adj" fmla="val 330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492BCC-560E-4AB4-BC63-224FF9A543CD}"/>
              </a:ext>
            </a:extLst>
          </p:cNvPr>
          <p:cNvSpPr txBox="1"/>
          <p:nvPr/>
        </p:nvSpPr>
        <p:spPr>
          <a:xfrm flipH="1">
            <a:off x="10028218" y="2480773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First Subtitle</a:t>
            </a:r>
            <a:endParaRPr lang="ru-RU" sz="3600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1EFE27-86A3-4B87-9F1F-083E40567DB6}"/>
              </a:ext>
            </a:extLst>
          </p:cNvPr>
          <p:cNvSpPr txBox="1"/>
          <p:nvPr/>
        </p:nvSpPr>
        <p:spPr>
          <a:xfrm flipH="1">
            <a:off x="10028217" y="3066864"/>
            <a:ext cx="6068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B5E36F-65F6-4D7C-A13C-0A411D9B89B2}"/>
              </a:ext>
            </a:extLst>
          </p:cNvPr>
          <p:cNvSpPr txBox="1"/>
          <p:nvPr/>
        </p:nvSpPr>
        <p:spPr>
          <a:xfrm flipH="1">
            <a:off x="10028217" y="6316569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Second Subtitle</a:t>
            </a:r>
            <a:endParaRPr lang="ru-RU" sz="3600" dirty="0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C20187-46AA-44DC-A3C8-4536222BF89C}"/>
              </a:ext>
            </a:extLst>
          </p:cNvPr>
          <p:cNvSpPr txBox="1"/>
          <p:nvPr/>
        </p:nvSpPr>
        <p:spPr>
          <a:xfrm flipH="1">
            <a:off x="10028216" y="6902660"/>
            <a:ext cx="6068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852BF8-715F-4A5B-BD5C-6D1DBB211536}"/>
              </a:ext>
            </a:extLst>
          </p:cNvPr>
          <p:cNvSpPr txBox="1"/>
          <p:nvPr/>
        </p:nvSpPr>
        <p:spPr>
          <a:xfrm flipH="1">
            <a:off x="3133628" y="402933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Main Title</a:t>
            </a:r>
            <a:endParaRPr lang="ru-RU" sz="3600" dirty="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C4D430-DFE3-4023-BD54-649D421FFB50}"/>
              </a:ext>
            </a:extLst>
          </p:cNvPr>
          <p:cNvSpPr txBox="1"/>
          <p:nvPr/>
        </p:nvSpPr>
        <p:spPr>
          <a:xfrm flipH="1">
            <a:off x="3133629" y="4688001"/>
            <a:ext cx="41835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3964197-0AEC-418C-B55D-BF6007ADF584}"/>
              </a:ext>
            </a:extLst>
          </p:cNvPr>
          <p:cNvSpPr/>
          <p:nvPr/>
        </p:nvSpPr>
        <p:spPr>
          <a:xfrm>
            <a:off x="8740110" y="6789450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FF09F5C-5DCD-4173-A78A-59482DCBDC3B}"/>
              </a:ext>
            </a:extLst>
          </p:cNvPr>
          <p:cNvSpPr/>
          <p:nvPr/>
        </p:nvSpPr>
        <p:spPr>
          <a:xfrm>
            <a:off x="8740110" y="2953654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34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95AE2D-AD1F-4FF5-9542-CDEFDBB91A6C}"/>
              </a:ext>
            </a:extLst>
          </p:cNvPr>
          <p:cNvSpPr/>
          <p:nvPr/>
        </p:nvSpPr>
        <p:spPr>
          <a:xfrm>
            <a:off x="9203598" y="1371600"/>
            <a:ext cx="7707600" cy="2426400"/>
          </a:xfrm>
          <a:prstGeom prst="roundRect">
            <a:avLst>
              <a:gd name="adj" fmla="val 410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3713EC3-162D-411C-A377-3D369BB9B726}"/>
              </a:ext>
            </a:extLst>
          </p:cNvPr>
          <p:cNvSpPr/>
          <p:nvPr/>
        </p:nvSpPr>
        <p:spPr>
          <a:xfrm>
            <a:off x="9203598" y="3930300"/>
            <a:ext cx="7707600" cy="2426400"/>
          </a:xfrm>
          <a:prstGeom prst="roundRect">
            <a:avLst>
              <a:gd name="adj" fmla="val 410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43C84220-08F9-4521-BEE7-0D15B16069A6}"/>
              </a:ext>
            </a:extLst>
          </p:cNvPr>
          <p:cNvSpPr/>
          <p:nvPr/>
        </p:nvSpPr>
        <p:spPr>
          <a:xfrm>
            <a:off x="9203598" y="6489000"/>
            <a:ext cx="7707600" cy="2426400"/>
          </a:xfrm>
          <a:prstGeom prst="roundRect">
            <a:avLst>
              <a:gd name="adj" fmla="val 410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7F77AC63-2A37-494D-B2D9-317840B2EEFE}"/>
              </a:ext>
            </a:extLst>
          </p:cNvPr>
          <p:cNvSpPr/>
          <p:nvPr/>
        </p:nvSpPr>
        <p:spPr>
          <a:xfrm>
            <a:off x="1371600" y="1371600"/>
            <a:ext cx="8176290" cy="7543800"/>
          </a:xfrm>
          <a:custGeom>
            <a:avLst/>
            <a:gdLst>
              <a:gd name="connsiteX0" fmla="*/ 152460 w 8176290"/>
              <a:gd name="connsiteY0" fmla="*/ 0 h 7543800"/>
              <a:gd name="connsiteX1" fmla="*/ 7555138 w 8176290"/>
              <a:gd name="connsiteY1" fmla="*/ 0 h 7543800"/>
              <a:gd name="connsiteX2" fmla="*/ 7707598 w 8176290"/>
              <a:gd name="connsiteY2" fmla="*/ 152460 h 7543800"/>
              <a:gd name="connsiteX3" fmla="*/ 7707598 w 8176290"/>
              <a:gd name="connsiteY3" fmla="*/ 1110463 h 7543800"/>
              <a:gd name="connsiteX4" fmla="*/ 7919887 w 8176290"/>
              <a:gd name="connsiteY4" fmla="*/ 1110463 h 7543800"/>
              <a:gd name="connsiteX5" fmla="*/ 7919887 w 8176290"/>
              <a:gd name="connsiteY5" fmla="*/ 941252 h 7543800"/>
              <a:gd name="connsiteX6" fmla="*/ 8176290 w 8176290"/>
              <a:gd name="connsiteY6" fmla="*/ 1213200 h 7543800"/>
              <a:gd name="connsiteX7" fmla="*/ 7919887 w 8176290"/>
              <a:gd name="connsiteY7" fmla="*/ 1485148 h 7543800"/>
              <a:gd name="connsiteX8" fmla="*/ 7919887 w 8176290"/>
              <a:gd name="connsiteY8" fmla="*/ 1315937 h 7543800"/>
              <a:gd name="connsiteX9" fmla="*/ 7707598 w 8176290"/>
              <a:gd name="connsiteY9" fmla="*/ 1315937 h 7543800"/>
              <a:gd name="connsiteX10" fmla="*/ 7707598 w 8176290"/>
              <a:gd name="connsiteY10" fmla="*/ 3669163 h 7543800"/>
              <a:gd name="connsiteX11" fmla="*/ 7919887 w 8176290"/>
              <a:gd name="connsiteY11" fmla="*/ 3669163 h 7543800"/>
              <a:gd name="connsiteX12" fmla="*/ 7919887 w 8176290"/>
              <a:gd name="connsiteY12" fmla="*/ 3499952 h 7543800"/>
              <a:gd name="connsiteX13" fmla="*/ 8176290 w 8176290"/>
              <a:gd name="connsiteY13" fmla="*/ 3771900 h 7543800"/>
              <a:gd name="connsiteX14" fmla="*/ 7919887 w 8176290"/>
              <a:gd name="connsiteY14" fmla="*/ 4043848 h 7543800"/>
              <a:gd name="connsiteX15" fmla="*/ 7919887 w 8176290"/>
              <a:gd name="connsiteY15" fmla="*/ 3874637 h 7543800"/>
              <a:gd name="connsiteX16" fmla="*/ 7707598 w 8176290"/>
              <a:gd name="connsiteY16" fmla="*/ 3874637 h 7543800"/>
              <a:gd name="connsiteX17" fmla="*/ 7707598 w 8176290"/>
              <a:gd name="connsiteY17" fmla="*/ 6227863 h 7543800"/>
              <a:gd name="connsiteX18" fmla="*/ 7919887 w 8176290"/>
              <a:gd name="connsiteY18" fmla="*/ 6227863 h 7543800"/>
              <a:gd name="connsiteX19" fmla="*/ 7919887 w 8176290"/>
              <a:gd name="connsiteY19" fmla="*/ 6058652 h 7543800"/>
              <a:gd name="connsiteX20" fmla="*/ 8176290 w 8176290"/>
              <a:gd name="connsiteY20" fmla="*/ 6330600 h 7543800"/>
              <a:gd name="connsiteX21" fmla="*/ 7919887 w 8176290"/>
              <a:gd name="connsiteY21" fmla="*/ 6602548 h 7543800"/>
              <a:gd name="connsiteX22" fmla="*/ 7919887 w 8176290"/>
              <a:gd name="connsiteY22" fmla="*/ 6433337 h 7543800"/>
              <a:gd name="connsiteX23" fmla="*/ 7707598 w 8176290"/>
              <a:gd name="connsiteY23" fmla="*/ 6433337 h 7543800"/>
              <a:gd name="connsiteX24" fmla="*/ 7707598 w 8176290"/>
              <a:gd name="connsiteY24" fmla="*/ 7391340 h 7543800"/>
              <a:gd name="connsiteX25" fmla="*/ 7555138 w 8176290"/>
              <a:gd name="connsiteY25" fmla="*/ 7543800 h 7543800"/>
              <a:gd name="connsiteX26" fmla="*/ 152460 w 8176290"/>
              <a:gd name="connsiteY26" fmla="*/ 7543800 h 7543800"/>
              <a:gd name="connsiteX27" fmla="*/ 0 w 8176290"/>
              <a:gd name="connsiteY27" fmla="*/ 7391340 h 7543800"/>
              <a:gd name="connsiteX28" fmla="*/ 0 w 8176290"/>
              <a:gd name="connsiteY28" fmla="*/ 152460 h 7543800"/>
              <a:gd name="connsiteX29" fmla="*/ 152460 w 8176290"/>
              <a:gd name="connsiteY29" fmla="*/ 0 h 754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8176290" h="7543800">
                <a:moveTo>
                  <a:pt x="152460" y="0"/>
                </a:moveTo>
                <a:lnTo>
                  <a:pt x="7555138" y="0"/>
                </a:lnTo>
                <a:cubicBezTo>
                  <a:pt x="7639339" y="0"/>
                  <a:pt x="7707598" y="68259"/>
                  <a:pt x="7707598" y="152460"/>
                </a:cubicBezTo>
                <a:lnTo>
                  <a:pt x="7707598" y="1110463"/>
                </a:lnTo>
                <a:lnTo>
                  <a:pt x="7919887" y="1110463"/>
                </a:lnTo>
                <a:lnTo>
                  <a:pt x="7919887" y="941252"/>
                </a:lnTo>
                <a:lnTo>
                  <a:pt x="8176290" y="1213200"/>
                </a:lnTo>
                <a:lnTo>
                  <a:pt x="7919887" y="1485148"/>
                </a:lnTo>
                <a:lnTo>
                  <a:pt x="7919887" y="1315937"/>
                </a:lnTo>
                <a:lnTo>
                  <a:pt x="7707598" y="1315937"/>
                </a:lnTo>
                <a:lnTo>
                  <a:pt x="7707598" y="3669163"/>
                </a:lnTo>
                <a:lnTo>
                  <a:pt x="7919887" y="3669163"/>
                </a:lnTo>
                <a:lnTo>
                  <a:pt x="7919887" y="3499952"/>
                </a:lnTo>
                <a:lnTo>
                  <a:pt x="8176290" y="3771900"/>
                </a:lnTo>
                <a:lnTo>
                  <a:pt x="7919887" y="4043848"/>
                </a:lnTo>
                <a:lnTo>
                  <a:pt x="7919887" y="3874637"/>
                </a:lnTo>
                <a:lnTo>
                  <a:pt x="7707598" y="3874637"/>
                </a:lnTo>
                <a:lnTo>
                  <a:pt x="7707598" y="6227863"/>
                </a:lnTo>
                <a:lnTo>
                  <a:pt x="7919887" y="6227863"/>
                </a:lnTo>
                <a:lnTo>
                  <a:pt x="7919887" y="6058652"/>
                </a:lnTo>
                <a:lnTo>
                  <a:pt x="8176290" y="6330600"/>
                </a:lnTo>
                <a:lnTo>
                  <a:pt x="7919887" y="6602548"/>
                </a:lnTo>
                <a:lnTo>
                  <a:pt x="7919887" y="6433337"/>
                </a:lnTo>
                <a:lnTo>
                  <a:pt x="7707598" y="6433337"/>
                </a:lnTo>
                <a:lnTo>
                  <a:pt x="7707598" y="7391340"/>
                </a:lnTo>
                <a:cubicBezTo>
                  <a:pt x="7707598" y="7475541"/>
                  <a:pt x="7639339" y="7543800"/>
                  <a:pt x="7555138" y="7543800"/>
                </a:cubicBezTo>
                <a:lnTo>
                  <a:pt x="152460" y="7543800"/>
                </a:lnTo>
                <a:cubicBezTo>
                  <a:pt x="68259" y="7543800"/>
                  <a:pt x="0" y="7475541"/>
                  <a:pt x="0" y="7391340"/>
                </a:cubicBezTo>
                <a:lnTo>
                  <a:pt x="0" y="152460"/>
                </a:lnTo>
                <a:cubicBezTo>
                  <a:pt x="0" y="68259"/>
                  <a:pt x="68259" y="0"/>
                  <a:pt x="152460" y="0"/>
                </a:cubicBez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5D1D32-AF55-4AEF-A81E-7E4E84F9A9A0}"/>
              </a:ext>
            </a:extLst>
          </p:cNvPr>
          <p:cNvSpPr txBox="1"/>
          <p:nvPr/>
        </p:nvSpPr>
        <p:spPr>
          <a:xfrm flipH="1">
            <a:off x="2678398" y="4738898"/>
            <a:ext cx="5094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Title One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7B106E-9EC5-405F-91B3-5925771EB110}"/>
              </a:ext>
            </a:extLst>
          </p:cNvPr>
          <p:cNvSpPr txBox="1"/>
          <p:nvPr/>
        </p:nvSpPr>
        <p:spPr>
          <a:xfrm flipH="1">
            <a:off x="3133628" y="5503100"/>
            <a:ext cx="4183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37" name="Freeform 463">
            <a:extLst>
              <a:ext uri="{FF2B5EF4-FFF2-40B4-BE49-F238E27FC236}">
                <a16:creationId xmlns:a16="http://schemas.microsoft.com/office/drawing/2014/main" id="{A53AB607-7B8A-486E-A36D-3D0A1AAFB56E}"/>
              </a:ext>
            </a:extLst>
          </p:cNvPr>
          <p:cNvSpPr>
            <a:spLocks noEditPoints="1"/>
          </p:cNvSpPr>
          <p:nvPr/>
        </p:nvSpPr>
        <p:spPr bwMode="auto">
          <a:xfrm>
            <a:off x="4555423" y="3214240"/>
            <a:ext cx="1339952" cy="1077796"/>
          </a:xfrm>
          <a:custGeom>
            <a:avLst/>
            <a:gdLst>
              <a:gd name="T0" fmla="*/ 16 w 176"/>
              <a:gd name="T1" fmla="*/ 104 h 144"/>
              <a:gd name="T2" fmla="*/ 24 w 176"/>
              <a:gd name="T3" fmla="*/ 104 h 144"/>
              <a:gd name="T4" fmla="*/ 44 w 176"/>
              <a:gd name="T5" fmla="*/ 84 h 144"/>
              <a:gd name="T6" fmla="*/ 136 w 176"/>
              <a:gd name="T7" fmla="*/ 80 h 144"/>
              <a:gd name="T8" fmla="*/ 116 w 176"/>
              <a:gd name="T9" fmla="*/ 108 h 144"/>
              <a:gd name="T10" fmla="*/ 136 w 176"/>
              <a:gd name="T11" fmla="*/ 88 h 144"/>
              <a:gd name="T12" fmla="*/ 136 w 176"/>
              <a:gd name="T13" fmla="*/ 80 h 144"/>
              <a:gd name="T14" fmla="*/ 143 w 176"/>
              <a:gd name="T15" fmla="*/ 16 h 144"/>
              <a:gd name="T16" fmla="*/ 120 w 176"/>
              <a:gd name="T17" fmla="*/ 0 h 144"/>
              <a:gd name="T18" fmla="*/ 80 w 176"/>
              <a:gd name="T19" fmla="*/ 24 h 144"/>
              <a:gd name="T20" fmla="*/ 33 w 176"/>
              <a:gd name="T21" fmla="*/ 16 h 144"/>
              <a:gd name="T22" fmla="*/ 4 w 176"/>
              <a:gd name="T23" fmla="*/ 87 h 144"/>
              <a:gd name="T24" fmla="*/ 40 w 176"/>
              <a:gd name="T25" fmla="*/ 144 h 144"/>
              <a:gd name="T26" fmla="*/ 97 w 176"/>
              <a:gd name="T27" fmla="*/ 112 h 144"/>
              <a:gd name="T28" fmla="*/ 176 w 176"/>
              <a:gd name="T29" fmla="*/ 104 h 144"/>
              <a:gd name="T30" fmla="*/ 40 w 176"/>
              <a:gd name="T31" fmla="*/ 136 h 144"/>
              <a:gd name="T32" fmla="*/ 40 w 176"/>
              <a:gd name="T33" fmla="*/ 72 h 144"/>
              <a:gd name="T34" fmla="*/ 40 w 176"/>
              <a:gd name="T35" fmla="*/ 136 h 144"/>
              <a:gd name="T36" fmla="*/ 40 w 176"/>
              <a:gd name="T37" fmla="*/ 64 h 144"/>
              <a:gd name="T38" fmla="*/ 41 w 176"/>
              <a:gd name="T39" fmla="*/ 17 h 144"/>
              <a:gd name="T40" fmla="*/ 56 w 176"/>
              <a:gd name="T41" fmla="*/ 8 h 144"/>
              <a:gd name="T42" fmla="*/ 72 w 176"/>
              <a:gd name="T43" fmla="*/ 23 h 144"/>
              <a:gd name="T44" fmla="*/ 96 w 176"/>
              <a:gd name="T45" fmla="*/ 104 h 144"/>
              <a:gd name="T46" fmla="*/ 80 w 176"/>
              <a:gd name="T47" fmla="*/ 96 h 144"/>
              <a:gd name="T48" fmla="*/ 96 w 176"/>
              <a:gd name="T49" fmla="*/ 104 h 144"/>
              <a:gd name="T50" fmla="*/ 80 w 176"/>
              <a:gd name="T51" fmla="*/ 88 h 144"/>
              <a:gd name="T52" fmla="*/ 96 w 176"/>
              <a:gd name="T53" fmla="*/ 32 h 144"/>
              <a:gd name="T54" fmla="*/ 104 w 176"/>
              <a:gd name="T55" fmla="*/ 23 h 144"/>
              <a:gd name="T56" fmla="*/ 120 w 176"/>
              <a:gd name="T57" fmla="*/ 8 h 144"/>
              <a:gd name="T58" fmla="*/ 135 w 176"/>
              <a:gd name="T59" fmla="*/ 17 h 144"/>
              <a:gd name="T60" fmla="*/ 136 w 176"/>
              <a:gd name="T61" fmla="*/ 64 h 144"/>
              <a:gd name="T62" fmla="*/ 104 w 176"/>
              <a:gd name="T63" fmla="*/ 23 h 144"/>
              <a:gd name="T64" fmla="*/ 104 w 176"/>
              <a:gd name="T65" fmla="*/ 104 h 144"/>
              <a:gd name="T66" fmla="*/ 168 w 176"/>
              <a:gd name="T67" fmla="*/ 10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76" h="144">
                <a:moveTo>
                  <a:pt x="40" y="80"/>
                </a:moveTo>
                <a:cubicBezTo>
                  <a:pt x="27" y="80"/>
                  <a:pt x="16" y="91"/>
                  <a:pt x="16" y="104"/>
                </a:cubicBezTo>
                <a:cubicBezTo>
                  <a:pt x="16" y="106"/>
                  <a:pt x="18" y="108"/>
                  <a:pt x="20" y="108"/>
                </a:cubicBezTo>
                <a:cubicBezTo>
                  <a:pt x="22" y="108"/>
                  <a:pt x="24" y="106"/>
                  <a:pt x="24" y="104"/>
                </a:cubicBezTo>
                <a:cubicBezTo>
                  <a:pt x="24" y="95"/>
                  <a:pt x="31" y="88"/>
                  <a:pt x="40" y="88"/>
                </a:cubicBezTo>
                <a:cubicBezTo>
                  <a:pt x="42" y="88"/>
                  <a:pt x="44" y="86"/>
                  <a:pt x="44" y="84"/>
                </a:cubicBezTo>
                <a:cubicBezTo>
                  <a:pt x="44" y="82"/>
                  <a:pt x="42" y="80"/>
                  <a:pt x="40" y="80"/>
                </a:cubicBezTo>
                <a:moveTo>
                  <a:pt x="136" y="80"/>
                </a:moveTo>
                <a:cubicBezTo>
                  <a:pt x="123" y="80"/>
                  <a:pt x="112" y="91"/>
                  <a:pt x="112" y="104"/>
                </a:cubicBezTo>
                <a:cubicBezTo>
                  <a:pt x="112" y="106"/>
                  <a:pt x="114" y="108"/>
                  <a:pt x="116" y="108"/>
                </a:cubicBezTo>
                <a:cubicBezTo>
                  <a:pt x="118" y="108"/>
                  <a:pt x="120" y="106"/>
                  <a:pt x="120" y="104"/>
                </a:cubicBezTo>
                <a:cubicBezTo>
                  <a:pt x="120" y="95"/>
                  <a:pt x="127" y="88"/>
                  <a:pt x="136" y="88"/>
                </a:cubicBezTo>
                <a:cubicBezTo>
                  <a:pt x="138" y="88"/>
                  <a:pt x="140" y="86"/>
                  <a:pt x="140" y="84"/>
                </a:cubicBezTo>
                <a:cubicBezTo>
                  <a:pt x="140" y="82"/>
                  <a:pt x="138" y="80"/>
                  <a:pt x="136" y="80"/>
                </a:cubicBezTo>
                <a:moveTo>
                  <a:pt x="172" y="87"/>
                </a:moveTo>
                <a:cubicBezTo>
                  <a:pt x="143" y="16"/>
                  <a:pt x="143" y="16"/>
                  <a:pt x="143" y="16"/>
                </a:cubicBezTo>
                <a:cubicBezTo>
                  <a:pt x="143" y="16"/>
                  <a:pt x="143" y="16"/>
                  <a:pt x="143" y="16"/>
                </a:cubicBezTo>
                <a:cubicBezTo>
                  <a:pt x="139" y="7"/>
                  <a:pt x="130" y="0"/>
                  <a:pt x="120" y="0"/>
                </a:cubicBezTo>
                <a:cubicBezTo>
                  <a:pt x="107" y="0"/>
                  <a:pt x="96" y="11"/>
                  <a:pt x="96" y="24"/>
                </a:cubicBezTo>
                <a:cubicBezTo>
                  <a:pt x="80" y="24"/>
                  <a:pt x="80" y="24"/>
                  <a:pt x="80" y="24"/>
                </a:cubicBezTo>
                <a:cubicBezTo>
                  <a:pt x="80" y="11"/>
                  <a:pt x="69" y="0"/>
                  <a:pt x="56" y="0"/>
                </a:cubicBezTo>
                <a:cubicBezTo>
                  <a:pt x="46" y="0"/>
                  <a:pt x="37" y="7"/>
                  <a:pt x="33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4" y="87"/>
                  <a:pt x="4" y="87"/>
                  <a:pt x="4" y="87"/>
                </a:cubicBezTo>
                <a:cubicBezTo>
                  <a:pt x="1" y="92"/>
                  <a:pt x="0" y="98"/>
                  <a:pt x="0" y="104"/>
                </a:cubicBezTo>
                <a:cubicBezTo>
                  <a:pt x="0" y="126"/>
                  <a:pt x="18" y="144"/>
                  <a:pt x="40" y="144"/>
                </a:cubicBezTo>
                <a:cubicBezTo>
                  <a:pt x="59" y="144"/>
                  <a:pt x="75" y="130"/>
                  <a:pt x="79" y="112"/>
                </a:cubicBezTo>
                <a:cubicBezTo>
                  <a:pt x="97" y="112"/>
                  <a:pt x="97" y="112"/>
                  <a:pt x="97" y="112"/>
                </a:cubicBezTo>
                <a:cubicBezTo>
                  <a:pt x="101" y="130"/>
                  <a:pt x="117" y="144"/>
                  <a:pt x="136" y="144"/>
                </a:cubicBezTo>
                <a:cubicBezTo>
                  <a:pt x="158" y="144"/>
                  <a:pt x="176" y="126"/>
                  <a:pt x="176" y="104"/>
                </a:cubicBezTo>
                <a:cubicBezTo>
                  <a:pt x="176" y="98"/>
                  <a:pt x="175" y="92"/>
                  <a:pt x="172" y="87"/>
                </a:cubicBezTo>
                <a:moveTo>
                  <a:pt x="40" y="136"/>
                </a:moveTo>
                <a:cubicBezTo>
                  <a:pt x="22" y="136"/>
                  <a:pt x="8" y="122"/>
                  <a:pt x="8" y="104"/>
                </a:cubicBezTo>
                <a:cubicBezTo>
                  <a:pt x="8" y="86"/>
                  <a:pt x="22" y="72"/>
                  <a:pt x="40" y="72"/>
                </a:cubicBezTo>
                <a:cubicBezTo>
                  <a:pt x="58" y="72"/>
                  <a:pt x="72" y="86"/>
                  <a:pt x="72" y="104"/>
                </a:cubicBezTo>
                <a:cubicBezTo>
                  <a:pt x="72" y="122"/>
                  <a:pt x="58" y="136"/>
                  <a:pt x="40" y="136"/>
                </a:cubicBezTo>
                <a:moveTo>
                  <a:pt x="72" y="80"/>
                </a:moveTo>
                <a:cubicBezTo>
                  <a:pt x="65" y="70"/>
                  <a:pt x="53" y="64"/>
                  <a:pt x="40" y="64"/>
                </a:cubicBezTo>
                <a:cubicBezTo>
                  <a:pt x="33" y="64"/>
                  <a:pt x="26" y="66"/>
                  <a:pt x="20" y="69"/>
                </a:cubicBezTo>
                <a:cubicBezTo>
                  <a:pt x="41" y="17"/>
                  <a:pt x="41" y="17"/>
                  <a:pt x="41" y="17"/>
                </a:cubicBezTo>
                <a:cubicBezTo>
                  <a:pt x="41" y="17"/>
                  <a:pt x="41" y="17"/>
                  <a:pt x="41" y="17"/>
                </a:cubicBezTo>
                <a:cubicBezTo>
                  <a:pt x="44" y="12"/>
                  <a:pt x="50" y="8"/>
                  <a:pt x="56" y="8"/>
                </a:cubicBezTo>
                <a:cubicBezTo>
                  <a:pt x="64" y="8"/>
                  <a:pt x="71" y="14"/>
                  <a:pt x="72" y="23"/>
                </a:cubicBezTo>
                <a:cubicBezTo>
                  <a:pt x="72" y="23"/>
                  <a:pt x="72" y="23"/>
                  <a:pt x="72" y="23"/>
                </a:cubicBezTo>
                <a:lnTo>
                  <a:pt x="72" y="80"/>
                </a:lnTo>
                <a:close/>
                <a:moveTo>
                  <a:pt x="96" y="104"/>
                </a:moveTo>
                <a:cubicBezTo>
                  <a:pt x="80" y="104"/>
                  <a:pt x="80" y="104"/>
                  <a:pt x="80" y="104"/>
                </a:cubicBezTo>
                <a:cubicBezTo>
                  <a:pt x="80" y="96"/>
                  <a:pt x="80" y="96"/>
                  <a:pt x="80" y="96"/>
                </a:cubicBezTo>
                <a:cubicBezTo>
                  <a:pt x="96" y="96"/>
                  <a:pt x="96" y="96"/>
                  <a:pt x="96" y="96"/>
                </a:cubicBezTo>
                <a:lnTo>
                  <a:pt x="96" y="104"/>
                </a:lnTo>
                <a:close/>
                <a:moveTo>
                  <a:pt x="96" y="88"/>
                </a:moveTo>
                <a:cubicBezTo>
                  <a:pt x="80" y="88"/>
                  <a:pt x="80" y="88"/>
                  <a:pt x="80" y="88"/>
                </a:cubicBezTo>
                <a:cubicBezTo>
                  <a:pt x="80" y="32"/>
                  <a:pt x="80" y="32"/>
                  <a:pt x="80" y="32"/>
                </a:cubicBezTo>
                <a:cubicBezTo>
                  <a:pt x="96" y="32"/>
                  <a:pt x="96" y="32"/>
                  <a:pt x="96" y="32"/>
                </a:cubicBezTo>
                <a:lnTo>
                  <a:pt x="96" y="88"/>
                </a:lnTo>
                <a:close/>
                <a:moveTo>
                  <a:pt x="104" y="23"/>
                </a:moveTo>
                <a:cubicBezTo>
                  <a:pt x="104" y="23"/>
                  <a:pt x="104" y="23"/>
                  <a:pt x="104" y="23"/>
                </a:cubicBezTo>
                <a:cubicBezTo>
                  <a:pt x="105" y="14"/>
                  <a:pt x="112" y="8"/>
                  <a:pt x="120" y="8"/>
                </a:cubicBezTo>
                <a:cubicBezTo>
                  <a:pt x="126" y="8"/>
                  <a:pt x="132" y="12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0" y="66"/>
                  <a:pt x="143" y="64"/>
                  <a:pt x="136" y="64"/>
                </a:cubicBezTo>
                <a:cubicBezTo>
                  <a:pt x="123" y="64"/>
                  <a:pt x="111" y="70"/>
                  <a:pt x="104" y="80"/>
                </a:cubicBezTo>
                <a:lnTo>
                  <a:pt x="104" y="23"/>
                </a:lnTo>
                <a:close/>
                <a:moveTo>
                  <a:pt x="136" y="136"/>
                </a:moveTo>
                <a:cubicBezTo>
                  <a:pt x="118" y="136"/>
                  <a:pt x="104" y="122"/>
                  <a:pt x="104" y="104"/>
                </a:cubicBezTo>
                <a:cubicBezTo>
                  <a:pt x="104" y="86"/>
                  <a:pt x="118" y="72"/>
                  <a:pt x="136" y="72"/>
                </a:cubicBezTo>
                <a:cubicBezTo>
                  <a:pt x="154" y="72"/>
                  <a:pt x="168" y="86"/>
                  <a:pt x="168" y="104"/>
                </a:cubicBezTo>
                <a:cubicBezTo>
                  <a:pt x="168" y="122"/>
                  <a:pt x="154" y="136"/>
                  <a:pt x="136" y="136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18C2B6-DB89-4A66-9134-ABF8799D109A}"/>
              </a:ext>
            </a:extLst>
          </p:cNvPr>
          <p:cNvSpPr txBox="1"/>
          <p:nvPr/>
        </p:nvSpPr>
        <p:spPr>
          <a:xfrm flipH="1">
            <a:off x="10023015" y="1839971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First Subtitle</a:t>
            </a:r>
            <a:endParaRPr lang="ru-RU" sz="3600" dirty="0"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3B625A-F180-4626-B51A-E09C0FEA9C9D}"/>
              </a:ext>
            </a:extLst>
          </p:cNvPr>
          <p:cNvSpPr txBox="1"/>
          <p:nvPr/>
        </p:nvSpPr>
        <p:spPr>
          <a:xfrm flipH="1">
            <a:off x="10023015" y="2455091"/>
            <a:ext cx="6068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FFAC19-4084-4139-9226-E6254FE7BCAE}"/>
              </a:ext>
            </a:extLst>
          </p:cNvPr>
          <p:cNvSpPr txBox="1"/>
          <p:nvPr/>
        </p:nvSpPr>
        <p:spPr>
          <a:xfrm flipH="1">
            <a:off x="10023015" y="4398671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Second Subtitle</a:t>
            </a:r>
            <a:endParaRPr lang="ru-RU" sz="3600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9E7FD0-48FC-4F10-BFC8-0BDA4BD44750}"/>
              </a:ext>
            </a:extLst>
          </p:cNvPr>
          <p:cNvSpPr txBox="1"/>
          <p:nvPr/>
        </p:nvSpPr>
        <p:spPr>
          <a:xfrm flipH="1">
            <a:off x="10023015" y="5013791"/>
            <a:ext cx="6068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17DFDA-D77D-4A7F-A7C9-763635416A92}"/>
              </a:ext>
            </a:extLst>
          </p:cNvPr>
          <p:cNvSpPr txBox="1"/>
          <p:nvPr/>
        </p:nvSpPr>
        <p:spPr>
          <a:xfrm flipH="1">
            <a:off x="10023015" y="6957371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Third Subtitle</a:t>
            </a:r>
            <a:endParaRPr lang="ru-RU" sz="3600" dirty="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945B91-6EC8-43B8-8F74-A51CD43521F6}"/>
              </a:ext>
            </a:extLst>
          </p:cNvPr>
          <p:cNvSpPr txBox="1"/>
          <p:nvPr/>
        </p:nvSpPr>
        <p:spPr>
          <a:xfrm flipH="1">
            <a:off x="10023015" y="7572491"/>
            <a:ext cx="6068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1828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8C654E7-3731-4BFC-AC33-5D2DEA819635}"/>
              </a:ext>
            </a:extLst>
          </p:cNvPr>
          <p:cNvSpPr/>
          <p:nvPr/>
        </p:nvSpPr>
        <p:spPr>
          <a:xfrm>
            <a:off x="1371600" y="1371600"/>
            <a:ext cx="7707598" cy="7543800"/>
          </a:xfrm>
          <a:prstGeom prst="roundRect">
            <a:avLst>
              <a:gd name="adj" fmla="val 202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95AE2D-AD1F-4FF5-9542-CDEFDBB91A6C}"/>
              </a:ext>
            </a:extLst>
          </p:cNvPr>
          <p:cNvSpPr/>
          <p:nvPr/>
        </p:nvSpPr>
        <p:spPr>
          <a:xfrm>
            <a:off x="9203598" y="1371600"/>
            <a:ext cx="7707600" cy="2426400"/>
          </a:xfrm>
          <a:prstGeom prst="roundRect">
            <a:avLst>
              <a:gd name="adj" fmla="val 410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3713EC3-162D-411C-A377-3D369BB9B726}"/>
              </a:ext>
            </a:extLst>
          </p:cNvPr>
          <p:cNvSpPr/>
          <p:nvPr/>
        </p:nvSpPr>
        <p:spPr>
          <a:xfrm>
            <a:off x="9203598" y="3930300"/>
            <a:ext cx="7707600" cy="2426400"/>
          </a:xfrm>
          <a:prstGeom prst="roundRect">
            <a:avLst>
              <a:gd name="adj" fmla="val 410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43C84220-08F9-4521-BEE7-0D15B16069A6}"/>
              </a:ext>
            </a:extLst>
          </p:cNvPr>
          <p:cNvSpPr/>
          <p:nvPr/>
        </p:nvSpPr>
        <p:spPr>
          <a:xfrm>
            <a:off x="9203598" y="6489000"/>
            <a:ext cx="7707600" cy="2426400"/>
          </a:xfrm>
          <a:prstGeom prst="roundRect">
            <a:avLst>
              <a:gd name="adj" fmla="val 410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5D1D32-AF55-4AEF-A81E-7E4E84F9A9A0}"/>
              </a:ext>
            </a:extLst>
          </p:cNvPr>
          <p:cNvSpPr txBox="1"/>
          <p:nvPr/>
        </p:nvSpPr>
        <p:spPr>
          <a:xfrm flipH="1">
            <a:off x="2678398" y="4738898"/>
            <a:ext cx="5094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Title One</a:t>
            </a:r>
            <a:endParaRPr lang="ru-RU" sz="3600" dirty="0"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7B106E-9EC5-405F-91B3-5925771EB110}"/>
              </a:ext>
            </a:extLst>
          </p:cNvPr>
          <p:cNvSpPr txBox="1"/>
          <p:nvPr/>
        </p:nvSpPr>
        <p:spPr>
          <a:xfrm flipH="1">
            <a:off x="3133628" y="5503100"/>
            <a:ext cx="4183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7" name="Freeform 463">
            <a:extLst>
              <a:ext uri="{FF2B5EF4-FFF2-40B4-BE49-F238E27FC236}">
                <a16:creationId xmlns:a16="http://schemas.microsoft.com/office/drawing/2014/main" id="{A53AB607-7B8A-486E-A36D-3D0A1AAFB56E}"/>
              </a:ext>
            </a:extLst>
          </p:cNvPr>
          <p:cNvSpPr>
            <a:spLocks noEditPoints="1"/>
          </p:cNvSpPr>
          <p:nvPr/>
        </p:nvSpPr>
        <p:spPr bwMode="auto">
          <a:xfrm>
            <a:off x="4555423" y="3214240"/>
            <a:ext cx="1339952" cy="1077796"/>
          </a:xfrm>
          <a:custGeom>
            <a:avLst/>
            <a:gdLst>
              <a:gd name="T0" fmla="*/ 16 w 176"/>
              <a:gd name="T1" fmla="*/ 104 h 144"/>
              <a:gd name="T2" fmla="*/ 24 w 176"/>
              <a:gd name="T3" fmla="*/ 104 h 144"/>
              <a:gd name="T4" fmla="*/ 44 w 176"/>
              <a:gd name="T5" fmla="*/ 84 h 144"/>
              <a:gd name="T6" fmla="*/ 136 w 176"/>
              <a:gd name="T7" fmla="*/ 80 h 144"/>
              <a:gd name="T8" fmla="*/ 116 w 176"/>
              <a:gd name="T9" fmla="*/ 108 h 144"/>
              <a:gd name="T10" fmla="*/ 136 w 176"/>
              <a:gd name="T11" fmla="*/ 88 h 144"/>
              <a:gd name="T12" fmla="*/ 136 w 176"/>
              <a:gd name="T13" fmla="*/ 80 h 144"/>
              <a:gd name="T14" fmla="*/ 143 w 176"/>
              <a:gd name="T15" fmla="*/ 16 h 144"/>
              <a:gd name="T16" fmla="*/ 120 w 176"/>
              <a:gd name="T17" fmla="*/ 0 h 144"/>
              <a:gd name="T18" fmla="*/ 80 w 176"/>
              <a:gd name="T19" fmla="*/ 24 h 144"/>
              <a:gd name="T20" fmla="*/ 33 w 176"/>
              <a:gd name="T21" fmla="*/ 16 h 144"/>
              <a:gd name="T22" fmla="*/ 4 w 176"/>
              <a:gd name="T23" fmla="*/ 87 h 144"/>
              <a:gd name="T24" fmla="*/ 40 w 176"/>
              <a:gd name="T25" fmla="*/ 144 h 144"/>
              <a:gd name="T26" fmla="*/ 97 w 176"/>
              <a:gd name="T27" fmla="*/ 112 h 144"/>
              <a:gd name="T28" fmla="*/ 176 w 176"/>
              <a:gd name="T29" fmla="*/ 104 h 144"/>
              <a:gd name="T30" fmla="*/ 40 w 176"/>
              <a:gd name="T31" fmla="*/ 136 h 144"/>
              <a:gd name="T32" fmla="*/ 40 w 176"/>
              <a:gd name="T33" fmla="*/ 72 h 144"/>
              <a:gd name="T34" fmla="*/ 40 w 176"/>
              <a:gd name="T35" fmla="*/ 136 h 144"/>
              <a:gd name="T36" fmla="*/ 40 w 176"/>
              <a:gd name="T37" fmla="*/ 64 h 144"/>
              <a:gd name="T38" fmla="*/ 41 w 176"/>
              <a:gd name="T39" fmla="*/ 17 h 144"/>
              <a:gd name="T40" fmla="*/ 56 w 176"/>
              <a:gd name="T41" fmla="*/ 8 h 144"/>
              <a:gd name="T42" fmla="*/ 72 w 176"/>
              <a:gd name="T43" fmla="*/ 23 h 144"/>
              <a:gd name="T44" fmla="*/ 96 w 176"/>
              <a:gd name="T45" fmla="*/ 104 h 144"/>
              <a:gd name="T46" fmla="*/ 80 w 176"/>
              <a:gd name="T47" fmla="*/ 96 h 144"/>
              <a:gd name="T48" fmla="*/ 96 w 176"/>
              <a:gd name="T49" fmla="*/ 104 h 144"/>
              <a:gd name="T50" fmla="*/ 80 w 176"/>
              <a:gd name="T51" fmla="*/ 88 h 144"/>
              <a:gd name="T52" fmla="*/ 96 w 176"/>
              <a:gd name="T53" fmla="*/ 32 h 144"/>
              <a:gd name="T54" fmla="*/ 104 w 176"/>
              <a:gd name="T55" fmla="*/ 23 h 144"/>
              <a:gd name="T56" fmla="*/ 120 w 176"/>
              <a:gd name="T57" fmla="*/ 8 h 144"/>
              <a:gd name="T58" fmla="*/ 135 w 176"/>
              <a:gd name="T59" fmla="*/ 17 h 144"/>
              <a:gd name="T60" fmla="*/ 136 w 176"/>
              <a:gd name="T61" fmla="*/ 64 h 144"/>
              <a:gd name="T62" fmla="*/ 104 w 176"/>
              <a:gd name="T63" fmla="*/ 23 h 144"/>
              <a:gd name="T64" fmla="*/ 104 w 176"/>
              <a:gd name="T65" fmla="*/ 104 h 144"/>
              <a:gd name="T66" fmla="*/ 168 w 176"/>
              <a:gd name="T67" fmla="*/ 10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76" h="144">
                <a:moveTo>
                  <a:pt x="40" y="80"/>
                </a:moveTo>
                <a:cubicBezTo>
                  <a:pt x="27" y="80"/>
                  <a:pt x="16" y="91"/>
                  <a:pt x="16" y="104"/>
                </a:cubicBezTo>
                <a:cubicBezTo>
                  <a:pt x="16" y="106"/>
                  <a:pt x="18" y="108"/>
                  <a:pt x="20" y="108"/>
                </a:cubicBezTo>
                <a:cubicBezTo>
                  <a:pt x="22" y="108"/>
                  <a:pt x="24" y="106"/>
                  <a:pt x="24" y="104"/>
                </a:cubicBezTo>
                <a:cubicBezTo>
                  <a:pt x="24" y="95"/>
                  <a:pt x="31" y="88"/>
                  <a:pt x="40" y="88"/>
                </a:cubicBezTo>
                <a:cubicBezTo>
                  <a:pt x="42" y="88"/>
                  <a:pt x="44" y="86"/>
                  <a:pt x="44" y="84"/>
                </a:cubicBezTo>
                <a:cubicBezTo>
                  <a:pt x="44" y="82"/>
                  <a:pt x="42" y="80"/>
                  <a:pt x="40" y="80"/>
                </a:cubicBezTo>
                <a:moveTo>
                  <a:pt x="136" y="80"/>
                </a:moveTo>
                <a:cubicBezTo>
                  <a:pt x="123" y="80"/>
                  <a:pt x="112" y="91"/>
                  <a:pt x="112" y="104"/>
                </a:cubicBezTo>
                <a:cubicBezTo>
                  <a:pt x="112" y="106"/>
                  <a:pt x="114" y="108"/>
                  <a:pt x="116" y="108"/>
                </a:cubicBezTo>
                <a:cubicBezTo>
                  <a:pt x="118" y="108"/>
                  <a:pt x="120" y="106"/>
                  <a:pt x="120" y="104"/>
                </a:cubicBezTo>
                <a:cubicBezTo>
                  <a:pt x="120" y="95"/>
                  <a:pt x="127" y="88"/>
                  <a:pt x="136" y="88"/>
                </a:cubicBezTo>
                <a:cubicBezTo>
                  <a:pt x="138" y="88"/>
                  <a:pt x="140" y="86"/>
                  <a:pt x="140" y="84"/>
                </a:cubicBezTo>
                <a:cubicBezTo>
                  <a:pt x="140" y="82"/>
                  <a:pt x="138" y="80"/>
                  <a:pt x="136" y="80"/>
                </a:cubicBezTo>
                <a:moveTo>
                  <a:pt x="172" y="87"/>
                </a:moveTo>
                <a:cubicBezTo>
                  <a:pt x="143" y="16"/>
                  <a:pt x="143" y="16"/>
                  <a:pt x="143" y="16"/>
                </a:cubicBezTo>
                <a:cubicBezTo>
                  <a:pt x="143" y="16"/>
                  <a:pt x="143" y="16"/>
                  <a:pt x="143" y="16"/>
                </a:cubicBezTo>
                <a:cubicBezTo>
                  <a:pt x="139" y="7"/>
                  <a:pt x="130" y="0"/>
                  <a:pt x="120" y="0"/>
                </a:cubicBezTo>
                <a:cubicBezTo>
                  <a:pt x="107" y="0"/>
                  <a:pt x="96" y="11"/>
                  <a:pt x="96" y="24"/>
                </a:cubicBezTo>
                <a:cubicBezTo>
                  <a:pt x="80" y="24"/>
                  <a:pt x="80" y="24"/>
                  <a:pt x="80" y="24"/>
                </a:cubicBezTo>
                <a:cubicBezTo>
                  <a:pt x="80" y="11"/>
                  <a:pt x="69" y="0"/>
                  <a:pt x="56" y="0"/>
                </a:cubicBezTo>
                <a:cubicBezTo>
                  <a:pt x="46" y="0"/>
                  <a:pt x="37" y="7"/>
                  <a:pt x="33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4" y="87"/>
                  <a:pt x="4" y="87"/>
                  <a:pt x="4" y="87"/>
                </a:cubicBezTo>
                <a:cubicBezTo>
                  <a:pt x="1" y="92"/>
                  <a:pt x="0" y="98"/>
                  <a:pt x="0" y="104"/>
                </a:cubicBezTo>
                <a:cubicBezTo>
                  <a:pt x="0" y="126"/>
                  <a:pt x="18" y="144"/>
                  <a:pt x="40" y="144"/>
                </a:cubicBezTo>
                <a:cubicBezTo>
                  <a:pt x="59" y="144"/>
                  <a:pt x="75" y="130"/>
                  <a:pt x="79" y="112"/>
                </a:cubicBezTo>
                <a:cubicBezTo>
                  <a:pt x="97" y="112"/>
                  <a:pt x="97" y="112"/>
                  <a:pt x="97" y="112"/>
                </a:cubicBezTo>
                <a:cubicBezTo>
                  <a:pt x="101" y="130"/>
                  <a:pt x="117" y="144"/>
                  <a:pt x="136" y="144"/>
                </a:cubicBezTo>
                <a:cubicBezTo>
                  <a:pt x="158" y="144"/>
                  <a:pt x="176" y="126"/>
                  <a:pt x="176" y="104"/>
                </a:cubicBezTo>
                <a:cubicBezTo>
                  <a:pt x="176" y="98"/>
                  <a:pt x="175" y="92"/>
                  <a:pt x="172" y="87"/>
                </a:cubicBezTo>
                <a:moveTo>
                  <a:pt x="40" y="136"/>
                </a:moveTo>
                <a:cubicBezTo>
                  <a:pt x="22" y="136"/>
                  <a:pt x="8" y="122"/>
                  <a:pt x="8" y="104"/>
                </a:cubicBezTo>
                <a:cubicBezTo>
                  <a:pt x="8" y="86"/>
                  <a:pt x="22" y="72"/>
                  <a:pt x="40" y="72"/>
                </a:cubicBezTo>
                <a:cubicBezTo>
                  <a:pt x="58" y="72"/>
                  <a:pt x="72" y="86"/>
                  <a:pt x="72" y="104"/>
                </a:cubicBezTo>
                <a:cubicBezTo>
                  <a:pt x="72" y="122"/>
                  <a:pt x="58" y="136"/>
                  <a:pt x="40" y="136"/>
                </a:cubicBezTo>
                <a:moveTo>
                  <a:pt x="72" y="80"/>
                </a:moveTo>
                <a:cubicBezTo>
                  <a:pt x="65" y="70"/>
                  <a:pt x="53" y="64"/>
                  <a:pt x="40" y="64"/>
                </a:cubicBezTo>
                <a:cubicBezTo>
                  <a:pt x="33" y="64"/>
                  <a:pt x="26" y="66"/>
                  <a:pt x="20" y="69"/>
                </a:cubicBezTo>
                <a:cubicBezTo>
                  <a:pt x="41" y="17"/>
                  <a:pt x="41" y="17"/>
                  <a:pt x="41" y="17"/>
                </a:cubicBezTo>
                <a:cubicBezTo>
                  <a:pt x="41" y="17"/>
                  <a:pt x="41" y="17"/>
                  <a:pt x="41" y="17"/>
                </a:cubicBezTo>
                <a:cubicBezTo>
                  <a:pt x="44" y="12"/>
                  <a:pt x="50" y="8"/>
                  <a:pt x="56" y="8"/>
                </a:cubicBezTo>
                <a:cubicBezTo>
                  <a:pt x="64" y="8"/>
                  <a:pt x="71" y="14"/>
                  <a:pt x="72" y="23"/>
                </a:cubicBezTo>
                <a:cubicBezTo>
                  <a:pt x="72" y="23"/>
                  <a:pt x="72" y="23"/>
                  <a:pt x="72" y="23"/>
                </a:cubicBezTo>
                <a:lnTo>
                  <a:pt x="72" y="80"/>
                </a:lnTo>
                <a:close/>
                <a:moveTo>
                  <a:pt x="96" y="104"/>
                </a:moveTo>
                <a:cubicBezTo>
                  <a:pt x="80" y="104"/>
                  <a:pt x="80" y="104"/>
                  <a:pt x="80" y="104"/>
                </a:cubicBezTo>
                <a:cubicBezTo>
                  <a:pt x="80" y="96"/>
                  <a:pt x="80" y="96"/>
                  <a:pt x="80" y="96"/>
                </a:cubicBezTo>
                <a:cubicBezTo>
                  <a:pt x="96" y="96"/>
                  <a:pt x="96" y="96"/>
                  <a:pt x="96" y="96"/>
                </a:cubicBezTo>
                <a:lnTo>
                  <a:pt x="96" y="104"/>
                </a:lnTo>
                <a:close/>
                <a:moveTo>
                  <a:pt x="96" y="88"/>
                </a:moveTo>
                <a:cubicBezTo>
                  <a:pt x="80" y="88"/>
                  <a:pt x="80" y="88"/>
                  <a:pt x="80" y="88"/>
                </a:cubicBezTo>
                <a:cubicBezTo>
                  <a:pt x="80" y="32"/>
                  <a:pt x="80" y="32"/>
                  <a:pt x="80" y="32"/>
                </a:cubicBezTo>
                <a:cubicBezTo>
                  <a:pt x="96" y="32"/>
                  <a:pt x="96" y="32"/>
                  <a:pt x="96" y="32"/>
                </a:cubicBezTo>
                <a:lnTo>
                  <a:pt x="96" y="88"/>
                </a:lnTo>
                <a:close/>
                <a:moveTo>
                  <a:pt x="104" y="23"/>
                </a:moveTo>
                <a:cubicBezTo>
                  <a:pt x="104" y="23"/>
                  <a:pt x="104" y="23"/>
                  <a:pt x="104" y="23"/>
                </a:cubicBezTo>
                <a:cubicBezTo>
                  <a:pt x="105" y="14"/>
                  <a:pt x="112" y="8"/>
                  <a:pt x="120" y="8"/>
                </a:cubicBezTo>
                <a:cubicBezTo>
                  <a:pt x="126" y="8"/>
                  <a:pt x="132" y="12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0" y="66"/>
                  <a:pt x="143" y="64"/>
                  <a:pt x="136" y="64"/>
                </a:cubicBezTo>
                <a:cubicBezTo>
                  <a:pt x="123" y="64"/>
                  <a:pt x="111" y="70"/>
                  <a:pt x="104" y="80"/>
                </a:cubicBezTo>
                <a:lnTo>
                  <a:pt x="104" y="23"/>
                </a:lnTo>
                <a:close/>
                <a:moveTo>
                  <a:pt x="136" y="136"/>
                </a:moveTo>
                <a:cubicBezTo>
                  <a:pt x="118" y="136"/>
                  <a:pt x="104" y="122"/>
                  <a:pt x="104" y="104"/>
                </a:cubicBezTo>
                <a:cubicBezTo>
                  <a:pt x="104" y="86"/>
                  <a:pt x="118" y="72"/>
                  <a:pt x="136" y="72"/>
                </a:cubicBezTo>
                <a:cubicBezTo>
                  <a:pt x="154" y="72"/>
                  <a:pt x="168" y="86"/>
                  <a:pt x="168" y="104"/>
                </a:cubicBezTo>
                <a:cubicBezTo>
                  <a:pt x="168" y="122"/>
                  <a:pt x="154" y="136"/>
                  <a:pt x="136" y="136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18C2B6-DB89-4A66-9134-ABF8799D109A}"/>
              </a:ext>
            </a:extLst>
          </p:cNvPr>
          <p:cNvSpPr txBox="1"/>
          <p:nvPr/>
        </p:nvSpPr>
        <p:spPr>
          <a:xfrm flipH="1">
            <a:off x="10023015" y="1839971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First Subtitle</a:t>
            </a:r>
            <a:endParaRPr lang="ru-RU" sz="3600" dirty="0"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3B625A-F180-4626-B51A-E09C0FEA9C9D}"/>
              </a:ext>
            </a:extLst>
          </p:cNvPr>
          <p:cNvSpPr txBox="1"/>
          <p:nvPr/>
        </p:nvSpPr>
        <p:spPr>
          <a:xfrm flipH="1">
            <a:off x="10023015" y="2455091"/>
            <a:ext cx="6068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FFAC19-4084-4139-9226-E6254FE7BCAE}"/>
              </a:ext>
            </a:extLst>
          </p:cNvPr>
          <p:cNvSpPr txBox="1"/>
          <p:nvPr/>
        </p:nvSpPr>
        <p:spPr>
          <a:xfrm flipH="1">
            <a:off x="10023015" y="4398671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Second Subtitle</a:t>
            </a:r>
            <a:endParaRPr lang="ru-RU" sz="3600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9E7FD0-48FC-4F10-BFC8-0BDA4BD44750}"/>
              </a:ext>
            </a:extLst>
          </p:cNvPr>
          <p:cNvSpPr txBox="1"/>
          <p:nvPr/>
        </p:nvSpPr>
        <p:spPr>
          <a:xfrm flipH="1">
            <a:off x="10023015" y="5013791"/>
            <a:ext cx="6068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17DFDA-D77D-4A7F-A7C9-763635416A92}"/>
              </a:ext>
            </a:extLst>
          </p:cNvPr>
          <p:cNvSpPr txBox="1"/>
          <p:nvPr/>
        </p:nvSpPr>
        <p:spPr>
          <a:xfrm flipH="1">
            <a:off x="10023015" y="6957371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Third Subtitle</a:t>
            </a:r>
            <a:endParaRPr lang="ru-RU" sz="3600" dirty="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945B91-6EC8-43B8-8F74-A51CD43521F6}"/>
              </a:ext>
            </a:extLst>
          </p:cNvPr>
          <p:cNvSpPr txBox="1"/>
          <p:nvPr/>
        </p:nvSpPr>
        <p:spPr>
          <a:xfrm flipH="1">
            <a:off x="10023015" y="7572491"/>
            <a:ext cx="6068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2C4E8DF-9B1F-496F-AFD8-04F640B35A28}"/>
              </a:ext>
            </a:extLst>
          </p:cNvPr>
          <p:cNvSpPr/>
          <p:nvPr/>
        </p:nvSpPr>
        <p:spPr>
          <a:xfrm>
            <a:off x="8740110" y="23128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155C929D-8D87-4C23-981D-66ADD62E7BEF}"/>
              </a:ext>
            </a:extLst>
          </p:cNvPr>
          <p:cNvSpPr/>
          <p:nvPr/>
        </p:nvSpPr>
        <p:spPr>
          <a:xfrm>
            <a:off x="87401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3FD87FB-5ADC-4CBB-9730-0A5E27A14CB4}"/>
              </a:ext>
            </a:extLst>
          </p:cNvPr>
          <p:cNvSpPr/>
          <p:nvPr/>
        </p:nvSpPr>
        <p:spPr>
          <a:xfrm>
            <a:off x="8740110" y="74302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07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EC57D81-D09A-417C-A76B-F9B83C0D26A6}"/>
              </a:ext>
            </a:extLst>
          </p:cNvPr>
          <p:cNvSpPr/>
          <p:nvPr/>
        </p:nvSpPr>
        <p:spPr>
          <a:xfrm>
            <a:off x="9208802" y="13716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C2FC50C-923A-4560-BA41-C1F22A58A215}"/>
              </a:ext>
            </a:extLst>
          </p:cNvPr>
          <p:cNvSpPr/>
          <p:nvPr/>
        </p:nvSpPr>
        <p:spPr>
          <a:xfrm>
            <a:off x="9208802" y="32898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2FA1CBDF-AFAE-443F-A847-0BF3DE23F622}"/>
              </a:ext>
            </a:extLst>
          </p:cNvPr>
          <p:cNvSpPr/>
          <p:nvPr/>
        </p:nvSpPr>
        <p:spPr>
          <a:xfrm>
            <a:off x="9208802" y="52080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D15F6F82-0CCB-435E-9A2A-72019EF69551}"/>
              </a:ext>
            </a:extLst>
          </p:cNvPr>
          <p:cNvSpPr/>
          <p:nvPr/>
        </p:nvSpPr>
        <p:spPr>
          <a:xfrm>
            <a:off x="9208802" y="71262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8A0F86BF-89A7-48E1-A197-29FDEBECD7CD}"/>
              </a:ext>
            </a:extLst>
          </p:cNvPr>
          <p:cNvSpPr/>
          <p:nvPr/>
        </p:nvSpPr>
        <p:spPr>
          <a:xfrm>
            <a:off x="1371600" y="1371600"/>
            <a:ext cx="8176290" cy="7543800"/>
          </a:xfrm>
          <a:custGeom>
            <a:avLst/>
            <a:gdLst>
              <a:gd name="connsiteX0" fmla="*/ 152460 w 8176290"/>
              <a:gd name="connsiteY0" fmla="*/ 0 h 7543800"/>
              <a:gd name="connsiteX1" fmla="*/ 7555138 w 8176290"/>
              <a:gd name="connsiteY1" fmla="*/ 0 h 7543800"/>
              <a:gd name="connsiteX2" fmla="*/ 7707598 w 8176290"/>
              <a:gd name="connsiteY2" fmla="*/ 152460 h 7543800"/>
              <a:gd name="connsiteX3" fmla="*/ 7707598 w 8176290"/>
              <a:gd name="connsiteY3" fmla="*/ 791863 h 7543800"/>
              <a:gd name="connsiteX4" fmla="*/ 7919887 w 8176290"/>
              <a:gd name="connsiteY4" fmla="*/ 791863 h 7543800"/>
              <a:gd name="connsiteX5" fmla="*/ 7919887 w 8176290"/>
              <a:gd name="connsiteY5" fmla="*/ 622652 h 7543800"/>
              <a:gd name="connsiteX6" fmla="*/ 8176290 w 8176290"/>
              <a:gd name="connsiteY6" fmla="*/ 894600 h 7543800"/>
              <a:gd name="connsiteX7" fmla="*/ 7919887 w 8176290"/>
              <a:gd name="connsiteY7" fmla="*/ 1166548 h 7543800"/>
              <a:gd name="connsiteX8" fmla="*/ 7919887 w 8176290"/>
              <a:gd name="connsiteY8" fmla="*/ 997337 h 7543800"/>
              <a:gd name="connsiteX9" fmla="*/ 7707598 w 8176290"/>
              <a:gd name="connsiteY9" fmla="*/ 997337 h 7543800"/>
              <a:gd name="connsiteX10" fmla="*/ 7707598 w 8176290"/>
              <a:gd name="connsiteY10" fmla="*/ 2710063 h 7543800"/>
              <a:gd name="connsiteX11" fmla="*/ 7919887 w 8176290"/>
              <a:gd name="connsiteY11" fmla="*/ 2710063 h 7543800"/>
              <a:gd name="connsiteX12" fmla="*/ 7919887 w 8176290"/>
              <a:gd name="connsiteY12" fmla="*/ 2540852 h 7543800"/>
              <a:gd name="connsiteX13" fmla="*/ 8176290 w 8176290"/>
              <a:gd name="connsiteY13" fmla="*/ 2812800 h 7543800"/>
              <a:gd name="connsiteX14" fmla="*/ 7919887 w 8176290"/>
              <a:gd name="connsiteY14" fmla="*/ 3084748 h 7543800"/>
              <a:gd name="connsiteX15" fmla="*/ 7919887 w 8176290"/>
              <a:gd name="connsiteY15" fmla="*/ 2915537 h 7543800"/>
              <a:gd name="connsiteX16" fmla="*/ 7707598 w 8176290"/>
              <a:gd name="connsiteY16" fmla="*/ 2915537 h 7543800"/>
              <a:gd name="connsiteX17" fmla="*/ 7707598 w 8176290"/>
              <a:gd name="connsiteY17" fmla="*/ 4628263 h 7543800"/>
              <a:gd name="connsiteX18" fmla="*/ 7919887 w 8176290"/>
              <a:gd name="connsiteY18" fmla="*/ 4628263 h 7543800"/>
              <a:gd name="connsiteX19" fmla="*/ 7919887 w 8176290"/>
              <a:gd name="connsiteY19" fmla="*/ 4459052 h 7543800"/>
              <a:gd name="connsiteX20" fmla="*/ 8176290 w 8176290"/>
              <a:gd name="connsiteY20" fmla="*/ 4731000 h 7543800"/>
              <a:gd name="connsiteX21" fmla="*/ 7919887 w 8176290"/>
              <a:gd name="connsiteY21" fmla="*/ 5002948 h 7543800"/>
              <a:gd name="connsiteX22" fmla="*/ 7919887 w 8176290"/>
              <a:gd name="connsiteY22" fmla="*/ 4833737 h 7543800"/>
              <a:gd name="connsiteX23" fmla="*/ 7707598 w 8176290"/>
              <a:gd name="connsiteY23" fmla="*/ 4833737 h 7543800"/>
              <a:gd name="connsiteX24" fmla="*/ 7707598 w 8176290"/>
              <a:gd name="connsiteY24" fmla="*/ 6546463 h 7543800"/>
              <a:gd name="connsiteX25" fmla="*/ 7919887 w 8176290"/>
              <a:gd name="connsiteY25" fmla="*/ 6546463 h 7543800"/>
              <a:gd name="connsiteX26" fmla="*/ 7919887 w 8176290"/>
              <a:gd name="connsiteY26" fmla="*/ 6377252 h 7543800"/>
              <a:gd name="connsiteX27" fmla="*/ 8176290 w 8176290"/>
              <a:gd name="connsiteY27" fmla="*/ 6649200 h 7543800"/>
              <a:gd name="connsiteX28" fmla="*/ 7919887 w 8176290"/>
              <a:gd name="connsiteY28" fmla="*/ 6921148 h 7543800"/>
              <a:gd name="connsiteX29" fmla="*/ 7919887 w 8176290"/>
              <a:gd name="connsiteY29" fmla="*/ 6751937 h 7543800"/>
              <a:gd name="connsiteX30" fmla="*/ 7707598 w 8176290"/>
              <a:gd name="connsiteY30" fmla="*/ 6751937 h 7543800"/>
              <a:gd name="connsiteX31" fmla="*/ 7707598 w 8176290"/>
              <a:gd name="connsiteY31" fmla="*/ 7391340 h 7543800"/>
              <a:gd name="connsiteX32" fmla="*/ 7555138 w 8176290"/>
              <a:gd name="connsiteY32" fmla="*/ 7543800 h 7543800"/>
              <a:gd name="connsiteX33" fmla="*/ 152460 w 8176290"/>
              <a:gd name="connsiteY33" fmla="*/ 7543800 h 7543800"/>
              <a:gd name="connsiteX34" fmla="*/ 0 w 8176290"/>
              <a:gd name="connsiteY34" fmla="*/ 7391340 h 7543800"/>
              <a:gd name="connsiteX35" fmla="*/ 0 w 8176290"/>
              <a:gd name="connsiteY35" fmla="*/ 152460 h 7543800"/>
              <a:gd name="connsiteX36" fmla="*/ 152460 w 8176290"/>
              <a:gd name="connsiteY36" fmla="*/ 0 h 754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176290" h="7543800">
                <a:moveTo>
                  <a:pt x="152460" y="0"/>
                </a:moveTo>
                <a:lnTo>
                  <a:pt x="7555138" y="0"/>
                </a:lnTo>
                <a:cubicBezTo>
                  <a:pt x="7639339" y="0"/>
                  <a:pt x="7707598" y="68259"/>
                  <a:pt x="7707598" y="152460"/>
                </a:cubicBezTo>
                <a:lnTo>
                  <a:pt x="7707598" y="791863"/>
                </a:lnTo>
                <a:lnTo>
                  <a:pt x="7919887" y="791863"/>
                </a:lnTo>
                <a:lnTo>
                  <a:pt x="7919887" y="622652"/>
                </a:lnTo>
                <a:lnTo>
                  <a:pt x="8176290" y="894600"/>
                </a:lnTo>
                <a:lnTo>
                  <a:pt x="7919887" y="1166548"/>
                </a:lnTo>
                <a:lnTo>
                  <a:pt x="7919887" y="997337"/>
                </a:lnTo>
                <a:lnTo>
                  <a:pt x="7707598" y="997337"/>
                </a:lnTo>
                <a:lnTo>
                  <a:pt x="7707598" y="2710063"/>
                </a:lnTo>
                <a:lnTo>
                  <a:pt x="7919887" y="2710063"/>
                </a:lnTo>
                <a:lnTo>
                  <a:pt x="7919887" y="2540852"/>
                </a:lnTo>
                <a:lnTo>
                  <a:pt x="8176290" y="2812800"/>
                </a:lnTo>
                <a:lnTo>
                  <a:pt x="7919887" y="3084748"/>
                </a:lnTo>
                <a:lnTo>
                  <a:pt x="7919887" y="2915537"/>
                </a:lnTo>
                <a:lnTo>
                  <a:pt x="7707598" y="2915537"/>
                </a:lnTo>
                <a:lnTo>
                  <a:pt x="7707598" y="4628263"/>
                </a:lnTo>
                <a:lnTo>
                  <a:pt x="7919887" y="4628263"/>
                </a:lnTo>
                <a:lnTo>
                  <a:pt x="7919887" y="4459052"/>
                </a:lnTo>
                <a:lnTo>
                  <a:pt x="8176290" y="4731000"/>
                </a:lnTo>
                <a:lnTo>
                  <a:pt x="7919887" y="5002948"/>
                </a:lnTo>
                <a:lnTo>
                  <a:pt x="7919887" y="4833737"/>
                </a:lnTo>
                <a:lnTo>
                  <a:pt x="7707598" y="4833737"/>
                </a:lnTo>
                <a:lnTo>
                  <a:pt x="7707598" y="6546463"/>
                </a:lnTo>
                <a:lnTo>
                  <a:pt x="7919887" y="6546463"/>
                </a:lnTo>
                <a:lnTo>
                  <a:pt x="7919887" y="6377252"/>
                </a:lnTo>
                <a:lnTo>
                  <a:pt x="8176290" y="6649200"/>
                </a:lnTo>
                <a:lnTo>
                  <a:pt x="7919887" y="6921148"/>
                </a:lnTo>
                <a:lnTo>
                  <a:pt x="7919887" y="6751937"/>
                </a:lnTo>
                <a:lnTo>
                  <a:pt x="7707598" y="6751937"/>
                </a:lnTo>
                <a:lnTo>
                  <a:pt x="7707598" y="7391340"/>
                </a:lnTo>
                <a:cubicBezTo>
                  <a:pt x="7707598" y="7475541"/>
                  <a:pt x="7639339" y="7543800"/>
                  <a:pt x="7555138" y="7543800"/>
                </a:cubicBezTo>
                <a:lnTo>
                  <a:pt x="152460" y="7543800"/>
                </a:lnTo>
                <a:cubicBezTo>
                  <a:pt x="68259" y="7543800"/>
                  <a:pt x="0" y="7475541"/>
                  <a:pt x="0" y="7391340"/>
                </a:cubicBezTo>
                <a:lnTo>
                  <a:pt x="0" y="152460"/>
                </a:lnTo>
                <a:cubicBezTo>
                  <a:pt x="0" y="68259"/>
                  <a:pt x="68259" y="0"/>
                  <a:pt x="152460" y="0"/>
                </a:cubicBez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60DE5F-3DE6-4965-B8DF-7BEA974CEA28}"/>
              </a:ext>
            </a:extLst>
          </p:cNvPr>
          <p:cNvSpPr txBox="1"/>
          <p:nvPr/>
        </p:nvSpPr>
        <p:spPr>
          <a:xfrm>
            <a:off x="2331630" y="4481781"/>
            <a:ext cx="5787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+mj-lt"/>
                <a:ea typeface="Roboto Black" panose="02000000000000000000" pitchFamily="2" charset="0"/>
              </a:rPr>
              <a:t>QUALITY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887974-62B5-404C-BEBF-5F887AF3344E}"/>
              </a:ext>
            </a:extLst>
          </p:cNvPr>
          <p:cNvSpPr txBox="1"/>
          <p:nvPr/>
        </p:nvSpPr>
        <p:spPr>
          <a:xfrm flipH="1">
            <a:off x="10028219" y="1943035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First Subtitle</a:t>
            </a:r>
            <a:endParaRPr lang="ru-RU" sz="3600" dirty="0">
              <a:latin typeface="+mj-l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EC5606-AF44-43B7-AFC0-ED56D89460B6}"/>
              </a:ext>
            </a:extLst>
          </p:cNvPr>
          <p:cNvSpPr txBox="1"/>
          <p:nvPr/>
        </p:nvSpPr>
        <p:spPr>
          <a:xfrm flipH="1">
            <a:off x="10028219" y="3861235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 Subtitle</a:t>
            </a:r>
            <a:endParaRPr lang="ru-RU" sz="3600" dirty="0"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C3D939-1B41-49CD-B88D-FCF3ABEAE339}"/>
              </a:ext>
            </a:extLst>
          </p:cNvPr>
          <p:cNvSpPr txBox="1"/>
          <p:nvPr/>
        </p:nvSpPr>
        <p:spPr>
          <a:xfrm flipH="1">
            <a:off x="10028219" y="5779435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Third Subtitle</a:t>
            </a:r>
            <a:endParaRPr lang="ru-RU" sz="3600" dirty="0">
              <a:latin typeface="+mj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4B55F4-D959-474F-9D22-6BE3EC23E933}"/>
              </a:ext>
            </a:extLst>
          </p:cNvPr>
          <p:cNvSpPr txBox="1"/>
          <p:nvPr/>
        </p:nvSpPr>
        <p:spPr>
          <a:xfrm flipH="1">
            <a:off x="10028219" y="7697635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Fourth Subtitle</a:t>
            </a:r>
            <a:endParaRPr lang="ru-RU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4488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EC57D81-D09A-417C-A76B-F9B83C0D26A6}"/>
              </a:ext>
            </a:extLst>
          </p:cNvPr>
          <p:cNvSpPr/>
          <p:nvPr/>
        </p:nvSpPr>
        <p:spPr>
          <a:xfrm>
            <a:off x="9208802" y="13716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C2FC50C-923A-4560-BA41-C1F22A58A215}"/>
              </a:ext>
            </a:extLst>
          </p:cNvPr>
          <p:cNvSpPr/>
          <p:nvPr/>
        </p:nvSpPr>
        <p:spPr>
          <a:xfrm>
            <a:off x="9208802" y="32898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2FA1CBDF-AFAE-443F-A847-0BF3DE23F622}"/>
              </a:ext>
            </a:extLst>
          </p:cNvPr>
          <p:cNvSpPr/>
          <p:nvPr/>
        </p:nvSpPr>
        <p:spPr>
          <a:xfrm>
            <a:off x="9208802" y="52080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D15F6F82-0CCB-435E-9A2A-72019EF69551}"/>
              </a:ext>
            </a:extLst>
          </p:cNvPr>
          <p:cNvSpPr/>
          <p:nvPr/>
        </p:nvSpPr>
        <p:spPr>
          <a:xfrm>
            <a:off x="9208802" y="71262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54660FF-DE4E-4F95-ACD0-F9FF0575BF18}"/>
              </a:ext>
            </a:extLst>
          </p:cNvPr>
          <p:cNvSpPr/>
          <p:nvPr/>
        </p:nvSpPr>
        <p:spPr>
          <a:xfrm>
            <a:off x="1371600" y="1371600"/>
            <a:ext cx="7707598" cy="7543800"/>
          </a:xfrm>
          <a:prstGeom prst="roundRect">
            <a:avLst>
              <a:gd name="adj" fmla="val 202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60DE5F-3DE6-4965-B8DF-7BEA974CEA28}"/>
              </a:ext>
            </a:extLst>
          </p:cNvPr>
          <p:cNvSpPr txBox="1"/>
          <p:nvPr/>
        </p:nvSpPr>
        <p:spPr>
          <a:xfrm>
            <a:off x="2331630" y="4481781"/>
            <a:ext cx="5787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+mj-lt"/>
                <a:ea typeface="Roboto Black" panose="02000000000000000000" pitchFamily="2" charset="0"/>
              </a:rPr>
              <a:t>QUALITY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887974-62B5-404C-BEBF-5F887AF3344E}"/>
              </a:ext>
            </a:extLst>
          </p:cNvPr>
          <p:cNvSpPr txBox="1"/>
          <p:nvPr/>
        </p:nvSpPr>
        <p:spPr>
          <a:xfrm flipH="1">
            <a:off x="10028219" y="1943035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First Subtitle</a:t>
            </a:r>
            <a:endParaRPr lang="ru-RU" sz="3600" dirty="0">
              <a:latin typeface="+mj-l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EC5606-AF44-43B7-AFC0-ED56D89460B6}"/>
              </a:ext>
            </a:extLst>
          </p:cNvPr>
          <p:cNvSpPr txBox="1"/>
          <p:nvPr/>
        </p:nvSpPr>
        <p:spPr>
          <a:xfrm flipH="1">
            <a:off x="10028219" y="3861235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 Subtitle</a:t>
            </a:r>
            <a:endParaRPr lang="ru-RU" sz="3600" dirty="0"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C3D939-1B41-49CD-B88D-FCF3ABEAE339}"/>
              </a:ext>
            </a:extLst>
          </p:cNvPr>
          <p:cNvSpPr txBox="1"/>
          <p:nvPr/>
        </p:nvSpPr>
        <p:spPr>
          <a:xfrm flipH="1">
            <a:off x="10028219" y="5779435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Third Subtitle</a:t>
            </a:r>
            <a:endParaRPr lang="ru-RU" sz="3600" dirty="0">
              <a:latin typeface="+mj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4B55F4-D959-474F-9D22-6BE3EC23E933}"/>
              </a:ext>
            </a:extLst>
          </p:cNvPr>
          <p:cNvSpPr txBox="1"/>
          <p:nvPr/>
        </p:nvSpPr>
        <p:spPr>
          <a:xfrm flipH="1">
            <a:off x="10028219" y="7697635"/>
            <a:ext cx="606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Fourth Subtitle</a:t>
            </a:r>
            <a:endParaRPr lang="ru-RU" sz="3600" dirty="0">
              <a:latin typeface="+mj-lt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3D75CCB-DE9F-4EE6-9F30-845B8DC1AEA7}"/>
              </a:ext>
            </a:extLst>
          </p:cNvPr>
          <p:cNvSpPr/>
          <p:nvPr/>
        </p:nvSpPr>
        <p:spPr>
          <a:xfrm>
            <a:off x="8740110" y="19942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233A041E-BB2B-4154-A5C8-87F7329DB253}"/>
              </a:ext>
            </a:extLst>
          </p:cNvPr>
          <p:cNvSpPr/>
          <p:nvPr/>
        </p:nvSpPr>
        <p:spPr>
          <a:xfrm>
            <a:off x="8740110" y="77488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20E5ED7-DCDC-4AA9-B7AE-6DA18C8D0FAA}"/>
              </a:ext>
            </a:extLst>
          </p:cNvPr>
          <p:cNvSpPr/>
          <p:nvPr/>
        </p:nvSpPr>
        <p:spPr>
          <a:xfrm>
            <a:off x="8740110" y="58306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C316516F-2CDF-4219-BDAA-1B400B6C1199}"/>
              </a:ext>
            </a:extLst>
          </p:cNvPr>
          <p:cNvSpPr/>
          <p:nvPr/>
        </p:nvSpPr>
        <p:spPr>
          <a:xfrm>
            <a:off x="8740110" y="39124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966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3B27ECE-DFF8-4D81-B8B2-7A6DFC6360FD}"/>
              </a:ext>
            </a:extLst>
          </p:cNvPr>
          <p:cNvSpPr/>
          <p:nvPr/>
        </p:nvSpPr>
        <p:spPr>
          <a:xfrm>
            <a:off x="1371600" y="5207401"/>
            <a:ext cx="15544800" cy="3708000"/>
          </a:xfrm>
          <a:prstGeom prst="roundRect">
            <a:avLst>
              <a:gd name="adj" fmla="val 335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3515447-6BA0-433C-89C7-D5447F8797E1}"/>
              </a:ext>
            </a:extLst>
          </p:cNvPr>
          <p:cNvSpPr/>
          <p:nvPr/>
        </p:nvSpPr>
        <p:spPr>
          <a:xfrm>
            <a:off x="9208804" y="1371600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039DC76-586C-4E32-8FE2-BFD8167C23D7}"/>
              </a:ext>
            </a:extLst>
          </p:cNvPr>
          <p:cNvSpPr/>
          <p:nvPr/>
        </p:nvSpPr>
        <p:spPr>
          <a:xfrm>
            <a:off x="1371600" y="1371600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3C6DB9-2E2A-4CEC-9593-7631DC744B05}"/>
              </a:ext>
            </a:extLst>
          </p:cNvPr>
          <p:cNvSpPr txBox="1"/>
          <p:nvPr/>
        </p:nvSpPr>
        <p:spPr>
          <a:xfrm flipH="1">
            <a:off x="3077827" y="6316568"/>
            <a:ext cx="12132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Main Title</a:t>
            </a:r>
            <a:endParaRPr lang="ru-RU" sz="3600" dirty="0"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14345A-4A98-4854-B4AE-50E69A0ACFC8}"/>
              </a:ext>
            </a:extLst>
          </p:cNvPr>
          <p:cNvSpPr txBox="1"/>
          <p:nvPr/>
        </p:nvSpPr>
        <p:spPr>
          <a:xfrm flipH="1">
            <a:off x="3077827" y="6975230"/>
            <a:ext cx="12132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pPr algn="ctr"/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D5FE2A-57EC-48A4-89D4-7B72D553C6A8}"/>
              </a:ext>
            </a:extLst>
          </p:cNvPr>
          <p:cNvSpPr txBox="1"/>
          <p:nvPr/>
        </p:nvSpPr>
        <p:spPr>
          <a:xfrm flipH="1">
            <a:off x="3133628" y="248077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First Title</a:t>
            </a:r>
            <a:endParaRPr lang="ru-RU" sz="3600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2E229B-CC30-4C9F-88A0-FE76287B6726}"/>
              </a:ext>
            </a:extLst>
          </p:cNvPr>
          <p:cNvSpPr txBox="1"/>
          <p:nvPr/>
        </p:nvSpPr>
        <p:spPr>
          <a:xfrm flipH="1">
            <a:off x="3133628" y="3139433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CF5673-2736-4F59-A494-A5E784A71BC1}"/>
              </a:ext>
            </a:extLst>
          </p:cNvPr>
          <p:cNvSpPr txBox="1"/>
          <p:nvPr/>
        </p:nvSpPr>
        <p:spPr>
          <a:xfrm flipH="1">
            <a:off x="10970832" y="248077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 Title</a:t>
            </a:r>
            <a:endParaRPr lang="ru-RU" sz="3600" dirty="0"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0D5F8C-9E90-4A63-8C68-4602B1476BD2}"/>
              </a:ext>
            </a:extLst>
          </p:cNvPr>
          <p:cNvSpPr txBox="1"/>
          <p:nvPr/>
        </p:nvSpPr>
        <p:spPr>
          <a:xfrm flipH="1">
            <a:off x="10970832" y="3139433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7FEC189-2628-4253-B45D-EB553123E27A}"/>
              </a:ext>
            </a:extLst>
          </p:cNvPr>
          <p:cNvSpPr/>
          <p:nvPr/>
        </p:nvSpPr>
        <p:spPr>
          <a:xfrm rot="5400000">
            <a:off x="4821509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49EF7138-7A53-44CD-8858-50AB8877B8EC}"/>
              </a:ext>
            </a:extLst>
          </p:cNvPr>
          <p:cNvSpPr/>
          <p:nvPr/>
        </p:nvSpPr>
        <p:spPr>
          <a:xfrm rot="5400000">
            <a:off x="12658713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256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BE11CBC-4178-4958-A1AD-13F97BBC02F4}"/>
              </a:ext>
            </a:extLst>
          </p:cNvPr>
          <p:cNvSpPr/>
          <p:nvPr/>
        </p:nvSpPr>
        <p:spPr>
          <a:xfrm>
            <a:off x="6597000" y="1371599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EB96588-8EF9-4B4E-986A-F547EAE57225}"/>
              </a:ext>
            </a:extLst>
          </p:cNvPr>
          <p:cNvSpPr/>
          <p:nvPr/>
        </p:nvSpPr>
        <p:spPr>
          <a:xfrm>
            <a:off x="11822400" y="1371599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70CB39B3-BC79-477D-A53A-212044C0801B}"/>
              </a:ext>
            </a:extLst>
          </p:cNvPr>
          <p:cNvSpPr/>
          <p:nvPr/>
        </p:nvSpPr>
        <p:spPr>
          <a:xfrm>
            <a:off x="1371600" y="1371599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699B7CB-72AF-458B-9D1A-B151503469F6}"/>
              </a:ext>
            </a:extLst>
          </p:cNvPr>
          <p:cNvSpPr/>
          <p:nvPr/>
        </p:nvSpPr>
        <p:spPr>
          <a:xfrm>
            <a:off x="1371600" y="5207401"/>
            <a:ext cx="15544800" cy="3708000"/>
          </a:xfrm>
          <a:prstGeom prst="roundRect">
            <a:avLst>
              <a:gd name="adj" fmla="val 335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F4ECA2-8A1B-41B3-B422-C9C5CD7CF993}"/>
              </a:ext>
            </a:extLst>
          </p:cNvPr>
          <p:cNvSpPr txBox="1"/>
          <p:nvPr/>
        </p:nvSpPr>
        <p:spPr>
          <a:xfrm flipH="1">
            <a:off x="1826829" y="2296107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latin typeface="+mj-lt"/>
              </a:rPr>
              <a:t>First Subtitle</a:t>
            </a:r>
            <a:endParaRPr lang="ru-RU" sz="36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C219D6-B9F4-44A8-B9B7-083D8B81A370}"/>
              </a:ext>
            </a:extLst>
          </p:cNvPr>
          <p:cNvSpPr txBox="1"/>
          <p:nvPr/>
        </p:nvSpPr>
        <p:spPr>
          <a:xfrm flipH="1">
            <a:off x="1959429" y="2954769"/>
            <a:ext cx="3918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73ECAD-350B-4BC1-A763-4E2B63EB88CC}"/>
              </a:ext>
            </a:extLst>
          </p:cNvPr>
          <p:cNvSpPr txBox="1"/>
          <p:nvPr/>
        </p:nvSpPr>
        <p:spPr>
          <a:xfrm flipH="1">
            <a:off x="7052229" y="2296107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latin typeface="+mj-lt"/>
              </a:rPr>
              <a:t>Second Subtitle</a:t>
            </a:r>
            <a:endParaRPr lang="en-US" sz="36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3E2536-5654-41D0-A6DA-9C6F19FBCC73}"/>
              </a:ext>
            </a:extLst>
          </p:cNvPr>
          <p:cNvSpPr txBox="1"/>
          <p:nvPr/>
        </p:nvSpPr>
        <p:spPr>
          <a:xfrm flipH="1">
            <a:off x="7184829" y="2954769"/>
            <a:ext cx="3918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6969C4-B52E-4CEE-A241-27FCCAB96251}"/>
              </a:ext>
            </a:extLst>
          </p:cNvPr>
          <p:cNvSpPr txBox="1"/>
          <p:nvPr/>
        </p:nvSpPr>
        <p:spPr>
          <a:xfrm flipH="1">
            <a:off x="12277629" y="2296107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latin typeface="+mj-lt"/>
              </a:rPr>
              <a:t>Third Subtitle</a:t>
            </a:r>
            <a:endParaRPr lang="en-US" sz="3600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396406-4D4C-48AD-A4FB-D3B5A32583DC}"/>
              </a:ext>
            </a:extLst>
          </p:cNvPr>
          <p:cNvSpPr txBox="1"/>
          <p:nvPr/>
        </p:nvSpPr>
        <p:spPr>
          <a:xfrm flipH="1">
            <a:off x="12410229" y="2954769"/>
            <a:ext cx="3918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3C6DB9-2E2A-4CEC-9593-7631DC744B05}"/>
              </a:ext>
            </a:extLst>
          </p:cNvPr>
          <p:cNvSpPr txBox="1"/>
          <p:nvPr/>
        </p:nvSpPr>
        <p:spPr>
          <a:xfrm flipH="1">
            <a:off x="3077827" y="6316568"/>
            <a:ext cx="12132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Main Title</a:t>
            </a:r>
            <a:endParaRPr lang="ru-RU" sz="3600" dirty="0"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14345A-4A98-4854-B4AE-50E69A0ACFC8}"/>
              </a:ext>
            </a:extLst>
          </p:cNvPr>
          <p:cNvSpPr txBox="1"/>
          <p:nvPr/>
        </p:nvSpPr>
        <p:spPr>
          <a:xfrm flipH="1">
            <a:off x="3077827" y="6975230"/>
            <a:ext cx="12132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pPr algn="ctr"/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3DB11D8C-5A45-4D2B-AEEB-AB0CA85DC653}"/>
              </a:ext>
            </a:extLst>
          </p:cNvPr>
          <p:cNvSpPr/>
          <p:nvPr/>
        </p:nvSpPr>
        <p:spPr>
          <a:xfrm rot="5400000">
            <a:off x="35147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F00F5F7D-B81D-485E-B5B0-AE1DF87D417C}"/>
              </a:ext>
            </a:extLst>
          </p:cNvPr>
          <p:cNvSpPr/>
          <p:nvPr/>
        </p:nvSpPr>
        <p:spPr>
          <a:xfrm rot="5400000">
            <a:off x="87401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51A5541E-5F8D-429E-8FFB-9AFB744326C8}"/>
              </a:ext>
            </a:extLst>
          </p:cNvPr>
          <p:cNvSpPr/>
          <p:nvPr/>
        </p:nvSpPr>
        <p:spPr>
          <a:xfrm rot="5400000">
            <a:off x="139655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15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E7DE9F7-501C-4716-96E4-CD3CD72FFED8}"/>
              </a:ext>
            </a:extLst>
          </p:cNvPr>
          <p:cNvSpPr/>
          <p:nvPr/>
        </p:nvSpPr>
        <p:spPr>
          <a:xfrm>
            <a:off x="13129200" y="1371599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245C73F3-CEB3-409E-A17B-F9B87350B940}"/>
              </a:ext>
            </a:extLst>
          </p:cNvPr>
          <p:cNvSpPr/>
          <p:nvPr/>
        </p:nvSpPr>
        <p:spPr>
          <a:xfrm>
            <a:off x="5290800" y="1371599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329943F5-AFF9-4B43-8D1E-8E5A241514F0}"/>
              </a:ext>
            </a:extLst>
          </p:cNvPr>
          <p:cNvSpPr/>
          <p:nvPr/>
        </p:nvSpPr>
        <p:spPr>
          <a:xfrm>
            <a:off x="9210000" y="1371599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994A1DDD-C36F-4225-9AC4-C3782AE13B90}"/>
              </a:ext>
            </a:extLst>
          </p:cNvPr>
          <p:cNvSpPr/>
          <p:nvPr/>
        </p:nvSpPr>
        <p:spPr>
          <a:xfrm>
            <a:off x="1371600" y="1371599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FCBE28A6-997D-4D11-B60D-EBA42D850085}"/>
              </a:ext>
            </a:extLst>
          </p:cNvPr>
          <p:cNvSpPr/>
          <p:nvPr/>
        </p:nvSpPr>
        <p:spPr>
          <a:xfrm>
            <a:off x="1371600" y="5207401"/>
            <a:ext cx="15544800" cy="3708000"/>
          </a:xfrm>
          <a:prstGeom prst="roundRect">
            <a:avLst>
              <a:gd name="adj" fmla="val 335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A2DC12-9B1A-4312-9D7C-C80A5C987E7B}"/>
              </a:ext>
            </a:extLst>
          </p:cNvPr>
          <p:cNvSpPr txBox="1"/>
          <p:nvPr/>
        </p:nvSpPr>
        <p:spPr>
          <a:xfrm flipH="1">
            <a:off x="1681230" y="2296107"/>
            <a:ext cx="3167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First Title</a:t>
            </a:r>
            <a:endParaRPr lang="ru-RU" sz="3600" dirty="0"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E93428-FA37-4A5F-A2A7-476B78178597}"/>
              </a:ext>
            </a:extLst>
          </p:cNvPr>
          <p:cNvSpPr txBox="1"/>
          <p:nvPr/>
        </p:nvSpPr>
        <p:spPr>
          <a:xfrm flipH="1">
            <a:off x="1549230" y="2954769"/>
            <a:ext cx="3431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7E05C0-5429-40F4-9CAC-13B73E506CAF}"/>
              </a:ext>
            </a:extLst>
          </p:cNvPr>
          <p:cNvSpPr txBox="1"/>
          <p:nvPr/>
        </p:nvSpPr>
        <p:spPr>
          <a:xfrm flipH="1">
            <a:off x="5600430" y="2296107"/>
            <a:ext cx="3167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 Title</a:t>
            </a:r>
            <a:endParaRPr lang="ru-RU" sz="3600" dirty="0"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135407-0D6A-4E79-93DF-7483AC563A67}"/>
              </a:ext>
            </a:extLst>
          </p:cNvPr>
          <p:cNvSpPr txBox="1"/>
          <p:nvPr/>
        </p:nvSpPr>
        <p:spPr>
          <a:xfrm flipH="1">
            <a:off x="5468430" y="2954769"/>
            <a:ext cx="3431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61AB7A-2014-4973-AA2A-E5D11E96E70E}"/>
              </a:ext>
            </a:extLst>
          </p:cNvPr>
          <p:cNvSpPr txBox="1"/>
          <p:nvPr/>
        </p:nvSpPr>
        <p:spPr>
          <a:xfrm flipH="1">
            <a:off x="9519630" y="2296107"/>
            <a:ext cx="3167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Third Title</a:t>
            </a:r>
            <a:endParaRPr lang="ru-RU" sz="3600" dirty="0"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AD3C84-240F-48E7-B9B6-00ED88A99B17}"/>
              </a:ext>
            </a:extLst>
          </p:cNvPr>
          <p:cNvSpPr txBox="1"/>
          <p:nvPr/>
        </p:nvSpPr>
        <p:spPr>
          <a:xfrm flipH="1">
            <a:off x="9387630" y="2954769"/>
            <a:ext cx="3431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3926C8-3B06-460F-AD28-B4DAC7DF6B42}"/>
              </a:ext>
            </a:extLst>
          </p:cNvPr>
          <p:cNvSpPr txBox="1"/>
          <p:nvPr/>
        </p:nvSpPr>
        <p:spPr>
          <a:xfrm flipH="1">
            <a:off x="13438830" y="2296107"/>
            <a:ext cx="3167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Fourth Title</a:t>
            </a:r>
            <a:endParaRPr lang="ru-RU" sz="3600" dirty="0"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28E885-4789-4A7D-838E-C139F4CAF8F1}"/>
              </a:ext>
            </a:extLst>
          </p:cNvPr>
          <p:cNvSpPr txBox="1"/>
          <p:nvPr/>
        </p:nvSpPr>
        <p:spPr>
          <a:xfrm flipH="1">
            <a:off x="13306830" y="2954769"/>
            <a:ext cx="3431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5FEAE3-AD48-45B4-BFD5-A66C8B88DED5}"/>
              </a:ext>
            </a:extLst>
          </p:cNvPr>
          <p:cNvSpPr txBox="1"/>
          <p:nvPr/>
        </p:nvSpPr>
        <p:spPr>
          <a:xfrm>
            <a:off x="3537148" y="6177052"/>
            <a:ext cx="1121370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gradFill>
                  <a:gsLst>
                    <a:gs pos="100000">
                      <a:schemeClr val="accent5"/>
                    </a:gs>
                    <a:gs pos="1000">
                      <a:schemeClr val="accent4"/>
                    </a:gs>
                  </a:gsLst>
                  <a:lin ang="18600000" scaled="0"/>
                </a:gradFill>
                <a:latin typeface="+mj-lt"/>
                <a:ea typeface="Roboto Black" panose="02000000000000000000" pitchFamily="2" charset="0"/>
              </a:rPr>
              <a:t>PROFIT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649E56DB-D0D6-4DFE-A043-01AC13A58894}"/>
              </a:ext>
            </a:extLst>
          </p:cNvPr>
          <p:cNvSpPr/>
          <p:nvPr/>
        </p:nvSpPr>
        <p:spPr>
          <a:xfrm rot="5400000">
            <a:off x="28613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336FA1F3-D2AE-4B96-82E0-B914E80450AD}"/>
              </a:ext>
            </a:extLst>
          </p:cNvPr>
          <p:cNvSpPr/>
          <p:nvPr/>
        </p:nvSpPr>
        <p:spPr>
          <a:xfrm rot="5400000">
            <a:off x="67805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8E8E6F6B-C66E-46D1-A875-C0E4028609D5}"/>
              </a:ext>
            </a:extLst>
          </p:cNvPr>
          <p:cNvSpPr/>
          <p:nvPr/>
        </p:nvSpPr>
        <p:spPr>
          <a:xfrm rot="5400000">
            <a:off x="106997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229BC336-1D4C-4603-8F9A-B6266E5B2694}"/>
              </a:ext>
            </a:extLst>
          </p:cNvPr>
          <p:cNvSpPr/>
          <p:nvPr/>
        </p:nvSpPr>
        <p:spPr>
          <a:xfrm rot="5400000">
            <a:off x="146189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421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462A967-CA7D-4043-B1B9-C26189CF5D6C}"/>
              </a:ext>
            </a:extLst>
          </p:cNvPr>
          <p:cNvSpPr/>
          <p:nvPr/>
        </p:nvSpPr>
        <p:spPr>
          <a:xfrm>
            <a:off x="1371600" y="5207401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AD4E940C-1486-42DB-88D6-1F4E8FFDD575}"/>
              </a:ext>
            </a:extLst>
          </p:cNvPr>
          <p:cNvSpPr/>
          <p:nvPr/>
        </p:nvSpPr>
        <p:spPr>
          <a:xfrm>
            <a:off x="11822400" y="1371599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E20334E7-1D74-45DD-A1BD-55AC027AF97B}"/>
              </a:ext>
            </a:extLst>
          </p:cNvPr>
          <p:cNvSpPr/>
          <p:nvPr/>
        </p:nvSpPr>
        <p:spPr>
          <a:xfrm>
            <a:off x="11822400" y="5207401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FFD5E290-CF42-4E83-9F2A-EEA82B61C074}"/>
              </a:ext>
            </a:extLst>
          </p:cNvPr>
          <p:cNvSpPr/>
          <p:nvPr/>
        </p:nvSpPr>
        <p:spPr>
          <a:xfrm>
            <a:off x="1371600" y="1371599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03F828B5-5491-48BF-8A18-54F6B96BBE41}"/>
              </a:ext>
            </a:extLst>
          </p:cNvPr>
          <p:cNvSpPr/>
          <p:nvPr/>
        </p:nvSpPr>
        <p:spPr>
          <a:xfrm>
            <a:off x="6127410" y="1371602"/>
            <a:ext cx="6033181" cy="7543799"/>
          </a:xfrm>
          <a:custGeom>
            <a:avLst/>
            <a:gdLst>
              <a:gd name="connsiteX0" fmla="*/ 654910 w 6033181"/>
              <a:gd name="connsiteY0" fmla="*/ 0 h 7543799"/>
              <a:gd name="connsiteX1" fmla="*/ 5378270 w 6033181"/>
              <a:gd name="connsiteY1" fmla="*/ 0 h 7543799"/>
              <a:gd name="connsiteX2" fmla="*/ 5563590 w 6033181"/>
              <a:gd name="connsiteY2" fmla="*/ 185320 h 7543799"/>
              <a:gd name="connsiteX3" fmla="*/ 5563590 w 6033181"/>
              <a:gd name="connsiteY3" fmla="*/ 1750963 h 7543799"/>
              <a:gd name="connsiteX4" fmla="*/ 5776778 w 6033181"/>
              <a:gd name="connsiteY4" fmla="*/ 1750963 h 7543799"/>
              <a:gd name="connsiteX5" fmla="*/ 5776778 w 6033181"/>
              <a:gd name="connsiteY5" fmla="*/ 1581751 h 7543799"/>
              <a:gd name="connsiteX6" fmla="*/ 6033181 w 6033181"/>
              <a:gd name="connsiteY6" fmla="*/ 1853699 h 7543799"/>
              <a:gd name="connsiteX7" fmla="*/ 5776778 w 6033181"/>
              <a:gd name="connsiteY7" fmla="*/ 2125647 h 7543799"/>
              <a:gd name="connsiteX8" fmla="*/ 5776778 w 6033181"/>
              <a:gd name="connsiteY8" fmla="*/ 1956436 h 7543799"/>
              <a:gd name="connsiteX9" fmla="*/ 5563590 w 6033181"/>
              <a:gd name="connsiteY9" fmla="*/ 1956436 h 7543799"/>
              <a:gd name="connsiteX10" fmla="*/ 5563590 w 6033181"/>
              <a:gd name="connsiteY10" fmla="*/ 5587362 h 7543799"/>
              <a:gd name="connsiteX11" fmla="*/ 5776778 w 6033181"/>
              <a:gd name="connsiteY11" fmla="*/ 5587362 h 7543799"/>
              <a:gd name="connsiteX12" fmla="*/ 5776778 w 6033181"/>
              <a:gd name="connsiteY12" fmla="*/ 5418151 h 7543799"/>
              <a:gd name="connsiteX13" fmla="*/ 6033181 w 6033181"/>
              <a:gd name="connsiteY13" fmla="*/ 5690099 h 7543799"/>
              <a:gd name="connsiteX14" fmla="*/ 5776778 w 6033181"/>
              <a:gd name="connsiteY14" fmla="*/ 5962047 h 7543799"/>
              <a:gd name="connsiteX15" fmla="*/ 5776778 w 6033181"/>
              <a:gd name="connsiteY15" fmla="*/ 5792836 h 7543799"/>
              <a:gd name="connsiteX16" fmla="*/ 5563590 w 6033181"/>
              <a:gd name="connsiteY16" fmla="*/ 5792836 h 7543799"/>
              <a:gd name="connsiteX17" fmla="*/ 5563590 w 6033181"/>
              <a:gd name="connsiteY17" fmla="*/ 7358479 h 7543799"/>
              <a:gd name="connsiteX18" fmla="*/ 5378270 w 6033181"/>
              <a:gd name="connsiteY18" fmla="*/ 7543799 h 7543799"/>
              <a:gd name="connsiteX19" fmla="*/ 654910 w 6033181"/>
              <a:gd name="connsiteY19" fmla="*/ 7543799 h 7543799"/>
              <a:gd name="connsiteX20" fmla="*/ 469590 w 6033181"/>
              <a:gd name="connsiteY20" fmla="*/ 7358479 h 7543799"/>
              <a:gd name="connsiteX21" fmla="*/ 469590 w 6033181"/>
              <a:gd name="connsiteY21" fmla="*/ 5792836 h 7543799"/>
              <a:gd name="connsiteX22" fmla="*/ 256403 w 6033181"/>
              <a:gd name="connsiteY22" fmla="*/ 5792836 h 7543799"/>
              <a:gd name="connsiteX23" fmla="*/ 256403 w 6033181"/>
              <a:gd name="connsiteY23" fmla="*/ 5962047 h 7543799"/>
              <a:gd name="connsiteX24" fmla="*/ 0 w 6033181"/>
              <a:gd name="connsiteY24" fmla="*/ 5690099 h 7543799"/>
              <a:gd name="connsiteX25" fmla="*/ 256403 w 6033181"/>
              <a:gd name="connsiteY25" fmla="*/ 5418151 h 7543799"/>
              <a:gd name="connsiteX26" fmla="*/ 256403 w 6033181"/>
              <a:gd name="connsiteY26" fmla="*/ 5587362 h 7543799"/>
              <a:gd name="connsiteX27" fmla="*/ 469590 w 6033181"/>
              <a:gd name="connsiteY27" fmla="*/ 5587362 h 7543799"/>
              <a:gd name="connsiteX28" fmla="*/ 469590 w 6033181"/>
              <a:gd name="connsiteY28" fmla="*/ 1956436 h 7543799"/>
              <a:gd name="connsiteX29" fmla="*/ 256403 w 6033181"/>
              <a:gd name="connsiteY29" fmla="*/ 1956436 h 7543799"/>
              <a:gd name="connsiteX30" fmla="*/ 256403 w 6033181"/>
              <a:gd name="connsiteY30" fmla="*/ 2125647 h 7543799"/>
              <a:gd name="connsiteX31" fmla="*/ 0 w 6033181"/>
              <a:gd name="connsiteY31" fmla="*/ 1853699 h 7543799"/>
              <a:gd name="connsiteX32" fmla="*/ 256403 w 6033181"/>
              <a:gd name="connsiteY32" fmla="*/ 1581752 h 7543799"/>
              <a:gd name="connsiteX33" fmla="*/ 256403 w 6033181"/>
              <a:gd name="connsiteY33" fmla="*/ 1750963 h 7543799"/>
              <a:gd name="connsiteX34" fmla="*/ 469590 w 6033181"/>
              <a:gd name="connsiteY34" fmla="*/ 1750963 h 7543799"/>
              <a:gd name="connsiteX35" fmla="*/ 469590 w 6033181"/>
              <a:gd name="connsiteY35" fmla="*/ 185320 h 7543799"/>
              <a:gd name="connsiteX36" fmla="*/ 654910 w 6033181"/>
              <a:gd name="connsiteY36" fmla="*/ 0 h 754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33181" h="7543799">
                <a:moveTo>
                  <a:pt x="654910" y="0"/>
                </a:moveTo>
                <a:lnTo>
                  <a:pt x="5378270" y="0"/>
                </a:lnTo>
                <a:cubicBezTo>
                  <a:pt x="5480619" y="0"/>
                  <a:pt x="5563590" y="82971"/>
                  <a:pt x="5563590" y="185320"/>
                </a:cubicBezTo>
                <a:lnTo>
                  <a:pt x="5563590" y="1750963"/>
                </a:lnTo>
                <a:lnTo>
                  <a:pt x="5776778" y="1750963"/>
                </a:lnTo>
                <a:lnTo>
                  <a:pt x="5776778" y="1581751"/>
                </a:lnTo>
                <a:lnTo>
                  <a:pt x="6033181" y="1853699"/>
                </a:lnTo>
                <a:lnTo>
                  <a:pt x="5776778" y="2125647"/>
                </a:lnTo>
                <a:lnTo>
                  <a:pt x="5776778" y="1956436"/>
                </a:lnTo>
                <a:lnTo>
                  <a:pt x="5563590" y="1956436"/>
                </a:lnTo>
                <a:lnTo>
                  <a:pt x="5563590" y="5587362"/>
                </a:lnTo>
                <a:lnTo>
                  <a:pt x="5776778" y="5587362"/>
                </a:lnTo>
                <a:lnTo>
                  <a:pt x="5776778" y="5418151"/>
                </a:lnTo>
                <a:lnTo>
                  <a:pt x="6033181" y="5690099"/>
                </a:lnTo>
                <a:lnTo>
                  <a:pt x="5776778" y="5962047"/>
                </a:lnTo>
                <a:lnTo>
                  <a:pt x="5776778" y="5792836"/>
                </a:lnTo>
                <a:lnTo>
                  <a:pt x="5563590" y="5792836"/>
                </a:lnTo>
                <a:lnTo>
                  <a:pt x="5563590" y="7358479"/>
                </a:lnTo>
                <a:cubicBezTo>
                  <a:pt x="5563590" y="7460828"/>
                  <a:pt x="5480619" y="7543799"/>
                  <a:pt x="5378270" y="7543799"/>
                </a:cubicBezTo>
                <a:lnTo>
                  <a:pt x="654910" y="7543799"/>
                </a:lnTo>
                <a:cubicBezTo>
                  <a:pt x="552561" y="7543799"/>
                  <a:pt x="469590" y="7460828"/>
                  <a:pt x="469590" y="7358479"/>
                </a:cubicBezTo>
                <a:lnTo>
                  <a:pt x="469590" y="5792836"/>
                </a:lnTo>
                <a:lnTo>
                  <a:pt x="256403" y="5792836"/>
                </a:lnTo>
                <a:lnTo>
                  <a:pt x="256403" y="5962047"/>
                </a:lnTo>
                <a:lnTo>
                  <a:pt x="0" y="5690099"/>
                </a:lnTo>
                <a:lnTo>
                  <a:pt x="256403" y="5418151"/>
                </a:lnTo>
                <a:lnTo>
                  <a:pt x="256403" y="5587362"/>
                </a:lnTo>
                <a:lnTo>
                  <a:pt x="469590" y="5587362"/>
                </a:lnTo>
                <a:lnTo>
                  <a:pt x="469590" y="1956436"/>
                </a:lnTo>
                <a:lnTo>
                  <a:pt x="256403" y="1956436"/>
                </a:lnTo>
                <a:lnTo>
                  <a:pt x="256403" y="2125647"/>
                </a:lnTo>
                <a:lnTo>
                  <a:pt x="0" y="1853699"/>
                </a:lnTo>
                <a:lnTo>
                  <a:pt x="256403" y="1581752"/>
                </a:lnTo>
                <a:lnTo>
                  <a:pt x="256403" y="1750963"/>
                </a:lnTo>
                <a:lnTo>
                  <a:pt x="469590" y="1750963"/>
                </a:lnTo>
                <a:lnTo>
                  <a:pt x="469590" y="185320"/>
                </a:lnTo>
                <a:cubicBezTo>
                  <a:pt x="469590" y="82971"/>
                  <a:pt x="552561" y="0"/>
                  <a:pt x="654910" y="0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1428AC-593C-4A32-AC2A-C2E971764C6B}"/>
              </a:ext>
            </a:extLst>
          </p:cNvPr>
          <p:cNvSpPr txBox="1"/>
          <p:nvPr/>
        </p:nvSpPr>
        <p:spPr>
          <a:xfrm flipH="1">
            <a:off x="1925672" y="2295805"/>
            <a:ext cx="398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Secondary Title</a:t>
            </a:r>
            <a:endParaRPr lang="ru-RU" sz="3600" dirty="0">
              <a:latin typeface="+mj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C8D232-48A5-4E3F-BAD7-807416BC4478}"/>
              </a:ext>
            </a:extLst>
          </p:cNvPr>
          <p:cNvSpPr txBox="1"/>
          <p:nvPr/>
        </p:nvSpPr>
        <p:spPr>
          <a:xfrm flipH="1">
            <a:off x="2318143" y="2954467"/>
            <a:ext cx="3200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1F2B0D-2093-4E7E-B70C-7DAE931260F8}"/>
              </a:ext>
            </a:extLst>
          </p:cNvPr>
          <p:cNvSpPr txBox="1"/>
          <p:nvPr/>
        </p:nvSpPr>
        <p:spPr>
          <a:xfrm flipH="1">
            <a:off x="7019672" y="4751609"/>
            <a:ext cx="4248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Main Title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B8F5C8-8740-4851-9DA0-20F4AC4B7364}"/>
              </a:ext>
            </a:extLst>
          </p:cNvPr>
          <p:cNvSpPr txBox="1"/>
          <p:nvPr/>
        </p:nvSpPr>
        <p:spPr>
          <a:xfrm flipH="1">
            <a:off x="7090681" y="5410271"/>
            <a:ext cx="41066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porttitorue</a:t>
            </a:r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6A912F-A76F-45FF-A1AC-213ADEDA7AAB}"/>
              </a:ext>
            </a:extLst>
          </p:cNvPr>
          <p:cNvSpPr txBox="1"/>
          <p:nvPr/>
        </p:nvSpPr>
        <p:spPr>
          <a:xfrm flipH="1">
            <a:off x="12376472" y="2295805"/>
            <a:ext cx="398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Secondary Title</a:t>
            </a:r>
            <a:endParaRPr lang="ru-RU" sz="3600" dirty="0">
              <a:latin typeface="+mj-lt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A4BA0B-B39F-41E3-945E-B652A8B0B33D}"/>
              </a:ext>
            </a:extLst>
          </p:cNvPr>
          <p:cNvSpPr txBox="1"/>
          <p:nvPr/>
        </p:nvSpPr>
        <p:spPr>
          <a:xfrm flipH="1">
            <a:off x="12768943" y="2954467"/>
            <a:ext cx="3200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FDD9FE6-0CE4-4DA3-BC99-7B8F14B24433}"/>
              </a:ext>
            </a:extLst>
          </p:cNvPr>
          <p:cNvSpPr txBox="1"/>
          <p:nvPr/>
        </p:nvSpPr>
        <p:spPr>
          <a:xfrm flipH="1">
            <a:off x="1925672" y="6132205"/>
            <a:ext cx="398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Secondary Title</a:t>
            </a:r>
            <a:endParaRPr lang="ru-RU" sz="3600" dirty="0">
              <a:latin typeface="+mj-lt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447B2BD-CF3F-45BC-B3C8-D6E26436138E}"/>
              </a:ext>
            </a:extLst>
          </p:cNvPr>
          <p:cNvSpPr txBox="1"/>
          <p:nvPr/>
        </p:nvSpPr>
        <p:spPr>
          <a:xfrm flipH="1">
            <a:off x="2318143" y="6790867"/>
            <a:ext cx="3200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14C1D81-E4A1-4CC9-8A32-EB387F7AD81C}"/>
              </a:ext>
            </a:extLst>
          </p:cNvPr>
          <p:cNvSpPr txBox="1"/>
          <p:nvPr/>
        </p:nvSpPr>
        <p:spPr>
          <a:xfrm flipH="1">
            <a:off x="12376472" y="6132205"/>
            <a:ext cx="398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Secondary Title</a:t>
            </a:r>
            <a:endParaRPr lang="ru-RU" sz="3600" dirty="0">
              <a:latin typeface="+mj-lt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B2FC37D-3636-436E-98E1-D85C1E920063}"/>
              </a:ext>
            </a:extLst>
          </p:cNvPr>
          <p:cNvSpPr txBox="1"/>
          <p:nvPr/>
        </p:nvSpPr>
        <p:spPr>
          <a:xfrm flipH="1">
            <a:off x="12768943" y="6790867"/>
            <a:ext cx="3200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86" name="Freeform 213">
            <a:extLst>
              <a:ext uri="{FF2B5EF4-FFF2-40B4-BE49-F238E27FC236}">
                <a16:creationId xmlns:a16="http://schemas.microsoft.com/office/drawing/2014/main" id="{7294533C-4103-4940-9100-54AC2B24D681}"/>
              </a:ext>
            </a:extLst>
          </p:cNvPr>
          <p:cNvSpPr>
            <a:spLocks noEditPoints="1"/>
          </p:cNvSpPr>
          <p:nvPr/>
        </p:nvSpPr>
        <p:spPr bwMode="auto">
          <a:xfrm>
            <a:off x="8514608" y="3083930"/>
            <a:ext cx="1258784" cy="1231428"/>
          </a:xfrm>
          <a:custGeom>
            <a:avLst/>
            <a:gdLst>
              <a:gd name="T0" fmla="*/ 108 w 176"/>
              <a:gd name="T1" fmla="*/ 64 h 176"/>
              <a:gd name="T2" fmla="*/ 127 w 176"/>
              <a:gd name="T3" fmla="*/ 47 h 176"/>
              <a:gd name="T4" fmla="*/ 124 w 176"/>
              <a:gd name="T5" fmla="*/ 40 h 176"/>
              <a:gd name="T6" fmla="*/ 112 w 176"/>
              <a:gd name="T7" fmla="*/ 50 h 176"/>
              <a:gd name="T8" fmla="*/ 112 w 176"/>
              <a:gd name="T9" fmla="*/ 4 h 176"/>
              <a:gd name="T10" fmla="*/ 104 w 176"/>
              <a:gd name="T11" fmla="*/ 4 h 176"/>
              <a:gd name="T12" fmla="*/ 95 w 176"/>
              <a:gd name="T13" fmla="*/ 41 h 176"/>
              <a:gd name="T14" fmla="*/ 88 w 176"/>
              <a:gd name="T15" fmla="*/ 44 h 176"/>
              <a:gd name="T16" fmla="*/ 105 w 176"/>
              <a:gd name="T17" fmla="*/ 63 h 176"/>
              <a:gd name="T18" fmla="*/ 160 w 176"/>
              <a:gd name="T19" fmla="*/ 149 h 176"/>
              <a:gd name="T20" fmla="*/ 176 w 176"/>
              <a:gd name="T21" fmla="*/ 77 h 176"/>
              <a:gd name="T22" fmla="*/ 172 w 176"/>
              <a:gd name="T23" fmla="*/ 72 h 176"/>
              <a:gd name="T24" fmla="*/ 38 w 176"/>
              <a:gd name="T25" fmla="*/ 51 h 176"/>
              <a:gd name="T26" fmla="*/ 34 w 176"/>
              <a:gd name="T27" fmla="*/ 48 h 176"/>
              <a:gd name="T28" fmla="*/ 0 w 176"/>
              <a:gd name="T29" fmla="*/ 52 h 176"/>
              <a:gd name="T30" fmla="*/ 31 w 176"/>
              <a:gd name="T31" fmla="*/ 56 h 176"/>
              <a:gd name="T32" fmla="*/ 56 w 176"/>
              <a:gd name="T33" fmla="*/ 149 h 176"/>
              <a:gd name="T34" fmla="*/ 56 w 176"/>
              <a:gd name="T35" fmla="*/ 160 h 176"/>
              <a:gd name="T36" fmla="*/ 88 w 176"/>
              <a:gd name="T37" fmla="*/ 160 h 176"/>
              <a:gd name="T38" fmla="*/ 130 w 176"/>
              <a:gd name="T39" fmla="*/ 152 h 176"/>
              <a:gd name="T40" fmla="*/ 144 w 176"/>
              <a:gd name="T41" fmla="*/ 176 h 176"/>
              <a:gd name="T42" fmla="*/ 158 w 176"/>
              <a:gd name="T43" fmla="*/ 152 h 176"/>
              <a:gd name="T44" fmla="*/ 144 w 176"/>
              <a:gd name="T45" fmla="*/ 80 h 176"/>
              <a:gd name="T46" fmla="*/ 163 w 176"/>
              <a:gd name="T47" fmla="*/ 96 h 176"/>
              <a:gd name="T48" fmla="*/ 144 w 176"/>
              <a:gd name="T49" fmla="*/ 80 h 176"/>
              <a:gd name="T50" fmla="*/ 72 w 176"/>
              <a:gd name="T51" fmla="*/ 80 h 176"/>
              <a:gd name="T52" fmla="*/ 50 w 176"/>
              <a:gd name="T53" fmla="*/ 96 h 176"/>
              <a:gd name="T54" fmla="*/ 57 w 176"/>
              <a:gd name="T55" fmla="*/ 120 h 176"/>
              <a:gd name="T56" fmla="*/ 75 w 176"/>
              <a:gd name="T57" fmla="*/ 104 h 176"/>
              <a:gd name="T58" fmla="*/ 57 w 176"/>
              <a:gd name="T59" fmla="*/ 120 h 176"/>
              <a:gd name="T60" fmla="*/ 78 w 176"/>
              <a:gd name="T61" fmla="*/ 128 h 176"/>
              <a:gd name="T62" fmla="*/ 63 w 176"/>
              <a:gd name="T63" fmla="*/ 144 h 176"/>
              <a:gd name="T64" fmla="*/ 72 w 176"/>
              <a:gd name="T65" fmla="*/ 168 h 176"/>
              <a:gd name="T66" fmla="*/ 72 w 176"/>
              <a:gd name="T67" fmla="*/ 152 h 176"/>
              <a:gd name="T68" fmla="*/ 72 w 176"/>
              <a:gd name="T69" fmla="*/ 168 h 176"/>
              <a:gd name="T70" fmla="*/ 88 w 176"/>
              <a:gd name="T71" fmla="*/ 144 h 176"/>
              <a:gd name="T72" fmla="*/ 104 w 176"/>
              <a:gd name="T73" fmla="*/ 128 h 176"/>
              <a:gd name="T74" fmla="*/ 104 w 176"/>
              <a:gd name="T75" fmla="*/ 120 h 176"/>
              <a:gd name="T76" fmla="*/ 83 w 176"/>
              <a:gd name="T77" fmla="*/ 104 h 176"/>
              <a:gd name="T78" fmla="*/ 104 w 176"/>
              <a:gd name="T79" fmla="*/ 120 h 176"/>
              <a:gd name="T80" fmla="*/ 82 w 176"/>
              <a:gd name="T81" fmla="*/ 96 h 176"/>
              <a:gd name="T82" fmla="*/ 104 w 176"/>
              <a:gd name="T83" fmla="*/ 80 h 176"/>
              <a:gd name="T84" fmla="*/ 128 w 176"/>
              <a:gd name="T85" fmla="*/ 144 h 176"/>
              <a:gd name="T86" fmla="*/ 112 w 176"/>
              <a:gd name="T87" fmla="*/ 128 h 176"/>
              <a:gd name="T88" fmla="*/ 128 w 176"/>
              <a:gd name="T89" fmla="*/ 144 h 176"/>
              <a:gd name="T90" fmla="*/ 112 w 176"/>
              <a:gd name="T91" fmla="*/ 120 h 176"/>
              <a:gd name="T92" fmla="*/ 133 w 176"/>
              <a:gd name="T93" fmla="*/ 104 h 176"/>
              <a:gd name="T94" fmla="*/ 134 w 176"/>
              <a:gd name="T95" fmla="*/ 96 h 176"/>
              <a:gd name="T96" fmla="*/ 112 w 176"/>
              <a:gd name="T97" fmla="*/ 80 h 176"/>
              <a:gd name="T98" fmla="*/ 134 w 176"/>
              <a:gd name="T99" fmla="*/ 96 h 176"/>
              <a:gd name="T100" fmla="*/ 136 w 176"/>
              <a:gd name="T101" fmla="*/ 160 h 176"/>
              <a:gd name="T102" fmla="*/ 152 w 176"/>
              <a:gd name="T103" fmla="*/ 160 h 176"/>
              <a:gd name="T104" fmla="*/ 153 w 176"/>
              <a:gd name="T105" fmla="*/ 144 h 176"/>
              <a:gd name="T106" fmla="*/ 138 w 176"/>
              <a:gd name="T107" fmla="*/ 128 h 176"/>
              <a:gd name="T108" fmla="*/ 153 w 176"/>
              <a:gd name="T109" fmla="*/ 144 h 176"/>
              <a:gd name="T110" fmla="*/ 141 w 176"/>
              <a:gd name="T111" fmla="*/ 104 h 176"/>
              <a:gd name="T112" fmla="*/ 158 w 176"/>
              <a:gd name="T113" fmla="*/ 120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76" h="176">
                <a:moveTo>
                  <a:pt x="105" y="63"/>
                </a:moveTo>
                <a:cubicBezTo>
                  <a:pt x="106" y="64"/>
                  <a:pt x="107" y="64"/>
                  <a:pt x="108" y="64"/>
                </a:cubicBezTo>
                <a:cubicBezTo>
                  <a:pt x="109" y="64"/>
                  <a:pt x="110" y="64"/>
                  <a:pt x="111" y="63"/>
                </a:cubicBezTo>
                <a:cubicBezTo>
                  <a:pt x="127" y="47"/>
                  <a:pt x="127" y="47"/>
                  <a:pt x="127" y="47"/>
                </a:cubicBezTo>
                <a:cubicBezTo>
                  <a:pt x="128" y="46"/>
                  <a:pt x="128" y="45"/>
                  <a:pt x="128" y="44"/>
                </a:cubicBezTo>
                <a:cubicBezTo>
                  <a:pt x="128" y="42"/>
                  <a:pt x="126" y="40"/>
                  <a:pt x="124" y="40"/>
                </a:cubicBezTo>
                <a:cubicBezTo>
                  <a:pt x="123" y="40"/>
                  <a:pt x="122" y="40"/>
                  <a:pt x="121" y="41"/>
                </a:cubicBezTo>
                <a:cubicBezTo>
                  <a:pt x="112" y="50"/>
                  <a:pt x="112" y="50"/>
                  <a:pt x="112" y="50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2"/>
                  <a:pt x="110" y="0"/>
                  <a:pt x="108" y="0"/>
                </a:cubicBezTo>
                <a:cubicBezTo>
                  <a:pt x="106" y="0"/>
                  <a:pt x="104" y="2"/>
                  <a:pt x="104" y="4"/>
                </a:cubicBezTo>
                <a:cubicBezTo>
                  <a:pt x="104" y="50"/>
                  <a:pt x="104" y="50"/>
                  <a:pt x="104" y="50"/>
                </a:cubicBezTo>
                <a:cubicBezTo>
                  <a:pt x="95" y="41"/>
                  <a:pt x="95" y="41"/>
                  <a:pt x="95" y="41"/>
                </a:cubicBezTo>
                <a:cubicBezTo>
                  <a:pt x="94" y="40"/>
                  <a:pt x="93" y="40"/>
                  <a:pt x="92" y="40"/>
                </a:cubicBezTo>
                <a:cubicBezTo>
                  <a:pt x="90" y="40"/>
                  <a:pt x="88" y="42"/>
                  <a:pt x="88" y="44"/>
                </a:cubicBezTo>
                <a:cubicBezTo>
                  <a:pt x="88" y="45"/>
                  <a:pt x="88" y="46"/>
                  <a:pt x="89" y="47"/>
                </a:cubicBezTo>
                <a:lnTo>
                  <a:pt x="105" y="63"/>
                </a:lnTo>
                <a:close/>
                <a:moveTo>
                  <a:pt x="160" y="149"/>
                </a:moveTo>
                <a:cubicBezTo>
                  <a:pt x="160" y="149"/>
                  <a:pt x="160" y="149"/>
                  <a:pt x="160" y="149"/>
                </a:cubicBezTo>
                <a:cubicBezTo>
                  <a:pt x="176" y="77"/>
                  <a:pt x="176" y="77"/>
                  <a:pt x="176" y="77"/>
                </a:cubicBezTo>
                <a:cubicBezTo>
                  <a:pt x="176" y="77"/>
                  <a:pt x="176" y="77"/>
                  <a:pt x="176" y="77"/>
                </a:cubicBezTo>
                <a:cubicBezTo>
                  <a:pt x="176" y="77"/>
                  <a:pt x="176" y="76"/>
                  <a:pt x="176" y="76"/>
                </a:cubicBezTo>
                <a:cubicBezTo>
                  <a:pt x="176" y="74"/>
                  <a:pt x="174" y="72"/>
                  <a:pt x="172" y="72"/>
                </a:cubicBezTo>
                <a:cubicBezTo>
                  <a:pt x="44" y="72"/>
                  <a:pt x="44" y="72"/>
                  <a:pt x="44" y="72"/>
                </a:cubicBezTo>
                <a:cubicBezTo>
                  <a:pt x="38" y="51"/>
                  <a:pt x="38" y="51"/>
                  <a:pt x="38" y="51"/>
                </a:cubicBezTo>
                <a:cubicBezTo>
                  <a:pt x="38" y="51"/>
                  <a:pt x="38" y="51"/>
                  <a:pt x="38" y="51"/>
                </a:cubicBezTo>
                <a:cubicBezTo>
                  <a:pt x="38" y="49"/>
                  <a:pt x="36" y="48"/>
                  <a:pt x="34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50"/>
                  <a:pt x="0" y="52"/>
                </a:cubicBezTo>
                <a:cubicBezTo>
                  <a:pt x="0" y="54"/>
                  <a:pt x="2" y="56"/>
                  <a:pt x="4" y="56"/>
                </a:cubicBezTo>
                <a:cubicBezTo>
                  <a:pt x="31" y="56"/>
                  <a:pt x="31" y="56"/>
                  <a:pt x="31" y="56"/>
                </a:cubicBezTo>
                <a:cubicBezTo>
                  <a:pt x="56" y="149"/>
                  <a:pt x="56" y="149"/>
                  <a:pt x="56" y="149"/>
                </a:cubicBezTo>
                <a:cubicBezTo>
                  <a:pt x="56" y="149"/>
                  <a:pt x="56" y="149"/>
                  <a:pt x="56" y="149"/>
                </a:cubicBezTo>
                <a:cubicBezTo>
                  <a:pt x="57" y="150"/>
                  <a:pt x="57" y="151"/>
                  <a:pt x="58" y="152"/>
                </a:cubicBezTo>
                <a:cubicBezTo>
                  <a:pt x="57" y="154"/>
                  <a:pt x="56" y="157"/>
                  <a:pt x="56" y="160"/>
                </a:cubicBezTo>
                <a:cubicBezTo>
                  <a:pt x="56" y="169"/>
                  <a:pt x="63" y="176"/>
                  <a:pt x="72" y="176"/>
                </a:cubicBezTo>
                <a:cubicBezTo>
                  <a:pt x="81" y="176"/>
                  <a:pt x="88" y="169"/>
                  <a:pt x="88" y="160"/>
                </a:cubicBezTo>
                <a:cubicBezTo>
                  <a:pt x="88" y="157"/>
                  <a:pt x="87" y="154"/>
                  <a:pt x="86" y="152"/>
                </a:cubicBezTo>
                <a:cubicBezTo>
                  <a:pt x="130" y="152"/>
                  <a:pt x="130" y="152"/>
                  <a:pt x="130" y="152"/>
                </a:cubicBezTo>
                <a:cubicBezTo>
                  <a:pt x="129" y="154"/>
                  <a:pt x="128" y="157"/>
                  <a:pt x="128" y="160"/>
                </a:cubicBezTo>
                <a:cubicBezTo>
                  <a:pt x="128" y="169"/>
                  <a:pt x="135" y="176"/>
                  <a:pt x="144" y="176"/>
                </a:cubicBezTo>
                <a:cubicBezTo>
                  <a:pt x="153" y="176"/>
                  <a:pt x="160" y="169"/>
                  <a:pt x="160" y="160"/>
                </a:cubicBezTo>
                <a:cubicBezTo>
                  <a:pt x="160" y="157"/>
                  <a:pt x="159" y="154"/>
                  <a:pt x="158" y="152"/>
                </a:cubicBezTo>
                <a:cubicBezTo>
                  <a:pt x="159" y="151"/>
                  <a:pt x="160" y="150"/>
                  <a:pt x="160" y="149"/>
                </a:cubicBezTo>
                <a:moveTo>
                  <a:pt x="144" y="80"/>
                </a:moveTo>
                <a:cubicBezTo>
                  <a:pt x="167" y="80"/>
                  <a:pt x="167" y="80"/>
                  <a:pt x="167" y="80"/>
                </a:cubicBezTo>
                <a:cubicBezTo>
                  <a:pt x="163" y="96"/>
                  <a:pt x="163" y="96"/>
                  <a:pt x="163" y="96"/>
                </a:cubicBezTo>
                <a:cubicBezTo>
                  <a:pt x="142" y="96"/>
                  <a:pt x="142" y="96"/>
                  <a:pt x="142" y="96"/>
                </a:cubicBezTo>
                <a:lnTo>
                  <a:pt x="144" y="80"/>
                </a:lnTo>
                <a:close/>
                <a:moveTo>
                  <a:pt x="46" y="80"/>
                </a:moveTo>
                <a:cubicBezTo>
                  <a:pt x="72" y="80"/>
                  <a:pt x="72" y="80"/>
                  <a:pt x="72" y="80"/>
                </a:cubicBezTo>
                <a:cubicBezTo>
                  <a:pt x="74" y="96"/>
                  <a:pt x="74" y="96"/>
                  <a:pt x="74" y="96"/>
                </a:cubicBezTo>
                <a:cubicBezTo>
                  <a:pt x="50" y="96"/>
                  <a:pt x="50" y="96"/>
                  <a:pt x="50" y="96"/>
                </a:cubicBezTo>
                <a:lnTo>
                  <a:pt x="46" y="80"/>
                </a:lnTo>
                <a:close/>
                <a:moveTo>
                  <a:pt x="57" y="120"/>
                </a:moveTo>
                <a:cubicBezTo>
                  <a:pt x="52" y="104"/>
                  <a:pt x="52" y="104"/>
                  <a:pt x="52" y="104"/>
                </a:cubicBezTo>
                <a:cubicBezTo>
                  <a:pt x="75" y="104"/>
                  <a:pt x="75" y="104"/>
                  <a:pt x="75" y="104"/>
                </a:cubicBezTo>
                <a:cubicBezTo>
                  <a:pt x="77" y="120"/>
                  <a:pt x="77" y="120"/>
                  <a:pt x="77" y="120"/>
                </a:cubicBezTo>
                <a:lnTo>
                  <a:pt x="57" y="120"/>
                </a:lnTo>
                <a:close/>
                <a:moveTo>
                  <a:pt x="59" y="128"/>
                </a:moveTo>
                <a:cubicBezTo>
                  <a:pt x="78" y="128"/>
                  <a:pt x="78" y="128"/>
                  <a:pt x="78" y="128"/>
                </a:cubicBezTo>
                <a:cubicBezTo>
                  <a:pt x="80" y="144"/>
                  <a:pt x="80" y="144"/>
                  <a:pt x="80" y="144"/>
                </a:cubicBezTo>
                <a:cubicBezTo>
                  <a:pt x="63" y="144"/>
                  <a:pt x="63" y="144"/>
                  <a:pt x="63" y="144"/>
                </a:cubicBezTo>
                <a:lnTo>
                  <a:pt x="59" y="128"/>
                </a:lnTo>
                <a:close/>
                <a:moveTo>
                  <a:pt x="72" y="168"/>
                </a:moveTo>
                <a:cubicBezTo>
                  <a:pt x="68" y="168"/>
                  <a:pt x="64" y="164"/>
                  <a:pt x="64" y="160"/>
                </a:cubicBezTo>
                <a:cubicBezTo>
                  <a:pt x="64" y="156"/>
                  <a:pt x="68" y="152"/>
                  <a:pt x="72" y="152"/>
                </a:cubicBezTo>
                <a:cubicBezTo>
                  <a:pt x="76" y="152"/>
                  <a:pt x="80" y="156"/>
                  <a:pt x="80" y="160"/>
                </a:cubicBezTo>
                <a:cubicBezTo>
                  <a:pt x="80" y="164"/>
                  <a:pt x="76" y="168"/>
                  <a:pt x="72" y="168"/>
                </a:cubicBezTo>
                <a:moveTo>
                  <a:pt x="104" y="144"/>
                </a:moveTo>
                <a:cubicBezTo>
                  <a:pt x="88" y="144"/>
                  <a:pt x="88" y="144"/>
                  <a:pt x="88" y="144"/>
                </a:cubicBezTo>
                <a:cubicBezTo>
                  <a:pt x="86" y="128"/>
                  <a:pt x="86" y="128"/>
                  <a:pt x="86" y="128"/>
                </a:cubicBezTo>
                <a:cubicBezTo>
                  <a:pt x="104" y="128"/>
                  <a:pt x="104" y="128"/>
                  <a:pt x="104" y="128"/>
                </a:cubicBezTo>
                <a:lnTo>
                  <a:pt x="104" y="144"/>
                </a:lnTo>
                <a:close/>
                <a:moveTo>
                  <a:pt x="104" y="120"/>
                </a:moveTo>
                <a:cubicBezTo>
                  <a:pt x="85" y="120"/>
                  <a:pt x="85" y="120"/>
                  <a:pt x="85" y="120"/>
                </a:cubicBezTo>
                <a:cubicBezTo>
                  <a:pt x="83" y="104"/>
                  <a:pt x="83" y="104"/>
                  <a:pt x="83" y="104"/>
                </a:cubicBezTo>
                <a:cubicBezTo>
                  <a:pt x="104" y="104"/>
                  <a:pt x="104" y="104"/>
                  <a:pt x="104" y="104"/>
                </a:cubicBezTo>
                <a:lnTo>
                  <a:pt x="104" y="120"/>
                </a:lnTo>
                <a:close/>
                <a:moveTo>
                  <a:pt x="104" y="96"/>
                </a:moveTo>
                <a:cubicBezTo>
                  <a:pt x="82" y="96"/>
                  <a:pt x="82" y="96"/>
                  <a:pt x="82" y="96"/>
                </a:cubicBezTo>
                <a:cubicBezTo>
                  <a:pt x="80" y="80"/>
                  <a:pt x="80" y="80"/>
                  <a:pt x="80" y="80"/>
                </a:cubicBezTo>
                <a:cubicBezTo>
                  <a:pt x="104" y="80"/>
                  <a:pt x="104" y="80"/>
                  <a:pt x="104" y="80"/>
                </a:cubicBezTo>
                <a:lnTo>
                  <a:pt x="104" y="96"/>
                </a:lnTo>
                <a:close/>
                <a:moveTo>
                  <a:pt x="128" y="144"/>
                </a:moveTo>
                <a:cubicBezTo>
                  <a:pt x="112" y="144"/>
                  <a:pt x="112" y="144"/>
                  <a:pt x="112" y="144"/>
                </a:cubicBezTo>
                <a:cubicBezTo>
                  <a:pt x="112" y="128"/>
                  <a:pt x="112" y="128"/>
                  <a:pt x="112" y="128"/>
                </a:cubicBezTo>
                <a:cubicBezTo>
                  <a:pt x="130" y="128"/>
                  <a:pt x="130" y="128"/>
                  <a:pt x="130" y="128"/>
                </a:cubicBezTo>
                <a:lnTo>
                  <a:pt x="128" y="144"/>
                </a:lnTo>
                <a:close/>
                <a:moveTo>
                  <a:pt x="131" y="120"/>
                </a:moveTo>
                <a:cubicBezTo>
                  <a:pt x="112" y="120"/>
                  <a:pt x="112" y="120"/>
                  <a:pt x="112" y="120"/>
                </a:cubicBezTo>
                <a:cubicBezTo>
                  <a:pt x="112" y="104"/>
                  <a:pt x="112" y="104"/>
                  <a:pt x="112" y="104"/>
                </a:cubicBezTo>
                <a:cubicBezTo>
                  <a:pt x="133" y="104"/>
                  <a:pt x="133" y="104"/>
                  <a:pt x="133" y="104"/>
                </a:cubicBezTo>
                <a:lnTo>
                  <a:pt x="131" y="120"/>
                </a:lnTo>
                <a:close/>
                <a:moveTo>
                  <a:pt x="134" y="96"/>
                </a:moveTo>
                <a:cubicBezTo>
                  <a:pt x="112" y="96"/>
                  <a:pt x="112" y="96"/>
                  <a:pt x="112" y="96"/>
                </a:cubicBezTo>
                <a:cubicBezTo>
                  <a:pt x="112" y="80"/>
                  <a:pt x="112" y="80"/>
                  <a:pt x="112" y="80"/>
                </a:cubicBezTo>
                <a:cubicBezTo>
                  <a:pt x="136" y="80"/>
                  <a:pt x="136" y="80"/>
                  <a:pt x="136" y="80"/>
                </a:cubicBezTo>
                <a:lnTo>
                  <a:pt x="134" y="96"/>
                </a:lnTo>
                <a:close/>
                <a:moveTo>
                  <a:pt x="144" y="168"/>
                </a:moveTo>
                <a:cubicBezTo>
                  <a:pt x="140" y="168"/>
                  <a:pt x="136" y="164"/>
                  <a:pt x="136" y="160"/>
                </a:cubicBezTo>
                <a:cubicBezTo>
                  <a:pt x="136" y="156"/>
                  <a:pt x="140" y="152"/>
                  <a:pt x="144" y="152"/>
                </a:cubicBezTo>
                <a:cubicBezTo>
                  <a:pt x="148" y="152"/>
                  <a:pt x="152" y="156"/>
                  <a:pt x="152" y="160"/>
                </a:cubicBezTo>
                <a:cubicBezTo>
                  <a:pt x="152" y="164"/>
                  <a:pt x="148" y="168"/>
                  <a:pt x="144" y="168"/>
                </a:cubicBezTo>
                <a:moveTo>
                  <a:pt x="153" y="144"/>
                </a:moveTo>
                <a:cubicBezTo>
                  <a:pt x="136" y="144"/>
                  <a:pt x="136" y="144"/>
                  <a:pt x="136" y="144"/>
                </a:cubicBezTo>
                <a:cubicBezTo>
                  <a:pt x="138" y="128"/>
                  <a:pt x="138" y="128"/>
                  <a:pt x="138" y="128"/>
                </a:cubicBezTo>
                <a:cubicBezTo>
                  <a:pt x="156" y="128"/>
                  <a:pt x="156" y="128"/>
                  <a:pt x="156" y="128"/>
                </a:cubicBezTo>
                <a:lnTo>
                  <a:pt x="153" y="144"/>
                </a:lnTo>
                <a:close/>
                <a:moveTo>
                  <a:pt x="139" y="120"/>
                </a:moveTo>
                <a:cubicBezTo>
                  <a:pt x="141" y="104"/>
                  <a:pt x="141" y="104"/>
                  <a:pt x="141" y="104"/>
                </a:cubicBezTo>
                <a:cubicBezTo>
                  <a:pt x="162" y="104"/>
                  <a:pt x="162" y="104"/>
                  <a:pt x="162" y="104"/>
                </a:cubicBezTo>
                <a:cubicBezTo>
                  <a:pt x="158" y="120"/>
                  <a:pt x="158" y="120"/>
                  <a:pt x="158" y="120"/>
                </a:cubicBezTo>
                <a:lnTo>
                  <a:pt x="139" y="1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5062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815C87D6-E22D-4CE5-AD52-CC3B2ADEC77D}"/>
              </a:ext>
            </a:extLst>
          </p:cNvPr>
          <p:cNvSpPr/>
          <p:nvPr/>
        </p:nvSpPr>
        <p:spPr>
          <a:xfrm>
            <a:off x="1371600" y="1371599"/>
            <a:ext cx="5094000" cy="24264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86D6B735-E61C-47D4-BD5B-95EB51571215}"/>
              </a:ext>
            </a:extLst>
          </p:cNvPr>
          <p:cNvSpPr/>
          <p:nvPr/>
        </p:nvSpPr>
        <p:spPr>
          <a:xfrm>
            <a:off x="1371600" y="3930300"/>
            <a:ext cx="5094000" cy="24264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8E653EEB-1471-4C54-AB7E-DC2FD35E13AE}"/>
              </a:ext>
            </a:extLst>
          </p:cNvPr>
          <p:cNvSpPr/>
          <p:nvPr/>
        </p:nvSpPr>
        <p:spPr>
          <a:xfrm>
            <a:off x="1371600" y="6489000"/>
            <a:ext cx="5094000" cy="24264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6C7ACCC4-D827-457B-B9DB-CB1B2D66CCAF}"/>
              </a:ext>
            </a:extLst>
          </p:cNvPr>
          <p:cNvSpPr/>
          <p:nvPr/>
        </p:nvSpPr>
        <p:spPr>
          <a:xfrm>
            <a:off x="11822400" y="1371599"/>
            <a:ext cx="5094000" cy="24264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4A8EB308-95AA-440B-B731-BEDFDA9DA609}"/>
              </a:ext>
            </a:extLst>
          </p:cNvPr>
          <p:cNvSpPr/>
          <p:nvPr/>
        </p:nvSpPr>
        <p:spPr>
          <a:xfrm>
            <a:off x="11822400" y="3930300"/>
            <a:ext cx="5094000" cy="24264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7CAD7D8F-4D3E-42CA-AC31-73F18EED6C52}"/>
              </a:ext>
            </a:extLst>
          </p:cNvPr>
          <p:cNvSpPr/>
          <p:nvPr/>
        </p:nvSpPr>
        <p:spPr>
          <a:xfrm>
            <a:off x="11822400" y="6489000"/>
            <a:ext cx="5094000" cy="24264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2449FA42-1607-40F2-8FD0-FEB956ABCB08}"/>
              </a:ext>
            </a:extLst>
          </p:cNvPr>
          <p:cNvSpPr/>
          <p:nvPr/>
        </p:nvSpPr>
        <p:spPr>
          <a:xfrm>
            <a:off x="6127410" y="1371602"/>
            <a:ext cx="6033181" cy="7543799"/>
          </a:xfrm>
          <a:custGeom>
            <a:avLst/>
            <a:gdLst>
              <a:gd name="connsiteX0" fmla="*/ 654910 w 6033181"/>
              <a:gd name="connsiteY0" fmla="*/ 0 h 7543799"/>
              <a:gd name="connsiteX1" fmla="*/ 5378270 w 6033181"/>
              <a:gd name="connsiteY1" fmla="*/ 0 h 7543799"/>
              <a:gd name="connsiteX2" fmla="*/ 5563590 w 6033181"/>
              <a:gd name="connsiteY2" fmla="*/ 185320 h 7543799"/>
              <a:gd name="connsiteX3" fmla="*/ 5563590 w 6033181"/>
              <a:gd name="connsiteY3" fmla="*/ 1110463 h 7543799"/>
              <a:gd name="connsiteX4" fmla="*/ 5776778 w 6033181"/>
              <a:gd name="connsiteY4" fmla="*/ 1110463 h 7543799"/>
              <a:gd name="connsiteX5" fmla="*/ 5776778 w 6033181"/>
              <a:gd name="connsiteY5" fmla="*/ 941251 h 7543799"/>
              <a:gd name="connsiteX6" fmla="*/ 6033181 w 6033181"/>
              <a:gd name="connsiteY6" fmla="*/ 1213199 h 7543799"/>
              <a:gd name="connsiteX7" fmla="*/ 5776778 w 6033181"/>
              <a:gd name="connsiteY7" fmla="*/ 1485148 h 7543799"/>
              <a:gd name="connsiteX8" fmla="*/ 5776778 w 6033181"/>
              <a:gd name="connsiteY8" fmla="*/ 1315936 h 7543799"/>
              <a:gd name="connsiteX9" fmla="*/ 5563590 w 6033181"/>
              <a:gd name="connsiteY9" fmla="*/ 1315936 h 7543799"/>
              <a:gd name="connsiteX10" fmla="*/ 5563590 w 6033181"/>
              <a:gd name="connsiteY10" fmla="*/ 3669162 h 7543799"/>
              <a:gd name="connsiteX11" fmla="*/ 5776778 w 6033181"/>
              <a:gd name="connsiteY11" fmla="*/ 3669162 h 7543799"/>
              <a:gd name="connsiteX12" fmla="*/ 5776778 w 6033181"/>
              <a:gd name="connsiteY12" fmla="*/ 3499951 h 7543799"/>
              <a:gd name="connsiteX13" fmla="*/ 6033181 w 6033181"/>
              <a:gd name="connsiteY13" fmla="*/ 3771899 h 7543799"/>
              <a:gd name="connsiteX14" fmla="*/ 5776778 w 6033181"/>
              <a:gd name="connsiteY14" fmla="*/ 4043847 h 7543799"/>
              <a:gd name="connsiteX15" fmla="*/ 5776778 w 6033181"/>
              <a:gd name="connsiteY15" fmla="*/ 3874636 h 7543799"/>
              <a:gd name="connsiteX16" fmla="*/ 5563590 w 6033181"/>
              <a:gd name="connsiteY16" fmla="*/ 3874636 h 7543799"/>
              <a:gd name="connsiteX17" fmla="*/ 5563590 w 6033181"/>
              <a:gd name="connsiteY17" fmla="*/ 6227862 h 7543799"/>
              <a:gd name="connsiteX18" fmla="*/ 5776778 w 6033181"/>
              <a:gd name="connsiteY18" fmla="*/ 6227862 h 7543799"/>
              <a:gd name="connsiteX19" fmla="*/ 5776778 w 6033181"/>
              <a:gd name="connsiteY19" fmla="*/ 6058651 h 7543799"/>
              <a:gd name="connsiteX20" fmla="*/ 6033181 w 6033181"/>
              <a:gd name="connsiteY20" fmla="*/ 6330599 h 7543799"/>
              <a:gd name="connsiteX21" fmla="*/ 5776778 w 6033181"/>
              <a:gd name="connsiteY21" fmla="*/ 6602547 h 7543799"/>
              <a:gd name="connsiteX22" fmla="*/ 5776778 w 6033181"/>
              <a:gd name="connsiteY22" fmla="*/ 6433336 h 7543799"/>
              <a:gd name="connsiteX23" fmla="*/ 5563590 w 6033181"/>
              <a:gd name="connsiteY23" fmla="*/ 6433336 h 7543799"/>
              <a:gd name="connsiteX24" fmla="*/ 5563590 w 6033181"/>
              <a:gd name="connsiteY24" fmla="*/ 7358479 h 7543799"/>
              <a:gd name="connsiteX25" fmla="*/ 5378270 w 6033181"/>
              <a:gd name="connsiteY25" fmla="*/ 7543799 h 7543799"/>
              <a:gd name="connsiteX26" fmla="*/ 654910 w 6033181"/>
              <a:gd name="connsiteY26" fmla="*/ 7543799 h 7543799"/>
              <a:gd name="connsiteX27" fmla="*/ 469590 w 6033181"/>
              <a:gd name="connsiteY27" fmla="*/ 7358479 h 7543799"/>
              <a:gd name="connsiteX28" fmla="*/ 469590 w 6033181"/>
              <a:gd name="connsiteY28" fmla="*/ 6433336 h 7543799"/>
              <a:gd name="connsiteX29" fmla="*/ 256403 w 6033181"/>
              <a:gd name="connsiteY29" fmla="*/ 6433336 h 7543799"/>
              <a:gd name="connsiteX30" fmla="*/ 256403 w 6033181"/>
              <a:gd name="connsiteY30" fmla="*/ 6602547 h 7543799"/>
              <a:gd name="connsiteX31" fmla="*/ 0 w 6033181"/>
              <a:gd name="connsiteY31" fmla="*/ 6330599 h 7543799"/>
              <a:gd name="connsiteX32" fmla="*/ 256403 w 6033181"/>
              <a:gd name="connsiteY32" fmla="*/ 6058651 h 7543799"/>
              <a:gd name="connsiteX33" fmla="*/ 256403 w 6033181"/>
              <a:gd name="connsiteY33" fmla="*/ 6227862 h 7543799"/>
              <a:gd name="connsiteX34" fmla="*/ 469590 w 6033181"/>
              <a:gd name="connsiteY34" fmla="*/ 6227862 h 7543799"/>
              <a:gd name="connsiteX35" fmla="*/ 469590 w 6033181"/>
              <a:gd name="connsiteY35" fmla="*/ 3874636 h 7543799"/>
              <a:gd name="connsiteX36" fmla="*/ 256403 w 6033181"/>
              <a:gd name="connsiteY36" fmla="*/ 3874636 h 7543799"/>
              <a:gd name="connsiteX37" fmla="*/ 256403 w 6033181"/>
              <a:gd name="connsiteY37" fmla="*/ 4043847 h 7543799"/>
              <a:gd name="connsiteX38" fmla="*/ 0 w 6033181"/>
              <a:gd name="connsiteY38" fmla="*/ 3771899 h 7543799"/>
              <a:gd name="connsiteX39" fmla="*/ 256403 w 6033181"/>
              <a:gd name="connsiteY39" fmla="*/ 3499951 h 7543799"/>
              <a:gd name="connsiteX40" fmla="*/ 256403 w 6033181"/>
              <a:gd name="connsiteY40" fmla="*/ 3669162 h 7543799"/>
              <a:gd name="connsiteX41" fmla="*/ 469590 w 6033181"/>
              <a:gd name="connsiteY41" fmla="*/ 3669162 h 7543799"/>
              <a:gd name="connsiteX42" fmla="*/ 469590 w 6033181"/>
              <a:gd name="connsiteY42" fmla="*/ 1315937 h 7543799"/>
              <a:gd name="connsiteX43" fmla="*/ 256403 w 6033181"/>
              <a:gd name="connsiteY43" fmla="*/ 1315937 h 7543799"/>
              <a:gd name="connsiteX44" fmla="*/ 256403 w 6033181"/>
              <a:gd name="connsiteY44" fmla="*/ 1485148 h 7543799"/>
              <a:gd name="connsiteX45" fmla="*/ 0 w 6033181"/>
              <a:gd name="connsiteY45" fmla="*/ 1213200 h 7543799"/>
              <a:gd name="connsiteX46" fmla="*/ 256403 w 6033181"/>
              <a:gd name="connsiteY46" fmla="*/ 941252 h 7543799"/>
              <a:gd name="connsiteX47" fmla="*/ 256403 w 6033181"/>
              <a:gd name="connsiteY47" fmla="*/ 1110463 h 7543799"/>
              <a:gd name="connsiteX48" fmla="*/ 469590 w 6033181"/>
              <a:gd name="connsiteY48" fmla="*/ 1110463 h 7543799"/>
              <a:gd name="connsiteX49" fmla="*/ 469590 w 6033181"/>
              <a:gd name="connsiteY49" fmla="*/ 185320 h 7543799"/>
              <a:gd name="connsiteX50" fmla="*/ 654910 w 6033181"/>
              <a:gd name="connsiteY50" fmla="*/ 0 h 754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6033181" h="7543799">
                <a:moveTo>
                  <a:pt x="654910" y="0"/>
                </a:moveTo>
                <a:lnTo>
                  <a:pt x="5378270" y="0"/>
                </a:lnTo>
                <a:cubicBezTo>
                  <a:pt x="5480619" y="0"/>
                  <a:pt x="5563590" y="82971"/>
                  <a:pt x="5563590" y="185320"/>
                </a:cubicBezTo>
                <a:lnTo>
                  <a:pt x="5563590" y="1110463"/>
                </a:lnTo>
                <a:lnTo>
                  <a:pt x="5776778" y="1110463"/>
                </a:lnTo>
                <a:lnTo>
                  <a:pt x="5776778" y="941251"/>
                </a:lnTo>
                <a:lnTo>
                  <a:pt x="6033181" y="1213199"/>
                </a:lnTo>
                <a:lnTo>
                  <a:pt x="5776778" y="1485148"/>
                </a:lnTo>
                <a:lnTo>
                  <a:pt x="5776778" y="1315936"/>
                </a:lnTo>
                <a:lnTo>
                  <a:pt x="5563590" y="1315936"/>
                </a:lnTo>
                <a:lnTo>
                  <a:pt x="5563590" y="3669162"/>
                </a:lnTo>
                <a:lnTo>
                  <a:pt x="5776778" y="3669162"/>
                </a:lnTo>
                <a:lnTo>
                  <a:pt x="5776778" y="3499951"/>
                </a:lnTo>
                <a:lnTo>
                  <a:pt x="6033181" y="3771899"/>
                </a:lnTo>
                <a:lnTo>
                  <a:pt x="5776778" y="4043847"/>
                </a:lnTo>
                <a:lnTo>
                  <a:pt x="5776778" y="3874636"/>
                </a:lnTo>
                <a:lnTo>
                  <a:pt x="5563590" y="3874636"/>
                </a:lnTo>
                <a:lnTo>
                  <a:pt x="5563590" y="6227862"/>
                </a:lnTo>
                <a:lnTo>
                  <a:pt x="5776778" y="6227862"/>
                </a:lnTo>
                <a:lnTo>
                  <a:pt x="5776778" y="6058651"/>
                </a:lnTo>
                <a:lnTo>
                  <a:pt x="6033181" y="6330599"/>
                </a:lnTo>
                <a:lnTo>
                  <a:pt x="5776778" y="6602547"/>
                </a:lnTo>
                <a:lnTo>
                  <a:pt x="5776778" y="6433336"/>
                </a:lnTo>
                <a:lnTo>
                  <a:pt x="5563590" y="6433336"/>
                </a:lnTo>
                <a:lnTo>
                  <a:pt x="5563590" y="7358479"/>
                </a:lnTo>
                <a:cubicBezTo>
                  <a:pt x="5563590" y="7460828"/>
                  <a:pt x="5480619" y="7543799"/>
                  <a:pt x="5378270" y="7543799"/>
                </a:cubicBezTo>
                <a:lnTo>
                  <a:pt x="654910" y="7543799"/>
                </a:lnTo>
                <a:cubicBezTo>
                  <a:pt x="552561" y="7543799"/>
                  <a:pt x="469590" y="7460828"/>
                  <a:pt x="469590" y="7358479"/>
                </a:cubicBezTo>
                <a:lnTo>
                  <a:pt x="469590" y="6433336"/>
                </a:lnTo>
                <a:lnTo>
                  <a:pt x="256403" y="6433336"/>
                </a:lnTo>
                <a:lnTo>
                  <a:pt x="256403" y="6602547"/>
                </a:lnTo>
                <a:lnTo>
                  <a:pt x="0" y="6330599"/>
                </a:lnTo>
                <a:lnTo>
                  <a:pt x="256403" y="6058651"/>
                </a:lnTo>
                <a:lnTo>
                  <a:pt x="256403" y="6227862"/>
                </a:lnTo>
                <a:lnTo>
                  <a:pt x="469590" y="6227862"/>
                </a:lnTo>
                <a:lnTo>
                  <a:pt x="469590" y="3874636"/>
                </a:lnTo>
                <a:lnTo>
                  <a:pt x="256403" y="3874636"/>
                </a:lnTo>
                <a:lnTo>
                  <a:pt x="256403" y="4043847"/>
                </a:lnTo>
                <a:lnTo>
                  <a:pt x="0" y="3771899"/>
                </a:lnTo>
                <a:lnTo>
                  <a:pt x="256403" y="3499951"/>
                </a:lnTo>
                <a:lnTo>
                  <a:pt x="256403" y="3669162"/>
                </a:lnTo>
                <a:lnTo>
                  <a:pt x="469590" y="3669162"/>
                </a:lnTo>
                <a:lnTo>
                  <a:pt x="469590" y="1315937"/>
                </a:lnTo>
                <a:lnTo>
                  <a:pt x="256403" y="1315937"/>
                </a:lnTo>
                <a:lnTo>
                  <a:pt x="256403" y="1485148"/>
                </a:lnTo>
                <a:lnTo>
                  <a:pt x="0" y="1213200"/>
                </a:lnTo>
                <a:lnTo>
                  <a:pt x="256403" y="941252"/>
                </a:lnTo>
                <a:lnTo>
                  <a:pt x="256403" y="1110463"/>
                </a:lnTo>
                <a:lnTo>
                  <a:pt x="469590" y="1110463"/>
                </a:lnTo>
                <a:lnTo>
                  <a:pt x="469590" y="185320"/>
                </a:lnTo>
                <a:cubicBezTo>
                  <a:pt x="469590" y="82971"/>
                  <a:pt x="552561" y="0"/>
                  <a:pt x="654910" y="0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1428AC-593C-4A32-AC2A-C2E971764C6B}"/>
              </a:ext>
            </a:extLst>
          </p:cNvPr>
          <p:cNvSpPr txBox="1"/>
          <p:nvPr/>
        </p:nvSpPr>
        <p:spPr>
          <a:xfrm flipH="1">
            <a:off x="1925672" y="1684333"/>
            <a:ext cx="398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Secondary Title</a:t>
            </a:r>
            <a:endParaRPr lang="ru-RU" sz="3600" dirty="0">
              <a:latin typeface="+mj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C8D232-48A5-4E3F-BAD7-807416BC4478}"/>
              </a:ext>
            </a:extLst>
          </p:cNvPr>
          <p:cNvSpPr txBox="1"/>
          <p:nvPr/>
        </p:nvSpPr>
        <p:spPr>
          <a:xfrm flipH="1">
            <a:off x="1925672" y="2284939"/>
            <a:ext cx="3985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C18442-0B21-4872-AEFA-42AA3774C6B5}"/>
              </a:ext>
            </a:extLst>
          </p:cNvPr>
          <p:cNvSpPr txBox="1"/>
          <p:nvPr/>
        </p:nvSpPr>
        <p:spPr>
          <a:xfrm flipH="1">
            <a:off x="1925672" y="4243033"/>
            <a:ext cx="398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Secondary Title</a:t>
            </a:r>
            <a:endParaRPr lang="ru-RU" sz="3600" dirty="0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8EAC9D-D4F3-4DC9-BC82-FEEAEACB6243}"/>
              </a:ext>
            </a:extLst>
          </p:cNvPr>
          <p:cNvSpPr txBox="1"/>
          <p:nvPr/>
        </p:nvSpPr>
        <p:spPr>
          <a:xfrm flipH="1">
            <a:off x="1925672" y="4843639"/>
            <a:ext cx="3985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643A77-3AD9-4D63-BAEA-85EE85EB805C}"/>
              </a:ext>
            </a:extLst>
          </p:cNvPr>
          <p:cNvSpPr txBox="1"/>
          <p:nvPr/>
        </p:nvSpPr>
        <p:spPr>
          <a:xfrm flipH="1">
            <a:off x="1925672" y="6801733"/>
            <a:ext cx="398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Secondary Title</a:t>
            </a:r>
            <a:endParaRPr lang="ru-RU" sz="3600" dirty="0">
              <a:latin typeface="+mj-lt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7F3DB1-5A5F-46CC-A53E-33BCB8FBB729}"/>
              </a:ext>
            </a:extLst>
          </p:cNvPr>
          <p:cNvSpPr txBox="1"/>
          <p:nvPr/>
        </p:nvSpPr>
        <p:spPr>
          <a:xfrm flipH="1">
            <a:off x="1925672" y="7402339"/>
            <a:ext cx="3985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0E3B991-2DFD-46DA-909C-ABD404C739DF}"/>
              </a:ext>
            </a:extLst>
          </p:cNvPr>
          <p:cNvSpPr txBox="1"/>
          <p:nvPr/>
        </p:nvSpPr>
        <p:spPr>
          <a:xfrm flipH="1">
            <a:off x="12376472" y="1684333"/>
            <a:ext cx="398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Secondary Title</a:t>
            </a:r>
            <a:endParaRPr lang="ru-RU" sz="3600" dirty="0">
              <a:latin typeface="+mj-l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17D9943-54A0-48B9-9644-2CAB75AD49D1}"/>
              </a:ext>
            </a:extLst>
          </p:cNvPr>
          <p:cNvSpPr txBox="1"/>
          <p:nvPr/>
        </p:nvSpPr>
        <p:spPr>
          <a:xfrm flipH="1">
            <a:off x="12376472" y="2284939"/>
            <a:ext cx="3985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63F0613-2AFE-42E1-9FFF-8268C850D47C}"/>
              </a:ext>
            </a:extLst>
          </p:cNvPr>
          <p:cNvSpPr txBox="1"/>
          <p:nvPr/>
        </p:nvSpPr>
        <p:spPr>
          <a:xfrm flipH="1">
            <a:off x="12376472" y="4243033"/>
            <a:ext cx="398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Secondary Title</a:t>
            </a:r>
            <a:endParaRPr lang="ru-RU" sz="3600" dirty="0">
              <a:latin typeface="+mj-lt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853F5C-25CE-4665-A214-9493AFAEDF5C}"/>
              </a:ext>
            </a:extLst>
          </p:cNvPr>
          <p:cNvSpPr txBox="1"/>
          <p:nvPr/>
        </p:nvSpPr>
        <p:spPr>
          <a:xfrm flipH="1">
            <a:off x="12376472" y="4843639"/>
            <a:ext cx="3985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536AE9A-403D-4E91-9C11-9A0E1776CDD4}"/>
              </a:ext>
            </a:extLst>
          </p:cNvPr>
          <p:cNvSpPr txBox="1"/>
          <p:nvPr/>
        </p:nvSpPr>
        <p:spPr>
          <a:xfrm flipH="1">
            <a:off x="12376472" y="6801733"/>
            <a:ext cx="398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Secondary Title</a:t>
            </a:r>
            <a:endParaRPr lang="ru-RU" sz="3600" dirty="0">
              <a:latin typeface="+mj-lt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EBFA6B-8AFB-414E-87A9-B521D0C8CAB7}"/>
              </a:ext>
            </a:extLst>
          </p:cNvPr>
          <p:cNvSpPr txBox="1"/>
          <p:nvPr/>
        </p:nvSpPr>
        <p:spPr>
          <a:xfrm flipH="1">
            <a:off x="12376472" y="7402339"/>
            <a:ext cx="3985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1F2B0D-2093-4E7E-B70C-7DAE931260F8}"/>
              </a:ext>
            </a:extLst>
          </p:cNvPr>
          <p:cNvSpPr txBox="1"/>
          <p:nvPr/>
        </p:nvSpPr>
        <p:spPr>
          <a:xfrm flipH="1">
            <a:off x="7019672" y="5542604"/>
            <a:ext cx="4248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+mj-lt"/>
              </a:rPr>
              <a:t>RESEARCH</a:t>
            </a:r>
          </a:p>
        </p:txBody>
      </p:sp>
      <p:sp>
        <p:nvSpPr>
          <p:cNvPr id="73" name="Freeform 463">
            <a:extLst>
              <a:ext uri="{FF2B5EF4-FFF2-40B4-BE49-F238E27FC236}">
                <a16:creationId xmlns:a16="http://schemas.microsoft.com/office/drawing/2014/main" id="{F042B150-DB90-4F5A-8124-26057E5869E9}"/>
              </a:ext>
            </a:extLst>
          </p:cNvPr>
          <p:cNvSpPr>
            <a:spLocks noEditPoints="1"/>
          </p:cNvSpPr>
          <p:nvPr/>
        </p:nvSpPr>
        <p:spPr bwMode="auto">
          <a:xfrm>
            <a:off x="8474024" y="4098065"/>
            <a:ext cx="1339952" cy="1077796"/>
          </a:xfrm>
          <a:custGeom>
            <a:avLst/>
            <a:gdLst>
              <a:gd name="T0" fmla="*/ 16 w 176"/>
              <a:gd name="T1" fmla="*/ 104 h 144"/>
              <a:gd name="T2" fmla="*/ 24 w 176"/>
              <a:gd name="T3" fmla="*/ 104 h 144"/>
              <a:gd name="T4" fmla="*/ 44 w 176"/>
              <a:gd name="T5" fmla="*/ 84 h 144"/>
              <a:gd name="T6" fmla="*/ 136 w 176"/>
              <a:gd name="T7" fmla="*/ 80 h 144"/>
              <a:gd name="T8" fmla="*/ 116 w 176"/>
              <a:gd name="T9" fmla="*/ 108 h 144"/>
              <a:gd name="T10" fmla="*/ 136 w 176"/>
              <a:gd name="T11" fmla="*/ 88 h 144"/>
              <a:gd name="T12" fmla="*/ 136 w 176"/>
              <a:gd name="T13" fmla="*/ 80 h 144"/>
              <a:gd name="T14" fmla="*/ 143 w 176"/>
              <a:gd name="T15" fmla="*/ 16 h 144"/>
              <a:gd name="T16" fmla="*/ 120 w 176"/>
              <a:gd name="T17" fmla="*/ 0 h 144"/>
              <a:gd name="T18" fmla="*/ 80 w 176"/>
              <a:gd name="T19" fmla="*/ 24 h 144"/>
              <a:gd name="T20" fmla="*/ 33 w 176"/>
              <a:gd name="T21" fmla="*/ 16 h 144"/>
              <a:gd name="T22" fmla="*/ 4 w 176"/>
              <a:gd name="T23" fmla="*/ 87 h 144"/>
              <a:gd name="T24" fmla="*/ 40 w 176"/>
              <a:gd name="T25" fmla="*/ 144 h 144"/>
              <a:gd name="T26" fmla="*/ 97 w 176"/>
              <a:gd name="T27" fmla="*/ 112 h 144"/>
              <a:gd name="T28" fmla="*/ 176 w 176"/>
              <a:gd name="T29" fmla="*/ 104 h 144"/>
              <a:gd name="T30" fmla="*/ 40 w 176"/>
              <a:gd name="T31" fmla="*/ 136 h 144"/>
              <a:gd name="T32" fmla="*/ 40 w 176"/>
              <a:gd name="T33" fmla="*/ 72 h 144"/>
              <a:gd name="T34" fmla="*/ 40 w 176"/>
              <a:gd name="T35" fmla="*/ 136 h 144"/>
              <a:gd name="T36" fmla="*/ 40 w 176"/>
              <a:gd name="T37" fmla="*/ 64 h 144"/>
              <a:gd name="T38" fmla="*/ 41 w 176"/>
              <a:gd name="T39" fmla="*/ 17 h 144"/>
              <a:gd name="T40" fmla="*/ 56 w 176"/>
              <a:gd name="T41" fmla="*/ 8 h 144"/>
              <a:gd name="T42" fmla="*/ 72 w 176"/>
              <a:gd name="T43" fmla="*/ 23 h 144"/>
              <a:gd name="T44" fmla="*/ 96 w 176"/>
              <a:gd name="T45" fmla="*/ 104 h 144"/>
              <a:gd name="T46" fmla="*/ 80 w 176"/>
              <a:gd name="T47" fmla="*/ 96 h 144"/>
              <a:gd name="T48" fmla="*/ 96 w 176"/>
              <a:gd name="T49" fmla="*/ 104 h 144"/>
              <a:gd name="T50" fmla="*/ 80 w 176"/>
              <a:gd name="T51" fmla="*/ 88 h 144"/>
              <a:gd name="T52" fmla="*/ 96 w 176"/>
              <a:gd name="T53" fmla="*/ 32 h 144"/>
              <a:gd name="T54" fmla="*/ 104 w 176"/>
              <a:gd name="T55" fmla="*/ 23 h 144"/>
              <a:gd name="T56" fmla="*/ 120 w 176"/>
              <a:gd name="T57" fmla="*/ 8 h 144"/>
              <a:gd name="T58" fmla="*/ 135 w 176"/>
              <a:gd name="T59" fmla="*/ 17 h 144"/>
              <a:gd name="T60" fmla="*/ 136 w 176"/>
              <a:gd name="T61" fmla="*/ 64 h 144"/>
              <a:gd name="T62" fmla="*/ 104 w 176"/>
              <a:gd name="T63" fmla="*/ 23 h 144"/>
              <a:gd name="T64" fmla="*/ 104 w 176"/>
              <a:gd name="T65" fmla="*/ 104 h 144"/>
              <a:gd name="T66" fmla="*/ 168 w 176"/>
              <a:gd name="T67" fmla="*/ 10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76" h="144">
                <a:moveTo>
                  <a:pt x="40" y="80"/>
                </a:moveTo>
                <a:cubicBezTo>
                  <a:pt x="27" y="80"/>
                  <a:pt x="16" y="91"/>
                  <a:pt x="16" y="104"/>
                </a:cubicBezTo>
                <a:cubicBezTo>
                  <a:pt x="16" y="106"/>
                  <a:pt x="18" y="108"/>
                  <a:pt x="20" y="108"/>
                </a:cubicBezTo>
                <a:cubicBezTo>
                  <a:pt x="22" y="108"/>
                  <a:pt x="24" y="106"/>
                  <a:pt x="24" y="104"/>
                </a:cubicBezTo>
                <a:cubicBezTo>
                  <a:pt x="24" y="95"/>
                  <a:pt x="31" y="88"/>
                  <a:pt x="40" y="88"/>
                </a:cubicBezTo>
                <a:cubicBezTo>
                  <a:pt x="42" y="88"/>
                  <a:pt x="44" y="86"/>
                  <a:pt x="44" y="84"/>
                </a:cubicBezTo>
                <a:cubicBezTo>
                  <a:pt x="44" y="82"/>
                  <a:pt x="42" y="80"/>
                  <a:pt x="40" y="80"/>
                </a:cubicBezTo>
                <a:moveTo>
                  <a:pt x="136" y="80"/>
                </a:moveTo>
                <a:cubicBezTo>
                  <a:pt x="123" y="80"/>
                  <a:pt x="112" y="91"/>
                  <a:pt x="112" y="104"/>
                </a:cubicBezTo>
                <a:cubicBezTo>
                  <a:pt x="112" y="106"/>
                  <a:pt x="114" y="108"/>
                  <a:pt x="116" y="108"/>
                </a:cubicBezTo>
                <a:cubicBezTo>
                  <a:pt x="118" y="108"/>
                  <a:pt x="120" y="106"/>
                  <a:pt x="120" y="104"/>
                </a:cubicBezTo>
                <a:cubicBezTo>
                  <a:pt x="120" y="95"/>
                  <a:pt x="127" y="88"/>
                  <a:pt x="136" y="88"/>
                </a:cubicBezTo>
                <a:cubicBezTo>
                  <a:pt x="138" y="88"/>
                  <a:pt x="140" y="86"/>
                  <a:pt x="140" y="84"/>
                </a:cubicBezTo>
                <a:cubicBezTo>
                  <a:pt x="140" y="82"/>
                  <a:pt x="138" y="80"/>
                  <a:pt x="136" y="80"/>
                </a:cubicBezTo>
                <a:moveTo>
                  <a:pt x="172" y="87"/>
                </a:moveTo>
                <a:cubicBezTo>
                  <a:pt x="143" y="16"/>
                  <a:pt x="143" y="16"/>
                  <a:pt x="143" y="16"/>
                </a:cubicBezTo>
                <a:cubicBezTo>
                  <a:pt x="143" y="16"/>
                  <a:pt x="143" y="16"/>
                  <a:pt x="143" y="16"/>
                </a:cubicBezTo>
                <a:cubicBezTo>
                  <a:pt x="139" y="7"/>
                  <a:pt x="130" y="0"/>
                  <a:pt x="120" y="0"/>
                </a:cubicBezTo>
                <a:cubicBezTo>
                  <a:pt x="107" y="0"/>
                  <a:pt x="96" y="11"/>
                  <a:pt x="96" y="24"/>
                </a:cubicBezTo>
                <a:cubicBezTo>
                  <a:pt x="80" y="24"/>
                  <a:pt x="80" y="24"/>
                  <a:pt x="80" y="24"/>
                </a:cubicBezTo>
                <a:cubicBezTo>
                  <a:pt x="80" y="11"/>
                  <a:pt x="69" y="0"/>
                  <a:pt x="56" y="0"/>
                </a:cubicBezTo>
                <a:cubicBezTo>
                  <a:pt x="46" y="0"/>
                  <a:pt x="37" y="7"/>
                  <a:pt x="33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4" y="87"/>
                  <a:pt x="4" y="87"/>
                  <a:pt x="4" y="87"/>
                </a:cubicBezTo>
                <a:cubicBezTo>
                  <a:pt x="1" y="92"/>
                  <a:pt x="0" y="98"/>
                  <a:pt x="0" y="104"/>
                </a:cubicBezTo>
                <a:cubicBezTo>
                  <a:pt x="0" y="126"/>
                  <a:pt x="18" y="144"/>
                  <a:pt x="40" y="144"/>
                </a:cubicBezTo>
                <a:cubicBezTo>
                  <a:pt x="59" y="144"/>
                  <a:pt x="75" y="130"/>
                  <a:pt x="79" y="112"/>
                </a:cubicBezTo>
                <a:cubicBezTo>
                  <a:pt x="97" y="112"/>
                  <a:pt x="97" y="112"/>
                  <a:pt x="97" y="112"/>
                </a:cubicBezTo>
                <a:cubicBezTo>
                  <a:pt x="101" y="130"/>
                  <a:pt x="117" y="144"/>
                  <a:pt x="136" y="144"/>
                </a:cubicBezTo>
                <a:cubicBezTo>
                  <a:pt x="158" y="144"/>
                  <a:pt x="176" y="126"/>
                  <a:pt x="176" y="104"/>
                </a:cubicBezTo>
                <a:cubicBezTo>
                  <a:pt x="176" y="98"/>
                  <a:pt x="175" y="92"/>
                  <a:pt x="172" y="87"/>
                </a:cubicBezTo>
                <a:moveTo>
                  <a:pt x="40" y="136"/>
                </a:moveTo>
                <a:cubicBezTo>
                  <a:pt x="22" y="136"/>
                  <a:pt x="8" y="122"/>
                  <a:pt x="8" y="104"/>
                </a:cubicBezTo>
                <a:cubicBezTo>
                  <a:pt x="8" y="86"/>
                  <a:pt x="22" y="72"/>
                  <a:pt x="40" y="72"/>
                </a:cubicBezTo>
                <a:cubicBezTo>
                  <a:pt x="58" y="72"/>
                  <a:pt x="72" y="86"/>
                  <a:pt x="72" y="104"/>
                </a:cubicBezTo>
                <a:cubicBezTo>
                  <a:pt x="72" y="122"/>
                  <a:pt x="58" y="136"/>
                  <a:pt x="40" y="136"/>
                </a:cubicBezTo>
                <a:moveTo>
                  <a:pt x="72" y="80"/>
                </a:moveTo>
                <a:cubicBezTo>
                  <a:pt x="65" y="70"/>
                  <a:pt x="53" y="64"/>
                  <a:pt x="40" y="64"/>
                </a:cubicBezTo>
                <a:cubicBezTo>
                  <a:pt x="33" y="64"/>
                  <a:pt x="26" y="66"/>
                  <a:pt x="20" y="69"/>
                </a:cubicBezTo>
                <a:cubicBezTo>
                  <a:pt x="41" y="17"/>
                  <a:pt x="41" y="17"/>
                  <a:pt x="41" y="17"/>
                </a:cubicBezTo>
                <a:cubicBezTo>
                  <a:pt x="41" y="17"/>
                  <a:pt x="41" y="17"/>
                  <a:pt x="41" y="17"/>
                </a:cubicBezTo>
                <a:cubicBezTo>
                  <a:pt x="44" y="12"/>
                  <a:pt x="50" y="8"/>
                  <a:pt x="56" y="8"/>
                </a:cubicBezTo>
                <a:cubicBezTo>
                  <a:pt x="64" y="8"/>
                  <a:pt x="71" y="14"/>
                  <a:pt x="72" y="23"/>
                </a:cubicBezTo>
                <a:cubicBezTo>
                  <a:pt x="72" y="23"/>
                  <a:pt x="72" y="23"/>
                  <a:pt x="72" y="23"/>
                </a:cubicBezTo>
                <a:lnTo>
                  <a:pt x="72" y="80"/>
                </a:lnTo>
                <a:close/>
                <a:moveTo>
                  <a:pt x="96" y="104"/>
                </a:moveTo>
                <a:cubicBezTo>
                  <a:pt x="80" y="104"/>
                  <a:pt x="80" y="104"/>
                  <a:pt x="80" y="104"/>
                </a:cubicBezTo>
                <a:cubicBezTo>
                  <a:pt x="80" y="96"/>
                  <a:pt x="80" y="96"/>
                  <a:pt x="80" y="96"/>
                </a:cubicBezTo>
                <a:cubicBezTo>
                  <a:pt x="96" y="96"/>
                  <a:pt x="96" y="96"/>
                  <a:pt x="96" y="96"/>
                </a:cubicBezTo>
                <a:lnTo>
                  <a:pt x="96" y="104"/>
                </a:lnTo>
                <a:close/>
                <a:moveTo>
                  <a:pt x="96" y="88"/>
                </a:moveTo>
                <a:cubicBezTo>
                  <a:pt x="80" y="88"/>
                  <a:pt x="80" y="88"/>
                  <a:pt x="80" y="88"/>
                </a:cubicBezTo>
                <a:cubicBezTo>
                  <a:pt x="80" y="32"/>
                  <a:pt x="80" y="32"/>
                  <a:pt x="80" y="32"/>
                </a:cubicBezTo>
                <a:cubicBezTo>
                  <a:pt x="96" y="32"/>
                  <a:pt x="96" y="32"/>
                  <a:pt x="96" y="32"/>
                </a:cubicBezTo>
                <a:lnTo>
                  <a:pt x="96" y="88"/>
                </a:lnTo>
                <a:close/>
                <a:moveTo>
                  <a:pt x="104" y="23"/>
                </a:moveTo>
                <a:cubicBezTo>
                  <a:pt x="104" y="23"/>
                  <a:pt x="104" y="23"/>
                  <a:pt x="104" y="23"/>
                </a:cubicBezTo>
                <a:cubicBezTo>
                  <a:pt x="105" y="14"/>
                  <a:pt x="112" y="8"/>
                  <a:pt x="120" y="8"/>
                </a:cubicBezTo>
                <a:cubicBezTo>
                  <a:pt x="126" y="8"/>
                  <a:pt x="132" y="12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0" y="66"/>
                  <a:pt x="143" y="64"/>
                  <a:pt x="136" y="64"/>
                </a:cubicBezTo>
                <a:cubicBezTo>
                  <a:pt x="123" y="64"/>
                  <a:pt x="111" y="70"/>
                  <a:pt x="104" y="80"/>
                </a:cubicBezTo>
                <a:lnTo>
                  <a:pt x="104" y="23"/>
                </a:lnTo>
                <a:close/>
                <a:moveTo>
                  <a:pt x="136" y="136"/>
                </a:moveTo>
                <a:cubicBezTo>
                  <a:pt x="118" y="136"/>
                  <a:pt x="104" y="122"/>
                  <a:pt x="104" y="104"/>
                </a:cubicBezTo>
                <a:cubicBezTo>
                  <a:pt x="104" y="86"/>
                  <a:pt x="118" y="72"/>
                  <a:pt x="136" y="72"/>
                </a:cubicBezTo>
                <a:cubicBezTo>
                  <a:pt x="154" y="72"/>
                  <a:pt x="168" y="86"/>
                  <a:pt x="168" y="104"/>
                </a:cubicBezTo>
                <a:cubicBezTo>
                  <a:pt x="168" y="122"/>
                  <a:pt x="154" y="136"/>
                  <a:pt x="136" y="136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0418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2B58DCC4-720C-4F75-8824-D9A4EE06E2E9}"/>
              </a:ext>
            </a:extLst>
          </p:cNvPr>
          <p:cNvSpPr/>
          <p:nvPr/>
        </p:nvSpPr>
        <p:spPr>
          <a:xfrm>
            <a:off x="1371600" y="1371600"/>
            <a:ext cx="5094002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66241688-F5DB-49F3-9A7D-6564E31A9B97}"/>
              </a:ext>
            </a:extLst>
          </p:cNvPr>
          <p:cNvSpPr/>
          <p:nvPr/>
        </p:nvSpPr>
        <p:spPr>
          <a:xfrm>
            <a:off x="1371600" y="3289800"/>
            <a:ext cx="5094002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FC81D3DE-85F5-4CEF-8E38-CDE84C50A8C8}"/>
              </a:ext>
            </a:extLst>
          </p:cNvPr>
          <p:cNvSpPr/>
          <p:nvPr/>
        </p:nvSpPr>
        <p:spPr>
          <a:xfrm>
            <a:off x="1371600" y="5208000"/>
            <a:ext cx="5094002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D16AAF3C-A63E-4FE7-A7FE-DE85FABA603D}"/>
              </a:ext>
            </a:extLst>
          </p:cNvPr>
          <p:cNvSpPr/>
          <p:nvPr/>
        </p:nvSpPr>
        <p:spPr>
          <a:xfrm>
            <a:off x="1371600" y="7126200"/>
            <a:ext cx="5094002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FCEE558-1927-45B6-9804-BE85353E6D63}"/>
              </a:ext>
            </a:extLst>
          </p:cNvPr>
          <p:cNvSpPr/>
          <p:nvPr/>
        </p:nvSpPr>
        <p:spPr>
          <a:xfrm>
            <a:off x="11822400" y="1371600"/>
            <a:ext cx="5094002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4C633DC4-6B3F-4F74-852A-224539549388}"/>
              </a:ext>
            </a:extLst>
          </p:cNvPr>
          <p:cNvSpPr/>
          <p:nvPr/>
        </p:nvSpPr>
        <p:spPr>
          <a:xfrm>
            <a:off x="11822400" y="3289800"/>
            <a:ext cx="5094002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5028670A-DB33-4903-BAB2-F20812FEB279}"/>
              </a:ext>
            </a:extLst>
          </p:cNvPr>
          <p:cNvSpPr/>
          <p:nvPr/>
        </p:nvSpPr>
        <p:spPr>
          <a:xfrm>
            <a:off x="11822400" y="5208000"/>
            <a:ext cx="5094002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32921CD6-603E-4197-AA09-3ABC06169576}"/>
              </a:ext>
            </a:extLst>
          </p:cNvPr>
          <p:cNvSpPr/>
          <p:nvPr/>
        </p:nvSpPr>
        <p:spPr>
          <a:xfrm>
            <a:off x="11822400" y="7126200"/>
            <a:ext cx="5094002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D12A3AA9-A272-4CBD-B75C-A712E439F04E}"/>
              </a:ext>
            </a:extLst>
          </p:cNvPr>
          <p:cNvSpPr/>
          <p:nvPr/>
        </p:nvSpPr>
        <p:spPr>
          <a:xfrm>
            <a:off x="6127409" y="1371602"/>
            <a:ext cx="6033182" cy="7543799"/>
          </a:xfrm>
          <a:custGeom>
            <a:avLst/>
            <a:gdLst>
              <a:gd name="connsiteX0" fmla="*/ 654911 w 6033182"/>
              <a:gd name="connsiteY0" fmla="*/ 0 h 7543799"/>
              <a:gd name="connsiteX1" fmla="*/ 5378271 w 6033182"/>
              <a:gd name="connsiteY1" fmla="*/ 0 h 7543799"/>
              <a:gd name="connsiteX2" fmla="*/ 5563591 w 6033182"/>
              <a:gd name="connsiteY2" fmla="*/ 185320 h 7543799"/>
              <a:gd name="connsiteX3" fmla="*/ 5563591 w 6033182"/>
              <a:gd name="connsiteY3" fmla="*/ 791862 h 7543799"/>
              <a:gd name="connsiteX4" fmla="*/ 5776779 w 6033182"/>
              <a:gd name="connsiteY4" fmla="*/ 791862 h 7543799"/>
              <a:gd name="connsiteX5" fmla="*/ 5776779 w 6033182"/>
              <a:gd name="connsiteY5" fmla="*/ 622652 h 7543799"/>
              <a:gd name="connsiteX6" fmla="*/ 6033182 w 6033182"/>
              <a:gd name="connsiteY6" fmla="*/ 894599 h 7543799"/>
              <a:gd name="connsiteX7" fmla="*/ 5776779 w 6033182"/>
              <a:gd name="connsiteY7" fmla="*/ 1166548 h 7543799"/>
              <a:gd name="connsiteX8" fmla="*/ 5776779 w 6033182"/>
              <a:gd name="connsiteY8" fmla="*/ 997337 h 7543799"/>
              <a:gd name="connsiteX9" fmla="*/ 5563591 w 6033182"/>
              <a:gd name="connsiteY9" fmla="*/ 997337 h 7543799"/>
              <a:gd name="connsiteX10" fmla="*/ 5563591 w 6033182"/>
              <a:gd name="connsiteY10" fmla="*/ 2710062 h 7543799"/>
              <a:gd name="connsiteX11" fmla="*/ 5776779 w 6033182"/>
              <a:gd name="connsiteY11" fmla="*/ 2710062 h 7543799"/>
              <a:gd name="connsiteX12" fmla="*/ 5776779 w 6033182"/>
              <a:gd name="connsiteY12" fmla="*/ 2540851 h 7543799"/>
              <a:gd name="connsiteX13" fmla="*/ 6033182 w 6033182"/>
              <a:gd name="connsiteY13" fmla="*/ 2812799 h 7543799"/>
              <a:gd name="connsiteX14" fmla="*/ 5776779 w 6033182"/>
              <a:gd name="connsiteY14" fmla="*/ 3084747 h 7543799"/>
              <a:gd name="connsiteX15" fmla="*/ 5776779 w 6033182"/>
              <a:gd name="connsiteY15" fmla="*/ 2915536 h 7543799"/>
              <a:gd name="connsiteX16" fmla="*/ 5563591 w 6033182"/>
              <a:gd name="connsiteY16" fmla="*/ 2915536 h 7543799"/>
              <a:gd name="connsiteX17" fmla="*/ 5563591 w 6033182"/>
              <a:gd name="connsiteY17" fmla="*/ 4628262 h 7543799"/>
              <a:gd name="connsiteX18" fmla="*/ 5776779 w 6033182"/>
              <a:gd name="connsiteY18" fmla="*/ 4628262 h 7543799"/>
              <a:gd name="connsiteX19" fmla="*/ 5776779 w 6033182"/>
              <a:gd name="connsiteY19" fmla="*/ 4459051 h 7543799"/>
              <a:gd name="connsiteX20" fmla="*/ 6033182 w 6033182"/>
              <a:gd name="connsiteY20" fmla="*/ 4730999 h 7543799"/>
              <a:gd name="connsiteX21" fmla="*/ 5776779 w 6033182"/>
              <a:gd name="connsiteY21" fmla="*/ 5002947 h 7543799"/>
              <a:gd name="connsiteX22" fmla="*/ 5776779 w 6033182"/>
              <a:gd name="connsiteY22" fmla="*/ 4833736 h 7543799"/>
              <a:gd name="connsiteX23" fmla="*/ 5563591 w 6033182"/>
              <a:gd name="connsiteY23" fmla="*/ 4833736 h 7543799"/>
              <a:gd name="connsiteX24" fmla="*/ 5563591 w 6033182"/>
              <a:gd name="connsiteY24" fmla="*/ 6546462 h 7543799"/>
              <a:gd name="connsiteX25" fmla="*/ 5776779 w 6033182"/>
              <a:gd name="connsiteY25" fmla="*/ 6546462 h 7543799"/>
              <a:gd name="connsiteX26" fmla="*/ 5776779 w 6033182"/>
              <a:gd name="connsiteY26" fmla="*/ 6377251 h 7543799"/>
              <a:gd name="connsiteX27" fmla="*/ 6033182 w 6033182"/>
              <a:gd name="connsiteY27" fmla="*/ 6649199 h 7543799"/>
              <a:gd name="connsiteX28" fmla="*/ 5776779 w 6033182"/>
              <a:gd name="connsiteY28" fmla="*/ 6921147 h 7543799"/>
              <a:gd name="connsiteX29" fmla="*/ 5776779 w 6033182"/>
              <a:gd name="connsiteY29" fmla="*/ 6751936 h 7543799"/>
              <a:gd name="connsiteX30" fmla="*/ 5563591 w 6033182"/>
              <a:gd name="connsiteY30" fmla="*/ 6751936 h 7543799"/>
              <a:gd name="connsiteX31" fmla="*/ 5563591 w 6033182"/>
              <a:gd name="connsiteY31" fmla="*/ 7358479 h 7543799"/>
              <a:gd name="connsiteX32" fmla="*/ 5378271 w 6033182"/>
              <a:gd name="connsiteY32" fmla="*/ 7543799 h 7543799"/>
              <a:gd name="connsiteX33" fmla="*/ 654911 w 6033182"/>
              <a:gd name="connsiteY33" fmla="*/ 7543799 h 7543799"/>
              <a:gd name="connsiteX34" fmla="*/ 469591 w 6033182"/>
              <a:gd name="connsiteY34" fmla="*/ 7358479 h 7543799"/>
              <a:gd name="connsiteX35" fmla="*/ 469591 w 6033182"/>
              <a:gd name="connsiteY35" fmla="*/ 6751936 h 7543799"/>
              <a:gd name="connsiteX36" fmla="*/ 256403 w 6033182"/>
              <a:gd name="connsiteY36" fmla="*/ 6751936 h 7543799"/>
              <a:gd name="connsiteX37" fmla="*/ 256403 w 6033182"/>
              <a:gd name="connsiteY37" fmla="*/ 6921147 h 7543799"/>
              <a:gd name="connsiteX38" fmla="*/ 0 w 6033182"/>
              <a:gd name="connsiteY38" fmla="*/ 6649199 h 7543799"/>
              <a:gd name="connsiteX39" fmla="*/ 256403 w 6033182"/>
              <a:gd name="connsiteY39" fmla="*/ 6377251 h 7543799"/>
              <a:gd name="connsiteX40" fmla="*/ 256403 w 6033182"/>
              <a:gd name="connsiteY40" fmla="*/ 6546462 h 7543799"/>
              <a:gd name="connsiteX41" fmla="*/ 469591 w 6033182"/>
              <a:gd name="connsiteY41" fmla="*/ 6546462 h 7543799"/>
              <a:gd name="connsiteX42" fmla="*/ 469591 w 6033182"/>
              <a:gd name="connsiteY42" fmla="*/ 4833736 h 7543799"/>
              <a:gd name="connsiteX43" fmla="*/ 256403 w 6033182"/>
              <a:gd name="connsiteY43" fmla="*/ 4833736 h 7543799"/>
              <a:gd name="connsiteX44" fmla="*/ 256403 w 6033182"/>
              <a:gd name="connsiteY44" fmla="*/ 5002947 h 7543799"/>
              <a:gd name="connsiteX45" fmla="*/ 0 w 6033182"/>
              <a:gd name="connsiteY45" fmla="*/ 4730999 h 7543799"/>
              <a:gd name="connsiteX46" fmla="*/ 256403 w 6033182"/>
              <a:gd name="connsiteY46" fmla="*/ 4459051 h 7543799"/>
              <a:gd name="connsiteX47" fmla="*/ 256403 w 6033182"/>
              <a:gd name="connsiteY47" fmla="*/ 4628262 h 7543799"/>
              <a:gd name="connsiteX48" fmla="*/ 469591 w 6033182"/>
              <a:gd name="connsiteY48" fmla="*/ 4628262 h 7543799"/>
              <a:gd name="connsiteX49" fmla="*/ 469591 w 6033182"/>
              <a:gd name="connsiteY49" fmla="*/ 2915536 h 7543799"/>
              <a:gd name="connsiteX50" fmla="*/ 256403 w 6033182"/>
              <a:gd name="connsiteY50" fmla="*/ 2915536 h 7543799"/>
              <a:gd name="connsiteX51" fmla="*/ 256403 w 6033182"/>
              <a:gd name="connsiteY51" fmla="*/ 3084747 h 7543799"/>
              <a:gd name="connsiteX52" fmla="*/ 0 w 6033182"/>
              <a:gd name="connsiteY52" fmla="*/ 2812800 h 7543799"/>
              <a:gd name="connsiteX53" fmla="*/ 256403 w 6033182"/>
              <a:gd name="connsiteY53" fmla="*/ 2540852 h 7543799"/>
              <a:gd name="connsiteX54" fmla="*/ 256403 w 6033182"/>
              <a:gd name="connsiteY54" fmla="*/ 2710063 h 7543799"/>
              <a:gd name="connsiteX55" fmla="*/ 469591 w 6033182"/>
              <a:gd name="connsiteY55" fmla="*/ 2710063 h 7543799"/>
              <a:gd name="connsiteX56" fmla="*/ 469591 w 6033182"/>
              <a:gd name="connsiteY56" fmla="*/ 997337 h 7543799"/>
              <a:gd name="connsiteX57" fmla="*/ 256403 w 6033182"/>
              <a:gd name="connsiteY57" fmla="*/ 997337 h 7543799"/>
              <a:gd name="connsiteX58" fmla="*/ 256403 w 6033182"/>
              <a:gd name="connsiteY58" fmla="*/ 1166548 h 7543799"/>
              <a:gd name="connsiteX59" fmla="*/ 0 w 6033182"/>
              <a:gd name="connsiteY59" fmla="*/ 894600 h 7543799"/>
              <a:gd name="connsiteX60" fmla="*/ 256403 w 6033182"/>
              <a:gd name="connsiteY60" fmla="*/ 622652 h 7543799"/>
              <a:gd name="connsiteX61" fmla="*/ 256403 w 6033182"/>
              <a:gd name="connsiteY61" fmla="*/ 791863 h 7543799"/>
              <a:gd name="connsiteX62" fmla="*/ 469591 w 6033182"/>
              <a:gd name="connsiteY62" fmla="*/ 791863 h 7543799"/>
              <a:gd name="connsiteX63" fmla="*/ 469591 w 6033182"/>
              <a:gd name="connsiteY63" fmla="*/ 185320 h 7543799"/>
              <a:gd name="connsiteX64" fmla="*/ 654911 w 6033182"/>
              <a:gd name="connsiteY64" fmla="*/ 0 h 754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6033182" h="7543799">
                <a:moveTo>
                  <a:pt x="654911" y="0"/>
                </a:moveTo>
                <a:lnTo>
                  <a:pt x="5378271" y="0"/>
                </a:lnTo>
                <a:cubicBezTo>
                  <a:pt x="5480620" y="0"/>
                  <a:pt x="5563591" y="82971"/>
                  <a:pt x="5563591" y="185320"/>
                </a:cubicBezTo>
                <a:lnTo>
                  <a:pt x="5563591" y="791862"/>
                </a:lnTo>
                <a:lnTo>
                  <a:pt x="5776779" y="791862"/>
                </a:lnTo>
                <a:lnTo>
                  <a:pt x="5776779" y="622652"/>
                </a:lnTo>
                <a:lnTo>
                  <a:pt x="6033182" y="894599"/>
                </a:lnTo>
                <a:lnTo>
                  <a:pt x="5776779" y="1166548"/>
                </a:lnTo>
                <a:lnTo>
                  <a:pt x="5776779" y="997337"/>
                </a:lnTo>
                <a:lnTo>
                  <a:pt x="5563591" y="997337"/>
                </a:lnTo>
                <a:lnTo>
                  <a:pt x="5563591" y="2710062"/>
                </a:lnTo>
                <a:lnTo>
                  <a:pt x="5776779" y="2710062"/>
                </a:lnTo>
                <a:lnTo>
                  <a:pt x="5776779" y="2540851"/>
                </a:lnTo>
                <a:lnTo>
                  <a:pt x="6033182" y="2812799"/>
                </a:lnTo>
                <a:lnTo>
                  <a:pt x="5776779" y="3084747"/>
                </a:lnTo>
                <a:lnTo>
                  <a:pt x="5776779" y="2915536"/>
                </a:lnTo>
                <a:lnTo>
                  <a:pt x="5563591" y="2915536"/>
                </a:lnTo>
                <a:lnTo>
                  <a:pt x="5563591" y="4628262"/>
                </a:lnTo>
                <a:lnTo>
                  <a:pt x="5776779" y="4628262"/>
                </a:lnTo>
                <a:lnTo>
                  <a:pt x="5776779" y="4459051"/>
                </a:lnTo>
                <a:lnTo>
                  <a:pt x="6033182" y="4730999"/>
                </a:lnTo>
                <a:lnTo>
                  <a:pt x="5776779" y="5002947"/>
                </a:lnTo>
                <a:lnTo>
                  <a:pt x="5776779" y="4833736"/>
                </a:lnTo>
                <a:lnTo>
                  <a:pt x="5563591" y="4833736"/>
                </a:lnTo>
                <a:lnTo>
                  <a:pt x="5563591" y="6546462"/>
                </a:lnTo>
                <a:lnTo>
                  <a:pt x="5776779" y="6546462"/>
                </a:lnTo>
                <a:lnTo>
                  <a:pt x="5776779" y="6377251"/>
                </a:lnTo>
                <a:lnTo>
                  <a:pt x="6033182" y="6649199"/>
                </a:lnTo>
                <a:lnTo>
                  <a:pt x="5776779" y="6921147"/>
                </a:lnTo>
                <a:lnTo>
                  <a:pt x="5776779" y="6751936"/>
                </a:lnTo>
                <a:lnTo>
                  <a:pt x="5563591" y="6751936"/>
                </a:lnTo>
                <a:lnTo>
                  <a:pt x="5563591" y="7358479"/>
                </a:lnTo>
                <a:cubicBezTo>
                  <a:pt x="5563591" y="7460828"/>
                  <a:pt x="5480620" y="7543799"/>
                  <a:pt x="5378271" y="7543799"/>
                </a:cubicBezTo>
                <a:lnTo>
                  <a:pt x="654911" y="7543799"/>
                </a:lnTo>
                <a:cubicBezTo>
                  <a:pt x="552562" y="7543799"/>
                  <a:pt x="469591" y="7460828"/>
                  <a:pt x="469591" y="7358479"/>
                </a:cubicBezTo>
                <a:lnTo>
                  <a:pt x="469591" y="6751936"/>
                </a:lnTo>
                <a:lnTo>
                  <a:pt x="256403" y="6751936"/>
                </a:lnTo>
                <a:lnTo>
                  <a:pt x="256403" y="6921147"/>
                </a:lnTo>
                <a:lnTo>
                  <a:pt x="0" y="6649199"/>
                </a:lnTo>
                <a:lnTo>
                  <a:pt x="256403" y="6377251"/>
                </a:lnTo>
                <a:lnTo>
                  <a:pt x="256403" y="6546462"/>
                </a:lnTo>
                <a:lnTo>
                  <a:pt x="469591" y="6546462"/>
                </a:lnTo>
                <a:lnTo>
                  <a:pt x="469591" y="4833736"/>
                </a:lnTo>
                <a:lnTo>
                  <a:pt x="256403" y="4833736"/>
                </a:lnTo>
                <a:lnTo>
                  <a:pt x="256403" y="5002947"/>
                </a:lnTo>
                <a:lnTo>
                  <a:pt x="0" y="4730999"/>
                </a:lnTo>
                <a:lnTo>
                  <a:pt x="256403" y="4459051"/>
                </a:lnTo>
                <a:lnTo>
                  <a:pt x="256403" y="4628262"/>
                </a:lnTo>
                <a:lnTo>
                  <a:pt x="469591" y="4628262"/>
                </a:lnTo>
                <a:lnTo>
                  <a:pt x="469591" y="2915536"/>
                </a:lnTo>
                <a:lnTo>
                  <a:pt x="256403" y="2915536"/>
                </a:lnTo>
                <a:lnTo>
                  <a:pt x="256403" y="3084747"/>
                </a:lnTo>
                <a:lnTo>
                  <a:pt x="0" y="2812800"/>
                </a:lnTo>
                <a:lnTo>
                  <a:pt x="256403" y="2540852"/>
                </a:lnTo>
                <a:lnTo>
                  <a:pt x="256403" y="2710063"/>
                </a:lnTo>
                <a:lnTo>
                  <a:pt x="469591" y="2710063"/>
                </a:lnTo>
                <a:lnTo>
                  <a:pt x="469591" y="997337"/>
                </a:lnTo>
                <a:lnTo>
                  <a:pt x="256403" y="997337"/>
                </a:lnTo>
                <a:lnTo>
                  <a:pt x="256403" y="1166548"/>
                </a:lnTo>
                <a:lnTo>
                  <a:pt x="0" y="894600"/>
                </a:lnTo>
                <a:lnTo>
                  <a:pt x="256403" y="622652"/>
                </a:lnTo>
                <a:lnTo>
                  <a:pt x="256403" y="791863"/>
                </a:lnTo>
                <a:lnTo>
                  <a:pt x="469591" y="791863"/>
                </a:lnTo>
                <a:lnTo>
                  <a:pt x="469591" y="185320"/>
                </a:lnTo>
                <a:cubicBezTo>
                  <a:pt x="469591" y="82971"/>
                  <a:pt x="552562" y="0"/>
                  <a:pt x="654911" y="0"/>
                </a:cubicBez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1F2B0D-2093-4E7E-B70C-7DAE931260F8}"/>
              </a:ext>
            </a:extLst>
          </p:cNvPr>
          <p:cNvSpPr txBox="1"/>
          <p:nvPr/>
        </p:nvSpPr>
        <p:spPr>
          <a:xfrm flipH="1">
            <a:off x="7019672" y="4029339"/>
            <a:ext cx="4248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Main Title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B8F5C8-8740-4851-9DA0-20F4AC4B7364}"/>
              </a:ext>
            </a:extLst>
          </p:cNvPr>
          <p:cNvSpPr txBox="1"/>
          <p:nvPr/>
        </p:nvSpPr>
        <p:spPr>
          <a:xfrm flipH="1">
            <a:off x="7019672" y="4688001"/>
            <a:ext cx="42486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</a:p>
          <a:p>
            <a:pPr algn="ctr"/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10610C-FEED-44FB-B448-9F2E66AE8DD6}"/>
              </a:ext>
            </a:extLst>
          </p:cNvPr>
          <p:cNvSpPr txBox="1"/>
          <p:nvPr/>
        </p:nvSpPr>
        <p:spPr>
          <a:xfrm flipH="1">
            <a:off x="1794272" y="1850702"/>
            <a:ext cx="4248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83BD18-2DFD-4380-814A-A164B5FD84CE}"/>
              </a:ext>
            </a:extLst>
          </p:cNvPr>
          <p:cNvSpPr txBox="1"/>
          <p:nvPr/>
        </p:nvSpPr>
        <p:spPr>
          <a:xfrm flipH="1">
            <a:off x="1794272" y="3768902"/>
            <a:ext cx="4248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591284-C8F4-44E6-84E5-AE42EA9964AC}"/>
              </a:ext>
            </a:extLst>
          </p:cNvPr>
          <p:cNvSpPr txBox="1"/>
          <p:nvPr/>
        </p:nvSpPr>
        <p:spPr>
          <a:xfrm flipH="1">
            <a:off x="1794272" y="5687102"/>
            <a:ext cx="4248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F02A9F-0948-435F-8503-0C1B09EA893C}"/>
              </a:ext>
            </a:extLst>
          </p:cNvPr>
          <p:cNvSpPr txBox="1"/>
          <p:nvPr/>
        </p:nvSpPr>
        <p:spPr>
          <a:xfrm flipH="1">
            <a:off x="1794272" y="7605302"/>
            <a:ext cx="4248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9C93D1-ABAD-4A33-9AF4-26B8F3F2AE63}"/>
              </a:ext>
            </a:extLst>
          </p:cNvPr>
          <p:cNvSpPr txBox="1"/>
          <p:nvPr/>
        </p:nvSpPr>
        <p:spPr>
          <a:xfrm flipH="1">
            <a:off x="12245072" y="1850702"/>
            <a:ext cx="4248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E1C5A9-DC33-43E5-8B19-2A041608511A}"/>
              </a:ext>
            </a:extLst>
          </p:cNvPr>
          <p:cNvSpPr txBox="1"/>
          <p:nvPr/>
        </p:nvSpPr>
        <p:spPr>
          <a:xfrm flipH="1">
            <a:off x="12245072" y="3768902"/>
            <a:ext cx="4248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88A17D-2F6B-41FF-B6BD-7BCFFFC342DF}"/>
              </a:ext>
            </a:extLst>
          </p:cNvPr>
          <p:cNvSpPr txBox="1"/>
          <p:nvPr/>
        </p:nvSpPr>
        <p:spPr>
          <a:xfrm flipH="1">
            <a:off x="12245072" y="5687102"/>
            <a:ext cx="4248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15A544-9B19-4FE9-9CA9-04D5758E6FA8}"/>
              </a:ext>
            </a:extLst>
          </p:cNvPr>
          <p:cNvSpPr txBox="1"/>
          <p:nvPr/>
        </p:nvSpPr>
        <p:spPr>
          <a:xfrm flipH="1">
            <a:off x="12245072" y="7605302"/>
            <a:ext cx="4248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0254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914933AC-D184-4FF7-BE8E-B8CB42D6B756}"/>
              </a:ext>
            </a:extLst>
          </p:cNvPr>
          <p:cNvSpPr/>
          <p:nvPr/>
        </p:nvSpPr>
        <p:spPr>
          <a:xfrm>
            <a:off x="11822400" y="1371600"/>
            <a:ext cx="5094002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1001C1FB-B461-438B-A052-C6ABE4B1CDA2}"/>
              </a:ext>
            </a:extLst>
          </p:cNvPr>
          <p:cNvSpPr/>
          <p:nvPr/>
        </p:nvSpPr>
        <p:spPr>
          <a:xfrm>
            <a:off x="11822400" y="3289800"/>
            <a:ext cx="5094002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C33D7F8-A880-413A-97F5-E6A91D7EBB88}"/>
              </a:ext>
            </a:extLst>
          </p:cNvPr>
          <p:cNvSpPr/>
          <p:nvPr/>
        </p:nvSpPr>
        <p:spPr>
          <a:xfrm>
            <a:off x="11822400" y="5208000"/>
            <a:ext cx="5094002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EEC23A59-D192-4A66-B9F4-769B222DE954}"/>
              </a:ext>
            </a:extLst>
          </p:cNvPr>
          <p:cNvSpPr/>
          <p:nvPr/>
        </p:nvSpPr>
        <p:spPr>
          <a:xfrm>
            <a:off x="11822400" y="7126200"/>
            <a:ext cx="5094002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E7C4DE3D-C711-4E84-9C5C-092616A29C76}"/>
              </a:ext>
            </a:extLst>
          </p:cNvPr>
          <p:cNvSpPr/>
          <p:nvPr/>
        </p:nvSpPr>
        <p:spPr>
          <a:xfrm>
            <a:off x="6597000" y="5207401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46BD7DE9-C964-4341-B892-E52F6BACF12A}"/>
              </a:ext>
            </a:extLst>
          </p:cNvPr>
          <p:cNvSpPr/>
          <p:nvPr/>
        </p:nvSpPr>
        <p:spPr>
          <a:xfrm>
            <a:off x="6597000" y="1371599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B24DBCD2-ACF1-4045-9193-1FE5BD135066}"/>
              </a:ext>
            </a:extLst>
          </p:cNvPr>
          <p:cNvSpPr/>
          <p:nvPr/>
        </p:nvSpPr>
        <p:spPr>
          <a:xfrm>
            <a:off x="1371600" y="1371600"/>
            <a:ext cx="5563590" cy="7543800"/>
          </a:xfrm>
          <a:custGeom>
            <a:avLst/>
            <a:gdLst>
              <a:gd name="connsiteX0" fmla="*/ 185320 w 5563590"/>
              <a:gd name="connsiteY0" fmla="*/ 0 h 7543800"/>
              <a:gd name="connsiteX1" fmla="*/ 4908680 w 5563590"/>
              <a:gd name="connsiteY1" fmla="*/ 0 h 7543800"/>
              <a:gd name="connsiteX2" fmla="*/ 5094000 w 5563590"/>
              <a:gd name="connsiteY2" fmla="*/ 185320 h 7543800"/>
              <a:gd name="connsiteX3" fmla="*/ 5094000 w 5563590"/>
              <a:gd name="connsiteY3" fmla="*/ 1751266 h 7543800"/>
              <a:gd name="connsiteX4" fmla="*/ 5307187 w 5563590"/>
              <a:gd name="connsiteY4" fmla="*/ 1751266 h 7543800"/>
              <a:gd name="connsiteX5" fmla="*/ 5307187 w 5563590"/>
              <a:gd name="connsiteY5" fmla="*/ 1582054 h 7543800"/>
              <a:gd name="connsiteX6" fmla="*/ 5563590 w 5563590"/>
              <a:gd name="connsiteY6" fmla="*/ 1854002 h 7543800"/>
              <a:gd name="connsiteX7" fmla="*/ 5307187 w 5563590"/>
              <a:gd name="connsiteY7" fmla="*/ 2125951 h 7543800"/>
              <a:gd name="connsiteX8" fmla="*/ 5307187 w 5563590"/>
              <a:gd name="connsiteY8" fmla="*/ 1956739 h 7543800"/>
              <a:gd name="connsiteX9" fmla="*/ 5094000 w 5563590"/>
              <a:gd name="connsiteY9" fmla="*/ 1956739 h 7543800"/>
              <a:gd name="connsiteX10" fmla="*/ 5094000 w 5563590"/>
              <a:gd name="connsiteY10" fmla="*/ 5587062 h 7543800"/>
              <a:gd name="connsiteX11" fmla="*/ 5307187 w 5563590"/>
              <a:gd name="connsiteY11" fmla="*/ 5587062 h 7543800"/>
              <a:gd name="connsiteX12" fmla="*/ 5307187 w 5563590"/>
              <a:gd name="connsiteY12" fmla="*/ 5417851 h 7543800"/>
              <a:gd name="connsiteX13" fmla="*/ 5563590 w 5563590"/>
              <a:gd name="connsiteY13" fmla="*/ 5689799 h 7543800"/>
              <a:gd name="connsiteX14" fmla="*/ 5307187 w 5563590"/>
              <a:gd name="connsiteY14" fmla="*/ 5961747 h 7543800"/>
              <a:gd name="connsiteX15" fmla="*/ 5307187 w 5563590"/>
              <a:gd name="connsiteY15" fmla="*/ 5792536 h 7543800"/>
              <a:gd name="connsiteX16" fmla="*/ 5094000 w 5563590"/>
              <a:gd name="connsiteY16" fmla="*/ 5792536 h 7543800"/>
              <a:gd name="connsiteX17" fmla="*/ 5094000 w 5563590"/>
              <a:gd name="connsiteY17" fmla="*/ 7358480 h 7543800"/>
              <a:gd name="connsiteX18" fmla="*/ 4908680 w 5563590"/>
              <a:gd name="connsiteY18" fmla="*/ 7543800 h 7543800"/>
              <a:gd name="connsiteX19" fmla="*/ 185320 w 5563590"/>
              <a:gd name="connsiteY19" fmla="*/ 7543800 h 7543800"/>
              <a:gd name="connsiteX20" fmla="*/ 0 w 5563590"/>
              <a:gd name="connsiteY20" fmla="*/ 7358480 h 7543800"/>
              <a:gd name="connsiteX21" fmla="*/ 0 w 5563590"/>
              <a:gd name="connsiteY21" fmla="*/ 185320 h 7543800"/>
              <a:gd name="connsiteX22" fmla="*/ 185320 w 5563590"/>
              <a:gd name="connsiteY22" fmla="*/ 0 h 754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563590" h="7543800">
                <a:moveTo>
                  <a:pt x="185320" y="0"/>
                </a:moveTo>
                <a:lnTo>
                  <a:pt x="4908680" y="0"/>
                </a:lnTo>
                <a:cubicBezTo>
                  <a:pt x="5011029" y="0"/>
                  <a:pt x="5094000" y="82971"/>
                  <a:pt x="5094000" y="185320"/>
                </a:cubicBezTo>
                <a:lnTo>
                  <a:pt x="5094000" y="1751266"/>
                </a:lnTo>
                <a:lnTo>
                  <a:pt x="5307187" y="1751266"/>
                </a:lnTo>
                <a:lnTo>
                  <a:pt x="5307187" y="1582054"/>
                </a:lnTo>
                <a:lnTo>
                  <a:pt x="5563590" y="1854002"/>
                </a:lnTo>
                <a:lnTo>
                  <a:pt x="5307187" y="2125951"/>
                </a:lnTo>
                <a:lnTo>
                  <a:pt x="5307187" y="1956739"/>
                </a:lnTo>
                <a:lnTo>
                  <a:pt x="5094000" y="1956739"/>
                </a:lnTo>
                <a:lnTo>
                  <a:pt x="5094000" y="5587062"/>
                </a:lnTo>
                <a:lnTo>
                  <a:pt x="5307187" y="5587062"/>
                </a:lnTo>
                <a:lnTo>
                  <a:pt x="5307187" y="5417851"/>
                </a:lnTo>
                <a:lnTo>
                  <a:pt x="5563590" y="5689799"/>
                </a:lnTo>
                <a:lnTo>
                  <a:pt x="5307187" y="5961747"/>
                </a:lnTo>
                <a:lnTo>
                  <a:pt x="5307187" y="5792536"/>
                </a:lnTo>
                <a:lnTo>
                  <a:pt x="5094000" y="5792536"/>
                </a:lnTo>
                <a:lnTo>
                  <a:pt x="5094000" y="7358480"/>
                </a:lnTo>
                <a:cubicBezTo>
                  <a:pt x="5094000" y="7460829"/>
                  <a:pt x="5011029" y="7543800"/>
                  <a:pt x="4908680" y="7543800"/>
                </a:cubicBezTo>
                <a:lnTo>
                  <a:pt x="185320" y="7543800"/>
                </a:lnTo>
                <a:cubicBezTo>
                  <a:pt x="82971" y="7543800"/>
                  <a:pt x="0" y="7460829"/>
                  <a:pt x="0" y="7358480"/>
                </a:cubicBezTo>
                <a:lnTo>
                  <a:pt x="0" y="185320"/>
                </a:lnTo>
                <a:cubicBezTo>
                  <a:pt x="0" y="82971"/>
                  <a:pt x="82971" y="0"/>
                  <a:pt x="185320" y="0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1F2B0D-2093-4E7E-B70C-7DAE931260F8}"/>
              </a:ext>
            </a:extLst>
          </p:cNvPr>
          <p:cNvSpPr txBox="1"/>
          <p:nvPr/>
        </p:nvSpPr>
        <p:spPr>
          <a:xfrm flipH="1">
            <a:off x="1794272" y="4029339"/>
            <a:ext cx="4248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Main Title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B8F5C8-8740-4851-9DA0-20F4AC4B7364}"/>
              </a:ext>
            </a:extLst>
          </p:cNvPr>
          <p:cNvSpPr txBox="1"/>
          <p:nvPr/>
        </p:nvSpPr>
        <p:spPr>
          <a:xfrm flipH="1">
            <a:off x="1794272" y="4688001"/>
            <a:ext cx="42486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</a:p>
          <a:p>
            <a:pPr algn="ctr"/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2B73C3-F990-4046-8620-6361298825F8}"/>
              </a:ext>
            </a:extLst>
          </p:cNvPr>
          <p:cNvSpPr txBox="1"/>
          <p:nvPr/>
        </p:nvSpPr>
        <p:spPr>
          <a:xfrm flipH="1">
            <a:off x="7151072" y="6131904"/>
            <a:ext cx="398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Secondary Title</a:t>
            </a:r>
            <a:endParaRPr lang="ru-RU" sz="3600" dirty="0"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672BF1-187C-40D8-9DD5-9D3FADA7045D}"/>
              </a:ext>
            </a:extLst>
          </p:cNvPr>
          <p:cNvSpPr txBox="1"/>
          <p:nvPr/>
        </p:nvSpPr>
        <p:spPr>
          <a:xfrm flipH="1">
            <a:off x="7151072" y="6790566"/>
            <a:ext cx="3985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D7952B-3807-4EC3-80FD-CC51B1F9A61E}"/>
              </a:ext>
            </a:extLst>
          </p:cNvPr>
          <p:cNvSpPr txBox="1"/>
          <p:nvPr/>
        </p:nvSpPr>
        <p:spPr>
          <a:xfrm flipH="1">
            <a:off x="7151072" y="2296107"/>
            <a:ext cx="398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Secondary Title</a:t>
            </a:r>
            <a:endParaRPr lang="ru-RU" sz="3600" dirty="0"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D7042E-B00B-4371-AD95-A90AC0719D6E}"/>
              </a:ext>
            </a:extLst>
          </p:cNvPr>
          <p:cNvSpPr txBox="1"/>
          <p:nvPr/>
        </p:nvSpPr>
        <p:spPr>
          <a:xfrm flipH="1">
            <a:off x="7151072" y="2954769"/>
            <a:ext cx="3985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F4C4B4-2857-4521-A0CB-CEDD63C8A5C0}"/>
              </a:ext>
            </a:extLst>
          </p:cNvPr>
          <p:cNvSpPr txBox="1"/>
          <p:nvPr/>
        </p:nvSpPr>
        <p:spPr>
          <a:xfrm flipH="1">
            <a:off x="12213736" y="1943035"/>
            <a:ext cx="4311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Third Level Title</a:t>
            </a:r>
            <a:endParaRPr lang="ru-RU" sz="3600" dirty="0"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7197EB-CB19-4B1A-A8B8-D3BD36B259E5}"/>
              </a:ext>
            </a:extLst>
          </p:cNvPr>
          <p:cNvSpPr txBox="1"/>
          <p:nvPr/>
        </p:nvSpPr>
        <p:spPr>
          <a:xfrm flipH="1">
            <a:off x="12213736" y="3861235"/>
            <a:ext cx="4311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Third Level Title</a:t>
            </a:r>
            <a:endParaRPr lang="ru-RU" sz="3600" dirty="0"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997E90-E757-49ED-B061-4E79FD4C6401}"/>
              </a:ext>
            </a:extLst>
          </p:cNvPr>
          <p:cNvSpPr txBox="1"/>
          <p:nvPr/>
        </p:nvSpPr>
        <p:spPr>
          <a:xfrm flipH="1">
            <a:off x="12213736" y="5779435"/>
            <a:ext cx="4311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Third Level Title</a:t>
            </a:r>
            <a:endParaRPr lang="ru-RU" sz="3600" dirty="0">
              <a:latin typeface="+mj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2B1798-B1AF-4671-A866-28850613B5B0}"/>
              </a:ext>
            </a:extLst>
          </p:cNvPr>
          <p:cNvSpPr txBox="1"/>
          <p:nvPr/>
        </p:nvSpPr>
        <p:spPr>
          <a:xfrm flipH="1">
            <a:off x="12213736" y="7697635"/>
            <a:ext cx="4311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Third Level Title</a:t>
            </a:r>
            <a:endParaRPr lang="ru-RU" sz="3600" dirty="0">
              <a:latin typeface="+mj-lt"/>
            </a:endParaRP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78D2DD9A-EF7B-4E47-A4BD-C36BB2CBB7F6}"/>
              </a:ext>
            </a:extLst>
          </p:cNvPr>
          <p:cNvSpPr/>
          <p:nvPr/>
        </p:nvSpPr>
        <p:spPr>
          <a:xfrm>
            <a:off x="11340256" y="19942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FD739AFB-1CD8-4792-B8F6-8426AE88FBD0}"/>
              </a:ext>
            </a:extLst>
          </p:cNvPr>
          <p:cNvSpPr/>
          <p:nvPr/>
        </p:nvSpPr>
        <p:spPr>
          <a:xfrm>
            <a:off x="11340256" y="77488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947CAA27-587B-48A0-9C5B-21AAAA69267A}"/>
              </a:ext>
            </a:extLst>
          </p:cNvPr>
          <p:cNvSpPr/>
          <p:nvPr/>
        </p:nvSpPr>
        <p:spPr>
          <a:xfrm>
            <a:off x="11340256" y="58306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601C199D-0F4B-40A0-8C46-C955B66B3E9E}"/>
              </a:ext>
            </a:extLst>
          </p:cNvPr>
          <p:cNvSpPr/>
          <p:nvPr/>
        </p:nvSpPr>
        <p:spPr>
          <a:xfrm>
            <a:off x="11340256" y="39124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716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4A06C30-3997-4FF1-9F98-66DE0ECACB09}"/>
              </a:ext>
            </a:extLst>
          </p:cNvPr>
          <p:cNvSpPr/>
          <p:nvPr/>
        </p:nvSpPr>
        <p:spPr>
          <a:xfrm>
            <a:off x="1371599" y="1371599"/>
            <a:ext cx="7707597" cy="24264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CBAA15F-78F5-4150-9C7B-ED1F1F9BC463}"/>
              </a:ext>
            </a:extLst>
          </p:cNvPr>
          <p:cNvSpPr/>
          <p:nvPr/>
        </p:nvSpPr>
        <p:spPr>
          <a:xfrm>
            <a:off x="1371599" y="3930300"/>
            <a:ext cx="7707597" cy="24264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93CF5A6-3322-4202-AC27-238BCAC952E3}"/>
              </a:ext>
            </a:extLst>
          </p:cNvPr>
          <p:cNvSpPr/>
          <p:nvPr/>
        </p:nvSpPr>
        <p:spPr>
          <a:xfrm>
            <a:off x="1371599" y="6489000"/>
            <a:ext cx="7707597" cy="24264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02AEE3B-7D3B-4B46-868F-D7E6EA9F533D}"/>
              </a:ext>
            </a:extLst>
          </p:cNvPr>
          <p:cNvSpPr/>
          <p:nvPr/>
        </p:nvSpPr>
        <p:spPr>
          <a:xfrm>
            <a:off x="9208804" y="1371600"/>
            <a:ext cx="7707598" cy="7543800"/>
          </a:xfrm>
          <a:prstGeom prst="roundRect">
            <a:avLst>
              <a:gd name="adj" fmla="val 2021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4DC09D-D5BA-44D3-8417-D5046D8E9E33}"/>
              </a:ext>
            </a:extLst>
          </p:cNvPr>
          <p:cNvSpPr txBox="1"/>
          <p:nvPr/>
        </p:nvSpPr>
        <p:spPr>
          <a:xfrm>
            <a:off x="10168834" y="2811690"/>
            <a:ext cx="578753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+mj-lt"/>
                <a:ea typeface="Roboto Black" panose="02000000000000000000" pitchFamily="2" charset="0"/>
              </a:rPr>
              <a:t>THREE STEPS </a:t>
            </a:r>
          </a:p>
          <a:p>
            <a:r>
              <a:rPr lang="en-US" sz="4400" b="1" dirty="0">
                <a:solidFill>
                  <a:schemeClr val="bg1"/>
                </a:solidFill>
                <a:latin typeface="+mj-lt"/>
                <a:ea typeface="Roboto Black" panose="02000000000000000000" pitchFamily="2" charset="0"/>
              </a:rPr>
              <a:t>BUSINESS </a:t>
            </a:r>
          </a:p>
          <a:p>
            <a:r>
              <a:rPr lang="en-US" sz="4400" b="1" dirty="0">
                <a:solidFill>
                  <a:schemeClr val="bg1"/>
                </a:solidFill>
                <a:latin typeface="+mj-lt"/>
                <a:ea typeface="Roboto Black" panose="02000000000000000000" pitchFamily="2" charset="0"/>
              </a:rPr>
              <a:t>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C56161-10A6-4DF9-896F-85D41F5927C6}"/>
              </a:ext>
            </a:extLst>
          </p:cNvPr>
          <p:cNvSpPr txBox="1"/>
          <p:nvPr/>
        </p:nvSpPr>
        <p:spPr>
          <a:xfrm>
            <a:off x="10168834" y="5143499"/>
            <a:ext cx="5787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endParaRPr lang="uk-UA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662C3D-DDFC-4E81-BFAB-D866CE7A50FD}"/>
              </a:ext>
            </a:extLst>
          </p:cNvPr>
          <p:cNvSpPr txBox="1"/>
          <p:nvPr/>
        </p:nvSpPr>
        <p:spPr>
          <a:xfrm flipH="1">
            <a:off x="3133629" y="226163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01 – Design Process</a:t>
            </a:r>
            <a:endParaRPr lang="ru-RU" sz="3600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04CEEE-D085-4BAD-913D-C285CC8952B7}"/>
              </a:ext>
            </a:extLst>
          </p:cNvPr>
          <p:cNvSpPr txBox="1"/>
          <p:nvPr/>
        </p:nvSpPr>
        <p:spPr>
          <a:xfrm flipH="1">
            <a:off x="3133629" y="482033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02 – Production</a:t>
            </a:r>
            <a:endParaRPr lang="ru-RU" sz="3600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7A9265-FFD6-4AD3-89CD-B392280934FF}"/>
              </a:ext>
            </a:extLst>
          </p:cNvPr>
          <p:cNvSpPr txBox="1"/>
          <p:nvPr/>
        </p:nvSpPr>
        <p:spPr>
          <a:xfrm flipH="1">
            <a:off x="3133629" y="737903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03 – Distribution</a:t>
            </a:r>
            <a:endParaRPr lang="ru-RU" sz="3600" dirty="0">
              <a:latin typeface="+mj-lt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A50AF0E-9080-4756-815B-01236E6903CF}"/>
              </a:ext>
            </a:extLst>
          </p:cNvPr>
          <p:cNvSpPr/>
          <p:nvPr/>
        </p:nvSpPr>
        <p:spPr>
          <a:xfrm rot="5400000">
            <a:off x="4821510" y="359220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D1E0826-FA8B-4DB2-9278-52C07CC9555F}"/>
              </a:ext>
            </a:extLst>
          </p:cNvPr>
          <p:cNvSpPr/>
          <p:nvPr/>
        </p:nvSpPr>
        <p:spPr>
          <a:xfrm rot="5400000">
            <a:off x="4821510" y="615090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33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C9771CE-0B98-4961-834B-1E11CAE90DB6}"/>
              </a:ext>
            </a:extLst>
          </p:cNvPr>
          <p:cNvSpPr/>
          <p:nvPr/>
        </p:nvSpPr>
        <p:spPr>
          <a:xfrm>
            <a:off x="9208802" y="13716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D937F24D-A5FC-45E7-B095-9856B25E34A7}"/>
              </a:ext>
            </a:extLst>
          </p:cNvPr>
          <p:cNvSpPr/>
          <p:nvPr/>
        </p:nvSpPr>
        <p:spPr>
          <a:xfrm>
            <a:off x="9208802" y="32898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EF47E45-824D-4D9A-8F08-2142269931CA}"/>
              </a:ext>
            </a:extLst>
          </p:cNvPr>
          <p:cNvSpPr/>
          <p:nvPr/>
        </p:nvSpPr>
        <p:spPr>
          <a:xfrm>
            <a:off x="9208802" y="52080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B92B593-554E-460F-AFEC-9672F9B5B3F4}"/>
              </a:ext>
            </a:extLst>
          </p:cNvPr>
          <p:cNvSpPr/>
          <p:nvPr/>
        </p:nvSpPr>
        <p:spPr>
          <a:xfrm>
            <a:off x="9208802" y="71262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C16E9CF-A7CE-4B67-8F5D-0F89CC27D0E2}"/>
              </a:ext>
            </a:extLst>
          </p:cNvPr>
          <p:cNvSpPr/>
          <p:nvPr/>
        </p:nvSpPr>
        <p:spPr>
          <a:xfrm>
            <a:off x="1371600" y="1371600"/>
            <a:ext cx="7707598" cy="7543800"/>
          </a:xfrm>
          <a:prstGeom prst="roundRect">
            <a:avLst>
              <a:gd name="adj" fmla="val 2021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8E8DB5-9FFB-49BC-948B-FC97767CCFC2}"/>
              </a:ext>
            </a:extLst>
          </p:cNvPr>
          <p:cNvSpPr txBox="1"/>
          <p:nvPr/>
        </p:nvSpPr>
        <p:spPr>
          <a:xfrm flipH="1">
            <a:off x="10970831" y="194303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01 – Research</a:t>
            </a:r>
            <a:endParaRPr lang="ru-RU" sz="3600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E37398-598C-45E1-9B48-619CD241537F}"/>
              </a:ext>
            </a:extLst>
          </p:cNvPr>
          <p:cNvSpPr txBox="1"/>
          <p:nvPr/>
        </p:nvSpPr>
        <p:spPr>
          <a:xfrm flipH="1">
            <a:off x="10970831" y="386123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02 – Analyze</a:t>
            </a:r>
            <a:endParaRPr lang="ru-RU" sz="3600" dirty="0"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649623-3158-43B1-A5AD-1AA3EA92A791}"/>
              </a:ext>
            </a:extLst>
          </p:cNvPr>
          <p:cNvSpPr txBox="1"/>
          <p:nvPr/>
        </p:nvSpPr>
        <p:spPr>
          <a:xfrm flipH="1">
            <a:off x="10970831" y="577943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03 – Plan</a:t>
            </a:r>
            <a:endParaRPr lang="ru-RU" sz="3600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D9CA5F-E772-4E0F-94D0-C1F575DF7B6B}"/>
              </a:ext>
            </a:extLst>
          </p:cNvPr>
          <p:cNvSpPr txBox="1"/>
          <p:nvPr/>
        </p:nvSpPr>
        <p:spPr>
          <a:xfrm flipH="1">
            <a:off x="10970831" y="769763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04 – Execute</a:t>
            </a:r>
            <a:endParaRPr lang="ru-RU" sz="3600" dirty="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E4A85F-A261-48AB-AFC8-7FC810D7A19E}"/>
              </a:ext>
            </a:extLst>
          </p:cNvPr>
          <p:cNvSpPr txBox="1"/>
          <p:nvPr/>
        </p:nvSpPr>
        <p:spPr>
          <a:xfrm flipH="1">
            <a:off x="3133628" y="473889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Decision Making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54CEFD-DB8F-47E6-8F5C-6A16253E4736}"/>
              </a:ext>
            </a:extLst>
          </p:cNvPr>
          <p:cNvSpPr txBox="1"/>
          <p:nvPr/>
        </p:nvSpPr>
        <p:spPr>
          <a:xfrm flipH="1">
            <a:off x="3133628" y="5445044"/>
            <a:ext cx="4183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34" name="Freeform 463">
            <a:extLst>
              <a:ext uri="{FF2B5EF4-FFF2-40B4-BE49-F238E27FC236}">
                <a16:creationId xmlns:a16="http://schemas.microsoft.com/office/drawing/2014/main" id="{59DC6EE6-C3A3-4807-B9C0-EA9A007397CD}"/>
              </a:ext>
            </a:extLst>
          </p:cNvPr>
          <p:cNvSpPr>
            <a:spLocks noEditPoints="1"/>
          </p:cNvSpPr>
          <p:nvPr/>
        </p:nvSpPr>
        <p:spPr bwMode="auto">
          <a:xfrm>
            <a:off x="4555423" y="3214240"/>
            <a:ext cx="1339952" cy="1077796"/>
          </a:xfrm>
          <a:custGeom>
            <a:avLst/>
            <a:gdLst>
              <a:gd name="T0" fmla="*/ 16 w 176"/>
              <a:gd name="T1" fmla="*/ 104 h 144"/>
              <a:gd name="T2" fmla="*/ 24 w 176"/>
              <a:gd name="T3" fmla="*/ 104 h 144"/>
              <a:gd name="T4" fmla="*/ 44 w 176"/>
              <a:gd name="T5" fmla="*/ 84 h 144"/>
              <a:gd name="T6" fmla="*/ 136 w 176"/>
              <a:gd name="T7" fmla="*/ 80 h 144"/>
              <a:gd name="T8" fmla="*/ 116 w 176"/>
              <a:gd name="T9" fmla="*/ 108 h 144"/>
              <a:gd name="T10" fmla="*/ 136 w 176"/>
              <a:gd name="T11" fmla="*/ 88 h 144"/>
              <a:gd name="T12" fmla="*/ 136 w 176"/>
              <a:gd name="T13" fmla="*/ 80 h 144"/>
              <a:gd name="T14" fmla="*/ 143 w 176"/>
              <a:gd name="T15" fmla="*/ 16 h 144"/>
              <a:gd name="T16" fmla="*/ 120 w 176"/>
              <a:gd name="T17" fmla="*/ 0 h 144"/>
              <a:gd name="T18" fmla="*/ 80 w 176"/>
              <a:gd name="T19" fmla="*/ 24 h 144"/>
              <a:gd name="T20" fmla="*/ 33 w 176"/>
              <a:gd name="T21" fmla="*/ 16 h 144"/>
              <a:gd name="T22" fmla="*/ 4 w 176"/>
              <a:gd name="T23" fmla="*/ 87 h 144"/>
              <a:gd name="T24" fmla="*/ 40 w 176"/>
              <a:gd name="T25" fmla="*/ 144 h 144"/>
              <a:gd name="T26" fmla="*/ 97 w 176"/>
              <a:gd name="T27" fmla="*/ 112 h 144"/>
              <a:gd name="T28" fmla="*/ 176 w 176"/>
              <a:gd name="T29" fmla="*/ 104 h 144"/>
              <a:gd name="T30" fmla="*/ 40 w 176"/>
              <a:gd name="T31" fmla="*/ 136 h 144"/>
              <a:gd name="T32" fmla="*/ 40 w 176"/>
              <a:gd name="T33" fmla="*/ 72 h 144"/>
              <a:gd name="T34" fmla="*/ 40 w 176"/>
              <a:gd name="T35" fmla="*/ 136 h 144"/>
              <a:gd name="T36" fmla="*/ 40 w 176"/>
              <a:gd name="T37" fmla="*/ 64 h 144"/>
              <a:gd name="T38" fmla="*/ 41 w 176"/>
              <a:gd name="T39" fmla="*/ 17 h 144"/>
              <a:gd name="T40" fmla="*/ 56 w 176"/>
              <a:gd name="T41" fmla="*/ 8 h 144"/>
              <a:gd name="T42" fmla="*/ 72 w 176"/>
              <a:gd name="T43" fmla="*/ 23 h 144"/>
              <a:gd name="T44" fmla="*/ 96 w 176"/>
              <a:gd name="T45" fmla="*/ 104 h 144"/>
              <a:gd name="T46" fmla="*/ 80 w 176"/>
              <a:gd name="T47" fmla="*/ 96 h 144"/>
              <a:gd name="T48" fmla="*/ 96 w 176"/>
              <a:gd name="T49" fmla="*/ 104 h 144"/>
              <a:gd name="T50" fmla="*/ 80 w 176"/>
              <a:gd name="T51" fmla="*/ 88 h 144"/>
              <a:gd name="T52" fmla="*/ 96 w 176"/>
              <a:gd name="T53" fmla="*/ 32 h 144"/>
              <a:gd name="T54" fmla="*/ 104 w 176"/>
              <a:gd name="T55" fmla="*/ 23 h 144"/>
              <a:gd name="T56" fmla="*/ 120 w 176"/>
              <a:gd name="T57" fmla="*/ 8 h 144"/>
              <a:gd name="T58" fmla="*/ 135 w 176"/>
              <a:gd name="T59" fmla="*/ 17 h 144"/>
              <a:gd name="T60" fmla="*/ 136 w 176"/>
              <a:gd name="T61" fmla="*/ 64 h 144"/>
              <a:gd name="T62" fmla="*/ 104 w 176"/>
              <a:gd name="T63" fmla="*/ 23 h 144"/>
              <a:gd name="T64" fmla="*/ 104 w 176"/>
              <a:gd name="T65" fmla="*/ 104 h 144"/>
              <a:gd name="T66" fmla="*/ 168 w 176"/>
              <a:gd name="T67" fmla="*/ 10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76" h="144">
                <a:moveTo>
                  <a:pt x="40" y="80"/>
                </a:moveTo>
                <a:cubicBezTo>
                  <a:pt x="27" y="80"/>
                  <a:pt x="16" y="91"/>
                  <a:pt x="16" y="104"/>
                </a:cubicBezTo>
                <a:cubicBezTo>
                  <a:pt x="16" y="106"/>
                  <a:pt x="18" y="108"/>
                  <a:pt x="20" y="108"/>
                </a:cubicBezTo>
                <a:cubicBezTo>
                  <a:pt x="22" y="108"/>
                  <a:pt x="24" y="106"/>
                  <a:pt x="24" y="104"/>
                </a:cubicBezTo>
                <a:cubicBezTo>
                  <a:pt x="24" y="95"/>
                  <a:pt x="31" y="88"/>
                  <a:pt x="40" y="88"/>
                </a:cubicBezTo>
                <a:cubicBezTo>
                  <a:pt x="42" y="88"/>
                  <a:pt x="44" y="86"/>
                  <a:pt x="44" y="84"/>
                </a:cubicBezTo>
                <a:cubicBezTo>
                  <a:pt x="44" y="82"/>
                  <a:pt x="42" y="80"/>
                  <a:pt x="40" y="80"/>
                </a:cubicBezTo>
                <a:moveTo>
                  <a:pt x="136" y="80"/>
                </a:moveTo>
                <a:cubicBezTo>
                  <a:pt x="123" y="80"/>
                  <a:pt x="112" y="91"/>
                  <a:pt x="112" y="104"/>
                </a:cubicBezTo>
                <a:cubicBezTo>
                  <a:pt x="112" y="106"/>
                  <a:pt x="114" y="108"/>
                  <a:pt x="116" y="108"/>
                </a:cubicBezTo>
                <a:cubicBezTo>
                  <a:pt x="118" y="108"/>
                  <a:pt x="120" y="106"/>
                  <a:pt x="120" y="104"/>
                </a:cubicBezTo>
                <a:cubicBezTo>
                  <a:pt x="120" y="95"/>
                  <a:pt x="127" y="88"/>
                  <a:pt x="136" y="88"/>
                </a:cubicBezTo>
                <a:cubicBezTo>
                  <a:pt x="138" y="88"/>
                  <a:pt x="140" y="86"/>
                  <a:pt x="140" y="84"/>
                </a:cubicBezTo>
                <a:cubicBezTo>
                  <a:pt x="140" y="82"/>
                  <a:pt x="138" y="80"/>
                  <a:pt x="136" y="80"/>
                </a:cubicBezTo>
                <a:moveTo>
                  <a:pt x="172" y="87"/>
                </a:moveTo>
                <a:cubicBezTo>
                  <a:pt x="143" y="16"/>
                  <a:pt x="143" y="16"/>
                  <a:pt x="143" y="16"/>
                </a:cubicBezTo>
                <a:cubicBezTo>
                  <a:pt x="143" y="16"/>
                  <a:pt x="143" y="16"/>
                  <a:pt x="143" y="16"/>
                </a:cubicBezTo>
                <a:cubicBezTo>
                  <a:pt x="139" y="7"/>
                  <a:pt x="130" y="0"/>
                  <a:pt x="120" y="0"/>
                </a:cubicBezTo>
                <a:cubicBezTo>
                  <a:pt x="107" y="0"/>
                  <a:pt x="96" y="11"/>
                  <a:pt x="96" y="24"/>
                </a:cubicBezTo>
                <a:cubicBezTo>
                  <a:pt x="80" y="24"/>
                  <a:pt x="80" y="24"/>
                  <a:pt x="80" y="24"/>
                </a:cubicBezTo>
                <a:cubicBezTo>
                  <a:pt x="80" y="11"/>
                  <a:pt x="69" y="0"/>
                  <a:pt x="56" y="0"/>
                </a:cubicBezTo>
                <a:cubicBezTo>
                  <a:pt x="46" y="0"/>
                  <a:pt x="37" y="7"/>
                  <a:pt x="33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4" y="87"/>
                  <a:pt x="4" y="87"/>
                  <a:pt x="4" y="87"/>
                </a:cubicBezTo>
                <a:cubicBezTo>
                  <a:pt x="1" y="92"/>
                  <a:pt x="0" y="98"/>
                  <a:pt x="0" y="104"/>
                </a:cubicBezTo>
                <a:cubicBezTo>
                  <a:pt x="0" y="126"/>
                  <a:pt x="18" y="144"/>
                  <a:pt x="40" y="144"/>
                </a:cubicBezTo>
                <a:cubicBezTo>
                  <a:pt x="59" y="144"/>
                  <a:pt x="75" y="130"/>
                  <a:pt x="79" y="112"/>
                </a:cubicBezTo>
                <a:cubicBezTo>
                  <a:pt x="97" y="112"/>
                  <a:pt x="97" y="112"/>
                  <a:pt x="97" y="112"/>
                </a:cubicBezTo>
                <a:cubicBezTo>
                  <a:pt x="101" y="130"/>
                  <a:pt x="117" y="144"/>
                  <a:pt x="136" y="144"/>
                </a:cubicBezTo>
                <a:cubicBezTo>
                  <a:pt x="158" y="144"/>
                  <a:pt x="176" y="126"/>
                  <a:pt x="176" y="104"/>
                </a:cubicBezTo>
                <a:cubicBezTo>
                  <a:pt x="176" y="98"/>
                  <a:pt x="175" y="92"/>
                  <a:pt x="172" y="87"/>
                </a:cubicBezTo>
                <a:moveTo>
                  <a:pt x="40" y="136"/>
                </a:moveTo>
                <a:cubicBezTo>
                  <a:pt x="22" y="136"/>
                  <a:pt x="8" y="122"/>
                  <a:pt x="8" y="104"/>
                </a:cubicBezTo>
                <a:cubicBezTo>
                  <a:pt x="8" y="86"/>
                  <a:pt x="22" y="72"/>
                  <a:pt x="40" y="72"/>
                </a:cubicBezTo>
                <a:cubicBezTo>
                  <a:pt x="58" y="72"/>
                  <a:pt x="72" y="86"/>
                  <a:pt x="72" y="104"/>
                </a:cubicBezTo>
                <a:cubicBezTo>
                  <a:pt x="72" y="122"/>
                  <a:pt x="58" y="136"/>
                  <a:pt x="40" y="136"/>
                </a:cubicBezTo>
                <a:moveTo>
                  <a:pt x="72" y="80"/>
                </a:moveTo>
                <a:cubicBezTo>
                  <a:pt x="65" y="70"/>
                  <a:pt x="53" y="64"/>
                  <a:pt x="40" y="64"/>
                </a:cubicBezTo>
                <a:cubicBezTo>
                  <a:pt x="33" y="64"/>
                  <a:pt x="26" y="66"/>
                  <a:pt x="20" y="69"/>
                </a:cubicBezTo>
                <a:cubicBezTo>
                  <a:pt x="41" y="17"/>
                  <a:pt x="41" y="17"/>
                  <a:pt x="41" y="17"/>
                </a:cubicBezTo>
                <a:cubicBezTo>
                  <a:pt x="41" y="17"/>
                  <a:pt x="41" y="17"/>
                  <a:pt x="41" y="17"/>
                </a:cubicBezTo>
                <a:cubicBezTo>
                  <a:pt x="44" y="12"/>
                  <a:pt x="50" y="8"/>
                  <a:pt x="56" y="8"/>
                </a:cubicBezTo>
                <a:cubicBezTo>
                  <a:pt x="64" y="8"/>
                  <a:pt x="71" y="14"/>
                  <a:pt x="72" y="23"/>
                </a:cubicBezTo>
                <a:cubicBezTo>
                  <a:pt x="72" y="23"/>
                  <a:pt x="72" y="23"/>
                  <a:pt x="72" y="23"/>
                </a:cubicBezTo>
                <a:lnTo>
                  <a:pt x="72" y="80"/>
                </a:lnTo>
                <a:close/>
                <a:moveTo>
                  <a:pt x="96" y="104"/>
                </a:moveTo>
                <a:cubicBezTo>
                  <a:pt x="80" y="104"/>
                  <a:pt x="80" y="104"/>
                  <a:pt x="80" y="104"/>
                </a:cubicBezTo>
                <a:cubicBezTo>
                  <a:pt x="80" y="96"/>
                  <a:pt x="80" y="96"/>
                  <a:pt x="80" y="96"/>
                </a:cubicBezTo>
                <a:cubicBezTo>
                  <a:pt x="96" y="96"/>
                  <a:pt x="96" y="96"/>
                  <a:pt x="96" y="96"/>
                </a:cubicBezTo>
                <a:lnTo>
                  <a:pt x="96" y="104"/>
                </a:lnTo>
                <a:close/>
                <a:moveTo>
                  <a:pt x="96" y="88"/>
                </a:moveTo>
                <a:cubicBezTo>
                  <a:pt x="80" y="88"/>
                  <a:pt x="80" y="88"/>
                  <a:pt x="80" y="88"/>
                </a:cubicBezTo>
                <a:cubicBezTo>
                  <a:pt x="80" y="32"/>
                  <a:pt x="80" y="32"/>
                  <a:pt x="80" y="32"/>
                </a:cubicBezTo>
                <a:cubicBezTo>
                  <a:pt x="96" y="32"/>
                  <a:pt x="96" y="32"/>
                  <a:pt x="96" y="32"/>
                </a:cubicBezTo>
                <a:lnTo>
                  <a:pt x="96" y="88"/>
                </a:lnTo>
                <a:close/>
                <a:moveTo>
                  <a:pt x="104" y="23"/>
                </a:moveTo>
                <a:cubicBezTo>
                  <a:pt x="104" y="23"/>
                  <a:pt x="104" y="23"/>
                  <a:pt x="104" y="23"/>
                </a:cubicBezTo>
                <a:cubicBezTo>
                  <a:pt x="105" y="14"/>
                  <a:pt x="112" y="8"/>
                  <a:pt x="120" y="8"/>
                </a:cubicBezTo>
                <a:cubicBezTo>
                  <a:pt x="126" y="8"/>
                  <a:pt x="132" y="12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0" y="66"/>
                  <a:pt x="143" y="64"/>
                  <a:pt x="136" y="64"/>
                </a:cubicBezTo>
                <a:cubicBezTo>
                  <a:pt x="123" y="64"/>
                  <a:pt x="111" y="70"/>
                  <a:pt x="104" y="80"/>
                </a:cubicBezTo>
                <a:lnTo>
                  <a:pt x="104" y="23"/>
                </a:lnTo>
                <a:close/>
                <a:moveTo>
                  <a:pt x="136" y="136"/>
                </a:moveTo>
                <a:cubicBezTo>
                  <a:pt x="118" y="136"/>
                  <a:pt x="104" y="122"/>
                  <a:pt x="104" y="104"/>
                </a:cubicBezTo>
                <a:cubicBezTo>
                  <a:pt x="104" y="86"/>
                  <a:pt x="118" y="72"/>
                  <a:pt x="136" y="72"/>
                </a:cubicBezTo>
                <a:cubicBezTo>
                  <a:pt x="154" y="72"/>
                  <a:pt x="168" y="86"/>
                  <a:pt x="168" y="104"/>
                </a:cubicBezTo>
                <a:cubicBezTo>
                  <a:pt x="168" y="122"/>
                  <a:pt x="154" y="136"/>
                  <a:pt x="136" y="136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4098497-6DD1-43AF-A87F-CE0ABE816DBF}"/>
              </a:ext>
            </a:extLst>
          </p:cNvPr>
          <p:cNvSpPr/>
          <p:nvPr/>
        </p:nvSpPr>
        <p:spPr>
          <a:xfrm rot="5400000">
            <a:off x="12658712" y="29533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B0E9B15-8082-4579-B5DE-5FAC48E5BAE3}"/>
              </a:ext>
            </a:extLst>
          </p:cNvPr>
          <p:cNvSpPr/>
          <p:nvPr/>
        </p:nvSpPr>
        <p:spPr>
          <a:xfrm rot="5400000">
            <a:off x="12658712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22F8D39-F000-4F6E-9E60-6FD474A4D175}"/>
              </a:ext>
            </a:extLst>
          </p:cNvPr>
          <p:cNvSpPr/>
          <p:nvPr/>
        </p:nvSpPr>
        <p:spPr>
          <a:xfrm rot="5400000">
            <a:off x="12658712" y="67897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17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428C772-5C28-47B4-96CF-955D72E3791A}"/>
              </a:ext>
            </a:extLst>
          </p:cNvPr>
          <p:cNvSpPr/>
          <p:nvPr/>
        </p:nvSpPr>
        <p:spPr>
          <a:xfrm>
            <a:off x="1371599" y="1371599"/>
            <a:ext cx="7707597" cy="24264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C82BE73-1FE0-41A4-9913-3A39EF2228DD}"/>
              </a:ext>
            </a:extLst>
          </p:cNvPr>
          <p:cNvSpPr/>
          <p:nvPr/>
        </p:nvSpPr>
        <p:spPr>
          <a:xfrm>
            <a:off x="1371599" y="3930300"/>
            <a:ext cx="7707597" cy="2426400"/>
          </a:xfrm>
          <a:prstGeom prst="roundRect">
            <a:avLst>
              <a:gd name="adj" fmla="val 3638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33A5943-AF8E-489D-9704-C4E7A1EEF93C}"/>
              </a:ext>
            </a:extLst>
          </p:cNvPr>
          <p:cNvSpPr/>
          <p:nvPr/>
        </p:nvSpPr>
        <p:spPr>
          <a:xfrm>
            <a:off x="1371599" y="6489000"/>
            <a:ext cx="7707597" cy="2426400"/>
          </a:xfrm>
          <a:prstGeom prst="roundRect">
            <a:avLst>
              <a:gd name="adj" fmla="val 3638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2D81020-AB31-471F-968B-D9BBF5D52B07}"/>
              </a:ext>
            </a:extLst>
          </p:cNvPr>
          <p:cNvSpPr/>
          <p:nvPr/>
        </p:nvSpPr>
        <p:spPr>
          <a:xfrm>
            <a:off x="9208804" y="1371600"/>
            <a:ext cx="7707598" cy="7543800"/>
          </a:xfrm>
          <a:prstGeom prst="roundRect">
            <a:avLst>
              <a:gd name="adj" fmla="val 2021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662C3D-DDFC-4E81-BFAB-D866CE7A50FD}"/>
              </a:ext>
            </a:extLst>
          </p:cNvPr>
          <p:cNvSpPr txBox="1"/>
          <p:nvPr/>
        </p:nvSpPr>
        <p:spPr>
          <a:xfrm flipH="1">
            <a:off x="2359743" y="2261635"/>
            <a:ext cx="5731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DESIGN PROCESS</a:t>
            </a:r>
            <a:endParaRPr lang="ru-RU" sz="3600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04CEEE-D085-4BAD-913D-C285CC8952B7}"/>
              </a:ext>
            </a:extLst>
          </p:cNvPr>
          <p:cNvSpPr txBox="1"/>
          <p:nvPr/>
        </p:nvSpPr>
        <p:spPr>
          <a:xfrm flipH="1">
            <a:off x="2359743" y="4820335"/>
            <a:ext cx="5731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PRODUCTION</a:t>
            </a:r>
            <a:endParaRPr lang="ru-RU" sz="3600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7A9265-FFD6-4AD3-89CD-B392280934FF}"/>
              </a:ext>
            </a:extLst>
          </p:cNvPr>
          <p:cNvSpPr txBox="1"/>
          <p:nvPr/>
        </p:nvSpPr>
        <p:spPr>
          <a:xfrm flipH="1">
            <a:off x="2359743" y="7379035"/>
            <a:ext cx="5731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DISTRIBUTION</a:t>
            </a:r>
            <a:endParaRPr lang="ru-RU" sz="3600" dirty="0"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92B72C-7697-4647-B3BF-974F4CC8D33A}"/>
              </a:ext>
            </a:extLst>
          </p:cNvPr>
          <p:cNvSpPr txBox="1"/>
          <p:nvPr/>
        </p:nvSpPr>
        <p:spPr>
          <a:xfrm flipH="1">
            <a:off x="10970832" y="474057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Business Model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19E5F6-1B20-4B10-9907-55C51CF105E9}"/>
              </a:ext>
            </a:extLst>
          </p:cNvPr>
          <p:cNvSpPr txBox="1"/>
          <p:nvPr/>
        </p:nvSpPr>
        <p:spPr>
          <a:xfrm flipH="1">
            <a:off x="10970832" y="5446721"/>
            <a:ext cx="4183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28" name="Freeform 93">
            <a:extLst>
              <a:ext uri="{FF2B5EF4-FFF2-40B4-BE49-F238E27FC236}">
                <a16:creationId xmlns:a16="http://schemas.microsoft.com/office/drawing/2014/main" id="{C8007596-7A40-4F54-A01A-15BB34518F2B}"/>
              </a:ext>
            </a:extLst>
          </p:cNvPr>
          <p:cNvSpPr>
            <a:spLocks noEditPoints="1"/>
          </p:cNvSpPr>
          <p:nvPr/>
        </p:nvSpPr>
        <p:spPr bwMode="auto">
          <a:xfrm>
            <a:off x="12303912" y="3037070"/>
            <a:ext cx="1517382" cy="1253488"/>
          </a:xfrm>
          <a:custGeom>
            <a:avLst/>
            <a:gdLst>
              <a:gd name="T0" fmla="*/ 120 w 176"/>
              <a:gd name="T1" fmla="*/ 16 h 144"/>
              <a:gd name="T2" fmla="*/ 72 w 176"/>
              <a:gd name="T3" fmla="*/ 0 h 144"/>
              <a:gd name="T4" fmla="*/ 8 w 176"/>
              <a:gd name="T5" fmla="*/ 16 h 144"/>
              <a:gd name="T6" fmla="*/ 0 w 176"/>
              <a:gd name="T7" fmla="*/ 64 h 144"/>
              <a:gd name="T8" fmla="*/ 8 w 176"/>
              <a:gd name="T9" fmla="*/ 136 h 144"/>
              <a:gd name="T10" fmla="*/ 160 w 176"/>
              <a:gd name="T11" fmla="*/ 144 h 144"/>
              <a:gd name="T12" fmla="*/ 168 w 176"/>
              <a:gd name="T13" fmla="*/ 72 h 144"/>
              <a:gd name="T14" fmla="*/ 176 w 176"/>
              <a:gd name="T15" fmla="*/ 24 h 144"/>
              <a:gd name="T16" fmla="*/ 72 w 176"/>
              <a:gd name="T17" fmla="*/ 8 h 144"/>
              <a:gd name="T18" fmla="*/ 112 w 176"/>
              <a:gd name="T19" fmla="*/ 16 h 144"/>
              <a:gd name="T20" fmla="*/ 72 w 176"/>
              <a:gd name="T21" fmla="*/ 8 h 144"/>
              <a:gd name="T22" fmla="*/ 16 w 176"/>
              <a:gd name="T23" fmla="*/ 136 h 144"/>
              <a:gd name="T24" fmla="*/ 32 w 176"/>
              <a:gd name="T25" fmla="*/ 72 h 144"/>
              <a:gd name="T26" fmla="*/ 40 w 176"/>
              <a:gd name="T27" fmla="*/ 88 h 144"/>
              <a:gd name="T28" fmla="*/ 64 w 176"/>
              <a:gd name="T29" fmla="*/ 80 h 144"/>
              <a:gd name="T30" fmla="*/ 112 w 176"/>
              <a:gd name="T31" fmla="*/ 72 h 144"/>
              <a:gd name="T32" fmla="*/ 120 w 176"/>
              <a:gd name="T33" fmla="*/ 88 h 144"/>
              <a:gd name="T34" fmla="*/ 144 w 176"/>
              <a:gd name="T35" fmla="*/ 80 h 144"/>
              <a:gd name="T36" fmla="*/ 160 w 176"/>
              <a:gd name="T37" fmla="*/ 72 h 144"/>
              <a:gd name="T38" fmla="*/ 40 w 176"/>
              <a:gd name="T39" fmla="*/ 56 h 144"/>
              <a:gd name="T40" fmla="*/ 56 w 176"/>
              <a:gd name="T41" fmla="*/ 80 h 144"/>
              <a:gd name="T42" fmla="*/ 40 w 176"/>
              <a:gd name="T43" fmla="*/ 56 h 144"/>
              <a:gd name="T44" fmla="*/ 136 w 176"/>
              <a:gd name="T45" fmla="*/ 56 h 144"/>
              <a:gd name="T46" fmla="*/ 120 w 176"/>
              <a:gd name="T47" fmla="*/ 80 h 144"/>
              <a:gd name="T48" fmla="*/ 168 w 176"/>
              <a:gd name="T49" fmla="*/ 64 h 144"/>
              <a:gd name="T50" fmla="*/ 144 w 176"/>
              <a:gd name="T51" fmla="*/ 56 h 144"/>
              <a:gd name="T52" fmla="*/ 120 w 176"/>
              <a:gd name="T53" fmla="*/ 48 h 144"/>
              <a:gd name="T54" fmla="*/ 112 w 176"/>
              <a:gd name="T55" fmla="*/ 64 h 144"/>
              <a:gd name="T56" fmla="*/ 64 w 176"/>
              <a:gd name="T57" fmla="*/ 56 h 144"/>
              <a:gd name="T58" fmla="*/ 40 w 176"/>
              <a:gd name="T59" fmla="*/ 48 h 144"/>
              <a:gd name="T60" fmla="*/ 32 w 176"/>
              <a:gd name="T61" fmla="*/ 64 h 144"/>
              <a:gd name="T62" fmla="*/ 8 w 176"/>
              <a:gd name="T63" fmla="*/ 24 h 144"/>
              <a:gd name="T64" fmla="*/ 168 w 176"/>
              <a:gd name="T65" fmla="*/ 6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44">
                <a:moveTo>
                  <a:pt x="168" y="16"/>
                </a:moveTo>
                <a:cubicBezTo>
                  <a:pt x="120" y="16"/>
                  <a:pt x="120" y="16"/>
                  <a:pt x="120" y="16"/>
                </a:cubicBezTo>
                <a:cubicBezTo>
                  <a:pt x="120" y="7"/>
                  <a:pt x="113" y="0"/>
                  <a:pt x="104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63" y="0"/>
                  <a:pt x="56" y="7"/>
                  <a:pt x="56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4" y="16"/>
                  <a:pt x="0" y="20"/>
                  <a:pt x="0" y="24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8"/>
                  <a:pt x="4" y="72"/>
                  <a:pt x="8" y="72"/>
                </a:cubicBezTo>
                <a:cubicBezTo>
                  <a:pt x="8" y="136"/>
                  <a:pt x="8" y="136"/>
                  <a:pt x="8" y="136"/>
                </a:cubicBezTo>
                <a:cubicBezTo>
                  <a:pt x="8" y="140"/>
                  <a:pt x="12" y="144"/>
                  <a:pt x="16" y="144"/>
                </a:cubicBezTo>
                <a:cubicBezTo>
                  <a:pt x="160" y="144"/>
                  <a:pt x="160" y="144"/>
                  <a:pt x="160" y="144"/>
                </a:cubicBezTo>
                <a:cubicBezTo>
                  <a:pt x="164" y="144"/>
                  <a:pt x="168" y="140"/>
                  <a:pt x="168" y="136"/>
                </a:cubicBezTo>
                <a:cubicBezTo>
                  <a:pt x="168" y="72"/>
                  <a:pt x="168" y="72"/>
                  <a:pt x="168" y="72"/>
                </a:cubicBezTo>
                <a:cubicBezTo>
                  <a:pt x="172" y="72"/>
                  <a:pt x="176" y="68"/>
                  <a:pt x="176" y="64"/>
                </a:cubicBezTo>
                <a:cubicBezTo>
                  <a:pt x="176" y="24"/>
                  <a:pt x="176" y="24"/>
                  <a:pt x="176" y="24"/>
                </a:cubicBezTo>
                <a:cubicBezTo>
                  <a:pt x="176" y="20"/>
                  <a:pt x="172" y="16"/>
                  <a:pt x="168" y="16"/>
                </a:cubicBezTo>
                <a:moveTo>
                  <a:pt x="72" y="8"/>
                </a:moveTo>
                <a:cubicBezTo>
                  <a:pt x="104" y="8"/>
                  <a:pt x="104" y="8"/>
                  <a:pt x="104" y="8"/>
                </a:cubicBezTo>
                <a:cubicBezTo>
                  <a:pt x="108" y="8"/>
                  <a:pt x="112" y="12"/>
                  <a:pt x="112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2"/>
                  <a:pt x="68" y="8"/>
                  <a:pt x="72" y="8"/>
                </a:cubicBezTo>
                <a:moveTo>
                  <a:pt x="160" y="136"/>
                </a:moveTo>
                <a:cubicBezTo>
                  <a:pt x="16" y="136"/>
                  <a:pt x="16" y="136"/>
                  <a:pt x="16" y="136"/>
                </a:cubicBezTo>
                <a:cubicBezTo>
                  <a:pt x="16" y="72"/>
                  <a:pt x="16" y="72"/>
                  <a:pt x="16" y="72"/>
                </a:cubicBezTo>
                <a:cubicBezTo>
                  <a:pt x="32" y="72"/>
                  <a:pt x="32" y="72"/>
                  <a:pt x="32" y="72"/>
                </a:cubicBezTo>
                <a:cubicBezTo>
                  <a:pt x="32" y="80"/>
                  <a:pt x="32" y="80"/>
                  <a:pt x="32" y="80"/>
                </a:cubicBezTo>
                <a:cubicBezTo>
                  <a:pt x="32" y="84"/>
                  <a:pt x="36" y="88"/>
                  <a:pt x="40" y="88"/>
                </a:cubicBezTo>
                <a:cubicBezTo>
                  <a:pt x="56" y="88"/>
                  <a:pt x="56" y="88"/>
                  <a:pt x="56" y="88"/>
                </a:cubicBezTo>
                <a:cubicBezTo>
                  <a:pt x="60" y="88"/>
                  <a:pt x="64" y="84"/>
                  <a:pt x="64" y="80"/>
                </a:cubicBezTo>
                <a:cubicBezTo>
                  <a:pt x="64" y="72"/>
                  <a:pt x="64" y="72"/>
                  <a:pt x="64" y="72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2" y="80"/>
                  <a:pt x="112" y="80"/>
                  <a:pt x="112" y="80"/>
                </a:cubicBezTo>
                <a:cubicBezTo>
                  <a:pt x="112" y="84"/>
                  <a:pt x="116" y="88"/>
                  <a:pt x="120" y="88"/>
                </a:cubicBezTo>
                <a:cubicBezTo>
                  <a:pt x="136" y="88"/>
                  <a:pt x="136" y="88"/>
                  <a:pt x="136" y="88"/>
                </a:cubicBezTo>
                <a:cubicBezTo>
                  <a:pt x="140" y="88"/>
                  <a:pt x="144" y="84"/>
                  <a:pt x="144" y="80"/>
                </a:cubicBezTo>
                <a:cubicBezTo>
                  <a:pt x="144" y="72"/>
                  <a:pt x="144" y="72"/>
                  <a:pt x="144" y="72"/>
                </a:cubicBezTo>
                <a:cubicBezTo>
                  <a:pt x="160" y="72"/>
                  <a:pt x="160" y="72"/>
                  <a:pt x="160" y="72"/>
                </a:cubicBezTo>
                <a:lnTo>
                  <a:pt x="160" y="136"/>
                </a:lnTo>
                <a:close/>
                <a:moveTo>
                  <a:pt x="40" y="56"/>
                </a:moveTo>
                <a:cubicBezTo>
                  <a:pt x="56" y="56"/>
                  <a:pt x="56" y="56"/>
                  <a:pt x="56" y="56"/>
                </a:cubicBezTo>
                <a:cubicBezTo>
                  <a:pt x="56" y="80"/>
                  <a:pt x="56" y="80"/>
                  <a:pt x="56" y="80"/>
                </a:cubicBezTo>
                <a:cubicBezTo>
                  <a:pt x="40" y="80"/>
                  <a:pt x="40" y="80"/>
                  <a:pt x="40" y="80"/>
                </a:cubicBezTo>
                <a:lnTo>
                  <a:pt x="40" y="56"/>
                </a:lnTo>
                <a:close/>
                <a:moveTo>
                  <a:pt x="120" y="56"/>
                </a:moveTo>
                <a:cubicBezTo>
                  <a:pt x="136" y="56"/>
                  <a:pt x="136" y="56"/>
                  <a:pt x="136" y="56"/>
                </a:cubicBezTo>
                <a:cubicBezTo>
                  <a:pt x="136" y="80"/>
                  <a:pt x="136" y="80"/>
                  <a:pt x="136" y="80"/>
                </a:cubicBezTo>
                <a:cubicBezTo>
                  <a:pt x="120" y="80"/>
                  <a:pt x="120" y="80"/>
                  <a:pt x="120" y="80"/>
                </a:cubicBezTo>
                <a:lnTo>
                  <a:pt x="120" y="56"/>
                </a:lnTo>
                <a:close/>
                <a:moveTo>
                  <a:pt x="168" y="64"/>
                </a:moveTo>
                <a:cubicBezTo>
                  <a:pt x="144" y="64"/>
                  <a:pt x="144" y="64"/>
                  <a:pt x="144" y="64"/>
                </a:cubicBezTo>
                <a:cubicBezTo>
                  <a:pt x="144" y="56"/>
                  <a:pt x="144" y="56"/>
                  <a:pt x="144" y="56"/>
                </a:cubicBezTo>
                <a:cubicBezTo>
                  <a:pt x="144" y="52"/>
                  <a:pt x="140" y="48"/>
                  <a:pt x="136" y="48"/>
                </a:cubicBezTo>
                <a:cubicBezTo>
                  <a:pt x="120" y="48"/>
                  <a:pt x="120" y="48"/>
                  <a:pt x="120" y="48"/>
                </a:cubicBezTo>
                <a:cubicBezTo>
                  <a:pt x="116" y="48"/>
                  <a:pt x="112" y="52"/>
                  <a:pt x="112" y="56"/>
                </a:cubicBezTo>
                <a:cubicBezTo>
                  <a:pt x="112" y="64"/>
                  <a:pt x="112" y="64"/>
                  <a:pt x="112" y="64"/>
                </a:cubicBezTo>
                <a:cubicBezTo>
                  <a:pt x="64" y="64"/>
                  <a:pt x="64" y="64"/>
                  <a:pt x="64" y="64"/>
                </a:cubicBezTo>
                <a:cubicBezTo>
                  <a:pt x="64" y="56"/>
                  <a:pt x="64" y="56"/>
                  <a:pt x="64" y="56"/>
                </a:cubicBezTo>
                <a:cubicBezTo>
                  <a:pt x="64" y="52"/>
                  <a:pt x="60" y="48"/>
                  <a:pt x="56" y="48"/>
                </a:cubicBezTo>
                <a:cubicBezTo>
                  <a:pt x="40" y="48"/>
                  <a:pt x="40" y="48"/>
                  <a:pt x="40" y="48"/>
                </a:cubicBezTo>
                <a:cubicBezTo>
                  <a:pt x="36" y="48"/>
                  <a:pt x="32" y="52"/>
                  <a:pt x="32" y="56"/>
                </a:cubicBezTo>
                <a:cubicBezTo>
                  <a:pt x="32" y="64"/>
                  <a:pt x="32" y="64"/>
                  <a:pt x="32" y="64"/>
                </a:cubicBezTo>
                <a:cubicBezTo>
                  <a:pt x="8" y="64"/>
                  <a:pt x="8" y="64"/>
                  <a:pt x="8" y="64"/>
                </a:cubicBezTo>
                <a:cubicBezTo>
                  <a:pt x="8" y="24"/>
                  <a:pt x="8" y="24"/>
                  <a:pt x="8" y="24"/>
                </a:cubicBezTo>
                <a:cubicBezTo>
                  <a:pt x="168" y="24"/>
                  <a:pt x="168" y="24"/>
                  <a:pt x="168" y="24"/>
                </a:cubicBezTo>
                <a:lnTo>
                  <a:pt x="168" y="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97E7AB41-2375-41D1-A6F0-9FC0A0A7D80F}"/>
              </a:ext>
            </a:extLst>
          </p:cNvPr>
          <p:cNvSpPr/>
          <p:nvPr/>
        </p:nvSpPr>
        <p:spPr>
          <a:xfrm rot="10800000">
            <a:off x="4194161" y="3798000"/>
            <a:ext cx="2062480" cy="534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9BC1B5B-0EDB-41EB-91AF-BEB90729C9E1}"/>
              </a:ext>
            </a:extLst>
          </p:cNvPr>
          <p:cNvSpPr/>
          <p:nvPr/>
        </p:nvSpPr>
        <p:spPr>
          <a:xfrm rot="10800000">
            <a:off x="4194161" y="6356700"/>
            <a:ext cx="2062480" cy="534731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8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7C10A467-1225-44A0-9EF2-94A82178FA08}"/>
              </a:ext>
            </a:extLst>
          </p:cNvPr>
          <p:cNvSpPr/>
          <p:nvPr/>
        </p:nvSpPr>
        <p:spPr>
          <a:xfrm>
            <a:off x="1371599" y="6489000"/>
            <a:ext cx="7707597" cy="2426400"/>
          </a:xfrm>
          <a:prstGeom prst="roundRect">
            <a:avLst>
              <a:gd name="adj" fmla="val 3638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44C0276F-CA86-4012-B253-F5811D3CAB23}"/>
              </a:ext>
            </a:extLst>
          </p:cNvPr>
          <p:cNvSpPr/>
          <p:nvPr/>
        </p:nvSpPr>
        <p:spPr>
          <a:xfrm>
            <a:off x="1371599" y="3930300"/>
            <a:ext cx="7707597" cy="2961131"/>
          </a:xfrm>
          <a:custGeom>
            <a:avLst/>
            <a:gdLst>
              <a:gd name="connsiteX0" fmla="*/ 88272 w 7707597"/>
              <a:gd name="connsiteY0" fmla="*/ 0 h 2961131"/>
              <a:gd name="connsiteX1" fmla="*/ 7619325 w 7707597"/>
              <a:gd name="connsiteY1" fmla="*/ 0 h 2961131"/>
              <a:gd name="connsiteX2" fmla="*/ 7707597 w 7707597"/>
              <a:gd name="connsiteY2" fmla="*/ 88272 h 2961131"/>
              <a:gd name="connsiteX3" fmla="*/ 7707597 w 7707597"/>
              <a:gd name="connsiteY3" fmla="*/ 2338128 h 2961131"/>
              <a:gd name="connsiteX4" fmla="*/ 7619325 w 7707597"/>
              <a:gd name="connsiteY4" fmla="*/ 2426400 h 2961131"/>
              <a:gd name="connsiteX5" fmla="*/ 4885042 w 7707597"/>
              <a:gd name="connsiteY5" fmla="*/ 2426400 h 2961131"/>
              <a:gd name="connsiteX6" fmla="*/ 3853802 w 7707597"/>
              <a:gd name="connsiteY6" fmla="*/ 2961131 h 2961131"/>
              <a:gd name="connsiteX7" fmla="*/ 2822562 w 7707597"/>
              <a:gd name="connsiteY7" fmla="*/ 2426400 h 2961131"/>
              <a:gd name="connsiteX8" fmla="*/ 88272 w 7707597"/>
              <a:gd name="connsiteY8" fmla="*/ 2426400 h 2961131"/>
              <a:gd name="connsiteX9" fmla="*/ 0 w 7707597"/>
              <a:gd name="connsiteY9" fmla="*/ 2338128 h 2961131"/>
              <a:gd name="connsiteX10" fmla="*/ 0 w 7707597"/>
              <a:gd name="connsiteY10" fmla="*/ 88272 h 2961131"/>
              <a:gd name="connsiteX11" fmla="*/ 88272 w 7707597"/>
              <a:gd name="connsiteY11" fmla="*/ 0 h 2961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07597" h="2961131">
                <a:moveTo>
                  <a:pt x="88272" y="0"/>
                </a:moveTo>
                <a:lnTo>
                  <a:pt x="7619325" y="0"/>
                </a:lnTo>
                <a:cubicBezTo>
                  <a:pt x="7668076" y="0"/>
                  <a:pt x="7707597" y="39521"/>
                  <a:pt x="7707597" y="88272"/>
                </a:cubicBezTo>
                <a:lnTo>
                  <a:pt x="7707597" y="2338128"/>
                </a:lnTo>
                <a:cubicBezTo>
                  <a:pt x="7707597" y="2386879"/>
                  <a:pt x="7668076" y="2426400"/>
                  <a:pt x="7619325" y="2426400"/>
                </a:cubicBezTo>
                <a:lnTo>
                  <a:pt x="4885042" y="2426400"/>
                </a:lnTo>
                <a:lnTo>
                  <a:pt x="3853802" y="2961131"/>
                </a:lnTo>
                <a:lnTo>
                  <a:pt x="2822562" y="2426400"/>
                </a:lnTo>
                <a:lnTo>
                  <a:pt x="88272" y="2426400"/>
                </a:lnTo>
                <a:cubicBezTo>
                  <a:pt x="39521" y="2426400"/>
                  <a:pt x="0" y="2386879"/>
                  <a:pt x="0" y="2338128"/>
                </a:cubicBezTo>
                <a:lnTo>
                  <a:pt x="0" y="88272"/>
                </a:lnTo>
                <a:cubicBezTo>
                  <a:pt x="0" y="39521"/>
                  <a:pt x="39521" y="0"/>
                  <a:pt x="88272" y="0"/>
                </a:cubicBez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5E9FF20E-3593-4553-A3ED-861B2ACFA1DB}"/>
              </a:ext>
            </a:extLst>
          </p:cNvPr>
          <p:cNvSpPr/>
          <p:nvPr/>
        </p:nvSpPr>
        <p:spPr>
          <a:xfrm rot="10800000">
            <a:off x="1371600" y="1371599"/>
            <a:ext cx="7707597" cy="2961132"/>
          </a:xfrm>
          <a:custGeom>
            <a:avLst/>
            <a:gdLst>
              <a:gd name="connsiteX0" fmla="*/ 4885035 w 7707597"/>
              <a:gd name="connsiteY0" fmla="*/ 534731 h 2961132"/>
              <a:gd name="connsiteX1" fmla="*/ 2822555 w 7707597"/>
              <a:gd name="connsiteY1" fmla="*/ 534731 h 2961132"/>
              <a:gd name="connsiteX2" fmla="*/ 3853795 w 7707597"/>
              <a:gd name="connsiteY2" fmla="*/ 0 h 2961132"/>
              <a:gd name="connsiteX3" fmla="*/ 7619325 w 7707597"/>
              <a:gd name="connsiteY3" fmla="*/ 2961132 h 2961132"/>
              <a:gd name="connsiteX4" fmla="*/ 88272 w 7707597"/>
              <a:gd name="connsiteY4" fmla="*/ 2961132 h 2961132"/>
              <a:gd name="connsiteX5" fmla="*/ 0 w 7707597"/>
              <a:gd name="connsiteY5" fmla="*/ 2872860 h 2961132"/>
              <a:gd name="connsiteX6" fmla="*/ 0 w 7707597"/>
              <a:gd name="connsiteY6" fmla="*/ 623004 h 2961132"/>
              <a:gd name="connsiteX7" fmla="*/ 88272 w 7707597"/>
              <a:gd name="connsiteY7" fmla="*/ 534732 h 2961132"/>
              <a:gd name="connsiteX8" fmla="*/ 7619325 w 7707597"/>
              <a:gd name="connsiteY8" fmla="*/ 534732 h 2961132"/>
              <a:gd name="connsiteX9" fmla="*/ 7707597 w 7707597"/>
              <a:gd name="connsiteY9" fmla="*/ 623004 h 2961132"/>
              <a:gd name="connsiteX10" fmla="*/ 7707597 w 7707597"/>
              <a:gd name="connsiteY10" fmla="*/ 2872860 h 2961132"/>
              <a:gd name="connsiteX11" fmla="*/ 7619325 w 7707597"/>
              <a:gd name="connsiteY11" fmla="*/ 2961132 h 2961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07597" h="2961132">
                <a:moveTo>
                  <a:pt x="4885035" y="534731"/>
                </a:moveTo>
                <a:lnTo>
                  <a:pt x="2822555" y="534731"/>
                </a:lnTo>
                <a:lnTo>
                  <a:pt x="3853795" y="0"/>
                </a:lnTo>
                <a:close/>
                <a:moveTo>
                  <a:pt x="7619325" y="2961132"/>
                </a:moveTo>
                <a:lnTo>
                  <a:pt x="88272" y="2961132"/>
                </a:lnTo>
                <a:cubicBezTo>
                  <a:pt x="39521" y="2961132"/>
                  <a:pt x="0" y="2921611"/>
                  <a:pt x="0" y="2872860"/>
                </a:cubicBezTo>
                <a:lnTo>
                  <a:pt x="0" y="623004"/>
                </a:lnTo>
                <a:cubicBezTo>
                  <a:pt x="0" y="574253"/>
                  <a:pt x="39521" y="534732"/>
                  <a:pt x="88272" y="534732"/>
                </a:cubicBezTo>
                <a:lnTo>
                  <a:pt x="7619325" y="534732"/>
                </a:lnTo>
                <a:cubicBezTo>
                  <a:pt x="7668076" y="534732"/>
                  <a:pt x="7707597" y="574253"/>
                  <a:pt x="7707597" y="623004"/>
                </a:cubicBezTo>
                <a:lnTo>
                  <a:pt x="7707597" y="2872860"/>
                </a:lnTo>
                <a:cubicBezTo>
                  <a:pt x="7707597" y="2921611"/>
                  <a:pt x="7668076" y="2961132"/>
                  <a:pt x="7619325" y="2961132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2D81020-AB31-471F-968B-D9BBF5D52B07}"/>
              </a:ext>
            </a:extLst>
          </p:cNvPr>
          <p:cNvSpPr/>
          <p:nvPr/>
        </p:nvSpPr>
        <p:spPr>
          <a:xfrm>
            <a:off x="9208804" y="1371600"/>
            <a:ext cx="7707598" cy="7543800"/>
          </a:xfrm>
          <a:prstGeom prst="roundRect">
            <a:avLst>
              <a:gd name="adj" fmla="val 202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662C3D-DDFC-4E81-BFAB-D866CE7A50FD}"/>
              </a:ext>
            </a:extLst>
          </p:cNvPr>
          <p:cNvSpPr txBox="1"/>
          <p:nvPr/>
        </p:nvSpPr>
        <p:spPr>
          <a:xfrm flipH="1">
            <a:off x="2359743" y="2261635"/>
            <a:ext cx="5731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DESIGN PROCESS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04CEEE-D085-4BAD-913D-C285CC8952B7}"/>
              </a:ext>
            </a:extLst>
          </p:cNvPr>
          <p:cNvSpPr txBox="1"/>
          <p:nvPr/>
        </p:nvSpPr>
        <p:spPr>
          <a:xfrm flipH="1">
            <a:off x="2359743" y="4820335"/>
            <a:ext cx="5731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PRODUCTION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7A9265-FFD6-4AD3-89CD-B392280934FF}"/>
              </a:ext>
            </a:extLst>
          </p:cNvPr>
          <p:cNvSpPr txBox="1"/>
          <p:nvPr/>
        </p:nvSpPr>
        <p:spPr>
          <a:xfrm flipH="1">
            <a:off x="2359743" y="7379035"/>
            <a:ext cx="5731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DISTRIBUTION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92B72C-7697-4647-B3BF-974F4CC8D33A}"/>
              </a:ext>
            </a:extLst>
          </p:cNvPr>
          <p:cNvSpPr txBox="1"/>
          <p:nvPr/>
        </p:nvSpPr>
        <p:spPr>
          <a:xfrm flipH="1">
            <a:off x="10970832" y="474057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Business Model</a:t>
            </a:r>
            <a:endParaRPr lang="ru-RU" sz="3600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19E5F6-1B20-4B10-9907-55C51CF105E9}"/>
              </a:ext>
            </a:extLst>
          </p:cNvPr>
          <p:cNvSpPr txBox="1"/>
          <p:nvPr/>
        </p:nvSpPr>
        <p:spPr>
          <a:xfrm flipH="1">
            <a:off x="10970832" y="5446721"/>
            <a:ext cx="4183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8" name="Freeform 93">
            <a:extLst>
              <a:ext uri="{FF2B5EF4-FFF2-40B4-BE49-F238E27FC236}">
                <a16:creationId xmlns:a16="http://schemas.microsoft.com/office/drawing/2014/main" id="{C8007596-7A40-4F54-A01A-15BB34518F2B}"/>
              </a:ext>
            </a:extLst>
          </p:cNvPr>
          <p:cNvSpPr>
            <a:spLocks noEditPoints="1"/>
          </p:cNvSpPr>
          <p:nvPr/>
        </p:nvSpPr>
        <p:spPr bwMode="auto">
          <a:xfrm>
            <a:off x="12303912" y="3037070"/>
            <a:ext cx="1517382" cy="1253488"/>
          </a:xfrm>
          <a:custGeom>
            <a:avLst/>
            <a:gdLst>
              <a:gd name="T0" fmla="*/ 120 w 176"/>
              <a:gd name="T1" fmla="*/ 16 h 144"/>
              <a:gd name="T2" fmla="*/ 72 w 176"/>
              <a:gd name="T3" fmla="*/ 0 h 144"/>
              <a:gd name="T4" fmla="*/ 8 w 176"/>
              <a:gd name="T5" fmla="*/ 16 h 144"/>
              <a:gd name="T6" fmla="*/ 0 w 176"/>
              <a:gd name="T7" fmla="*/ 64 h 144"/>
              <a:gd name="T8" fmla="*/ 8 w 176"/>
              <a:gd name="T9" fmla="*/ 136 h 144"/>
              <a:gd name="T10" fmla="*/ 160 w 176"/>
              <a:gd name="T11" fmla="*/ 144 h 144"/>
              <a:gd name="T12" fmla="*/ 168 w 176"/>
              <a:gd name="T13" fmla="*/ 72 h 144"/>
              <a:gd name="T14" fmla="*/ 176 w 176"/>
              <a:gd name="T15" fmla="*/ 24 h 144"/>
              <a:gd name="T16" fmla="*/ 72 w 176"/>
              <a:gd name="T17" fmla="*/ 8 h 144"/>
              <a:gd name="T18" fmla="*/ 112 w 176"/>
              <a:gd name="T19" fmla="*/ 16 h 144"/>
              <a:gd name="T20" fmla="*/ 72 w 176"/>
              <a:gd name="T21" fmla="*/ 8 h 144"/>
              <a:gd name="T22" fmla="*/ 16 w 176"/>
              <a:gd name="T23" fmla="*/ 136 h 144"/>
              <a:gd name="T24" fmla="*/ 32 w 176"/>
              <a:gd name="T25" fmla="*/ 72 h 144"/>
              <a:gd name="T26" fmla="*/ 40 w 176"/>
              <a:gd name="T27" fmla="*/ 88 h 144"/>
              <a:gd name="T28" fmla="*/ 64 w 176"/>
              <a:gd name="T29" fmla="*/ 80 h 144"/>
              <a:gd name="T30" fmla="*/ 112 w 176"/>
              <a:gd name="T31" fmla="*/ 72 h 144"/>
              <a:gd name="T32" fmla="*/ 120 w 176"/>
              <a:gd name="T33" fmla="*/ 88 h 144"/>
              <a:gd name="T34" fmla="*/ 144 w 176"/>
              <a:gd name="T35" fmla="*/ 80 h 144"/>
              <a:gd name="T36" fmla="*/ 160 w 176"/>
              <a:gd name="T37" fmla="*/ 72 h 144"/>
              <a:gd name="T38" fmla="*/ 40 w 176"/>
              <a:gd name="T39" fmla="*/ 56 h 144"/>
              <a:gd name="T40" fmla="*/ 56 w 176"/>
              <a:gd name="T41" fmla="*/ 80 h 144"/>
              <a:gd name="T42" fmla="*/ 40 w 176"/>
              <a:gd name="T43" fmla="*/ 56 h 144"/>
              <a:gd name="T44" fmla="*/ 136 w 176"/>
              <a:gd name="T45" fmla="*/ 56 h 144"/>
              <a:gd name="T46" fmla="*/ 120 w 176"/>
              <a:gd name="T47" fmla="*/ 80 h 144"/>
              <a:gd name="T48" fmla="*/ 168 w 176"/>
              <a:gd name="T49" fmla="*/ 64 h 144"/>
              <a:gd name="T50" fmla="*/ 144 w 176"/>
              <a:gd name="T51" fmla="*/ 56 h 144"/>
              <a:gd name="T52" fmla="*/ 120 w 176"/>
              <a:gd name="T53" fmla="*/ 48 h 144"/>
              <a:gd name="T54" fmla="*/ 112 w 176"/>
              <a:gd name="T55" fmla="*/ 64 h 144"/>
              <a:gd name="T56" fmla="*/ 64 w 176"/>
              <a:gd name="T57" fmla="*/ 56 h 144"/>
              <a:gd name="T58" fmla="*/ 40 w 176"/>
              <a:gd name="T59" fmla="*/ 48 h 144"/>
              <a:gd name="T60" fmla="*/ 32 w 176"/>
              <a:gd name="T61" fmla="*/ 64 h 144"/>
              <a:gd name="T62" fmla="*/ 8 w 176"/>
              <a:gd name="T63" fmla="*/ 24 h 144"/>
              <a:gd name="T64" fmla="*/ 168 w 176"/>
              <a:gd name="T65" fmla="*/ 6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44">
                <a:moveTo>
                  <a:pt x="168" y="16"/>
                </a:moveTo>
                <a:cubicBezTo>
                  <a:pt x="120" y="16"/>
                  <a:pt x="120" y="16"/>
                  <a:pt x="120" y="16"/>
                </a:cubicBezTo>
                <a:cubicBezTo>
                  <a:pt x="120" y="7"/>
                  <a:pt x="113" y="0"/>
                  <a:pt x="104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63" y="0"/>
                  <a:pt x="56" y="7"/>
                  <a:pt x="56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4" y="16"/>
                  <a:pt x="0" y="20"/>
                  <a:pt x="0" y="24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8"/>
                  <a:pt x="4" y="72"/>
                  <a:pt x="8" y="72"/>
                </a:cubicBezTo>
                <a:cubicBezTo>
                  <a:pt x="8" y="136"/>
                  <a:pt x="8" y="136"/>
                  <a:pt x="8" y="136"/>
                </a:cubicBezTo>
                <a:cubicBezTo>
                  <a:pt x="8" y="140"/>
                  <a:pt x="12" y="144"/>
                  <a:pt x="16" y="144"/>
                </a:cubicBezTo>
                <a:cubicBezTo>
                  <a:pt x="160" y="144"/>
                  <a:pt x="160" y="144"/>
                  <a:pt x="160" y="144"/>
                </a:cubicBezTo>
                <a:cubicBezTo>
                  <a:pt x="164" y="144"/>
                  <a:pt x="168" y="140"/>
                  <a:pt x="168" y="136"/>
                </a:cubicBezTo>
                <a:cubicBezTo>
                  <a:pt x="168" y="72"/>
                  <a:pt x="168" y="72"/>
                  <a:pt x="168" y="72"/>
                </a:cubicBezTo>
                <a:cubicBezTo>
                  <a:pt x="172" y="72"/>
                  <a:pt x="176" y="68"/>
                  <a:pt x="176" y="64"/>
                </a:cubicBezTo>
                <a:cubicBezTo>
                  <a:pt x="176" y="24"/>
                  <a:pt x="176" y="24"/>
                  <a:pt x="176" y="24"/>
                </a:cubicBezTo>
                <a:cubicBezTo>
                  <a:pt x="176" y="20"/>
                  <a:pt x="172" y="16"/>
                  <a:pt x="168" y="16"/>
                </a:cubicBezTo>
                <a:moveTo>
                  <a:pt x="72" y="8"/>
                </a:moveTo>
                <a:cubicBezTo>
                  <a:pt x="104" y="8"/>
                  <a:pt x="104" y="8"/>
                  <a:pt x="104" y="8"/>
                </a:cubicBezTo>
                <a:cubicBezTo>
                  <a:pt x="108" y="8"/>
                  <a:pt x="112" y="12"/>
                  <a:pt x="112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2"/>
                  <a:pt x="68" y="8"/>
                  <a:pt x="72" y="8"/>
                </a:cubicBezTo>
                <a:moveTo>
                  <a:pt x="160" y="136"/>
                </a:moveTo>
                <a:cubicBezTo>
                  <a:pt x="16" y="136"/>
                  <a:pt x="16" y="136"/>
                  <a:pt x="16" y="136"/>
                </a:cubicBezTo>
                <a:cubicBezTo>
                  <a:pt x="16" y="72"/>
                  <a:pt x="16" y="72"/>
                  <a:pt x="16" y="72"/>
                </a:cubicBezTo>
                <a:cubicBezTo>
                  <a:pt x="32" y="72"/>
                  <a:pt x="32" y="72"/>
                  <a:pt x="32" y="72"/>
                </a:cubicBezTo>
                <a:cubicBezTo>
                  <a:pt x="32" y="80"/>
                  <a:pt x="32" y="80"/>
                  <a:pt x="32" y="80"/>
                </a:cubicBezTo>
                <a:cubicBezTo>
                  <a:pt x="32" y="84"/>
                  <a:pt x="36" y="88"/>
                  <a:pt x="40" y="88"/>
                </a:cubicBezTo>
                <a:cubicBezTo>
                  <a:pt x="56" y="88"/>
                  <a:pt x="56" y="88"/>
                  <a:pt x="56" y="88"/>
                </a:cubicBezTo>
                <a:cubicBezTo>
                  <a:pt x="60" y="88"/>
                  <a:pt x="64" y="84"/>
                  <a:pt x="64" y="80"/>
                </a:cubicBezTo>
                <a:cubicBezTo>
                  <a:pt x="64" y="72"/>
                  <a:pt x="64" y="72"/>
                  <a:pt x="64" y="72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2" y="80"/>
                  <a:pt x="112" y="80"/>
                  <a:pt x="112" y="80"/>
                </a:cubicBezTo>
                <a:cubicBezTo>
                  <a:pt x="112" y="84"/>
                  <a:pt x="116" y="88"/>
                  <a:pt x="120" y="88"/>
                </a:cubicBezTo>
                <a:cubicBezTo>
                  <a:pt x="136" y="88"/>
                  <a:pt x="136" y="88"/>
                  <a:pt x="136" y="88"/>
                </a:cubicBezTo>
                <a:cubicBezTo>
                  <a:pt x="140" y="88"/>
                  <a:pt x="144" y="84"/>
                  <a:pt x="144" y="80"/>
                </a:cubicBezTo>
                <a:cubicBezTo>
                  <a:pt x="144" y="72"/>
                  <a:pt x="144" y="72"/>
                  <a:pt x="144" y="72"/>
                </a:cubicBezTo>
                <a:cubicBezTo>
                  <a:pt x="160" y="72"/>
                  <a:pt x="160" y="72"/>
                  <a:pt x="160" y="72"/>
                </a:cubicBezTo>
                <a:lnTo>
                  <a:pt x="160" y="136"/>
                </a:lnTo>
                <a:close/>
                <a:moveTo>
                  <a:pt x="40" y="56"/>
                </a:moveTo>
                <a:cubicBezTo>
                  <a:pt x="56" y="56"/>
                  <a:pt x="56" y="56"/>
                  <a:pt x="56" y="56"/>
                </a:cubicBezTo>
                <a:cubicBezTo>
                  <a:pt x="56" y="80"/>
                  <a:pt x="56" y="80"/>
                  <a:pt x="56" y="80"/>
                </a:cubicBezTo>
                <a:cubicBezTo>
                  <a:pt x="40" y="80"/>
                  <a:pt x="40" y="80"/>
                  <a:pt x="40" y="80"/>
                </a:cubicBezTo>
                <a:lnTo>
                  <a:pt x="40" y="56"/>
                </a:lnTo>
                <a:close/>
                <a:moveTo>
                  <a:pt x="120" y="56"/>
                </a:moveTo>
                <a:cubicBezTo>
                  <a:pt x="136" y="56"/>
                  <a:pt x="136" y="56"/>
                  <a:pt x="136" y="56"/>
                </a:cubicBezTo>
                <a:cubicBezTo>
                  <a:pt x="136" y="80"/>
                  <a:pt x="136" y="80"/>
                  <a:pt x="136" y="80"/>
                </a:cubicBezTo>
                <a:cubicBezTo>
                  <a:pt x="120" y="80"/>
                  <a:pt x="120" y="80"/>
                  <a:pt x="120" y="80"/>
                </a:cubicBezTo>
                <a:lnTo>
                  <a:pt x="120" y="56"/>
                </a:lnTo>
                <a:close/>
                <a:moveTo>
                  <a:pt x="168" y="64"/>
                </a:moveTo>
                <a:cubicBezTo>
                  <a:pt x="144" y="64"/>
                  <a:pt x="144" y="64"/>
                  <a:pt x="144" y="64"/>
                </a:cubicBezTo>
                <a:cubicBezTo>
                  <a:pt x="144" y="56"/>
                  <a:pt x="144" y="56"/>
                  <a:pt x="144" y="56"/>
                </a:cubicBezTo>
                <a:cubicBezTo>
                  <a:pt x="144" y="52"/>
                  <a:pt x="140" y="48"/>
                  <a:pt x="136" y="48"/>
                </a:cubicBezTo>
                <a:cubicBezTo>
                  <a:pt x="120" y="48"/>
                  <a:pt x="120" y="48"/>
                  <a:pt x="120" y="48"/>
                </a:cubicBezTo>
                <a:cubicBezTo>
                  <a:pt x="116" y="48"/>
                  <a:pt x="112" y="52"/>
                  <a:pt x="112" y="56"/>
                </a:cubicBezTo>
                <a:cubicBezTo>
                  <a:pt x="112" y="64"/>
                  <a:pt x="112" y="64"/>
                  <a:pt x="112" y="64"/>
                </a:cubicBezTo>
                <a:cubicBezTo>
                  <a:pt x="64" y="64"/>
                  <a:pt x="64" y="64"/>
                  <a:pt x="64" y="64"/>
                </a:cubicBezTo>
                <a:cubicBezTo>
                  <a:pt x="64" y="56"/>
                  <a:pt x="64" y="56"/>
                  <a:pt x="64" y="56"/>
                </a:cubicBezTo>
                <a:cubicBezTo>
                  <a:pt x="64" y="52"/>
                  <a:pt x="60" y="48"/>
                  <a:pt x="56" y="48"/>
                </a:cubicBezTo>
                <a:cubicBezTo>
                  <a:pt x="40" y="48"/>
                  <a:pt x="40" y="48"/>
                  <a:pt x="40" y="48"/>
                </a:cubicBezTo>
                <a:cubicBezTo>
                  <a:pt x="36" y="48"/>
                  <a:pt x="32" y="52"/>
                  <a:pt x="32" y="56"/>
                </a:cubicBezTo>
                <a:cubicBezTo>
                  <a:pt x="32" y="64"/>
                  <a:pt x="32" y="64"/>
                  <a:pt x="32" y="64"/>
                </a:cubicBezTo>
                <a:cubicBezTo>
                  <a:pt x="8" y="64"/>
                  <a:pt x="8" y="64"/>
                  <a:pt x="8" y="64"/>
                </a:cubicBezTo>
                <a:cubicBezTo>
                  <a:pt x="8" y="24"/>
                  <a:pt x="8" y="24"/>
                  <a:pt x="8" y="24"/>
                </a:cubicBezTo>
                <a:cubicBezTo>
                  <a:pt x="168" y="24"/>
                  <a:pt x="168" y="24"/>
                  <a:pt x="168" y="24"/>
                </a:cubicBezTo>
                <a:lnTo>
                  <a:pt x="168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874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54F242E-AB52-498C-A365-C17994B3F946}"/>
              </a:ext>
            </a:extLst>
          </p:cNvPr>
          <p:cNvSpPr/>
          <p:nvPr/>
        </p:nvSpPr>
        <p:spPr>
          <a:xfrm>
            <a:off x="9208802" y="13716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C89E95B-D693-434C-A50F-C070081C9754}"/>
              </a:ext>
            </a:extLst>
          </p:cNvPr>
          <p:cNvSpPr/>
          <p:nvPr/>
        </p:nvSpPr>
        <p:spPr>
          <a:xfrm>
            <a:off x="9208802" y="32898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10695CF-F575-475C-84FE-7884559EA56B}"/>
              </a:ext>
            </a:extLst>
          </p:cNvPr>
          <p:cNvSpPr/>
          <p:nvPr/>
        </p:nvSpPr>
        <p:spPr>
          <a:xfrm>
            <a:off x="9208802" y="52080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F066C527-7D5B-43B1-81FF-0F68293E2AEB}"/>
              </a:ext>
            </a:extLst>
          </p:cNvPr>
          <p:cNvSpPr/>
          <p:nvPr/>
        </p:nvSpPr>
        <p:spPr>
          <a:xfrm>
            <a:off x="9208802" y="7126200"/>
            <a:ext cx="7707600" cy="1789200"/>
          </a:xfrm>
          <a:prstGeom prst="roundRect">
            <a:avLst>
              <a:gd name="adj" fmla="val 1007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ECC813F-86FD-4FF5-A3C7-EBA7F2A5195A}"/>
              </a:ext>
            </a:extLst>
          </p:cNvPr>
          <p:cNvSpPr/>
          <p:nvPr/>
        </p:nvSpPr>
        <p:spPr>
          <a:xfrm>
            <a:off x="1371600" y="1371600"/>
            <a:ext cx="7707598" cy="7543800"/>
          </a:xfrm>
          <a:prstGeom prst="roundRect">
            <a:avLst>
              <a:gd name="adj" fmla="val 2021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E4A85F-A261-48AB-AFC8-7FC810D7A19E}"/>
              </a:ext>
            </a:extLst>
          </p:cNvPr>
          <p:cNvSpPr txBox="1"/>
          <p:nvPr/>
        </p:nvSpPr>
        <p:spPr>
          <a:xfrm flipH="1">
            <a:off x="3133628" y="473889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Revenue Model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54CEFD-DB8F-47E6-8F5C-6A16253E4736}"/>
              </a:ext>
            </a:extLst>
          </p:cNvPr>
          <p:cNvSpPr txBox="1"/>
          <p:nvPr/>
        </p:nvSpPr>
        <p:spPr>
          <a:xfrm flipH="1">
            <a:off x="3133628" y="5445044"/>
            <a:ext cx="4183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congue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39" name="Freeform 203">
            <a:extLst>
              <a:ext uri="{FF2B5EF4-FFF2-40B4-BE49-F238E27FC236}">
                <a16:creationId xmlns:a16="http://schemas.microsoft.com/office/drawing/2014/main" id="{3EEFCD28-07FA-4124-A102-0B6CE25EF46E}"/>
              </a:ext>
            </a:extLst>
          </p:cNvPr>
          <p:cNvSpPr>
            <a:spLocks noEditPoints="1"/>
          </p:cNvSpPr>
          <p:nvPr/>
        </p:nvSpPr>
        <p:spPr bwMode="auto">
          <a:xfrm>
            <a:off x="4446615" y="3210886"/>
            <a:ext cx="1557569" cy="1117398"/>
          </a:xfrm>
          <a:custGeom>
            <a:avLst/>
            <a:gdLst>
              <a:gd name="T0" fmla="*/ 32 w 176"/>
              <a:gd name="T1" fmla="*/ 52 h 128"/>
              <a:gd name="T2" fmla="*/ 48 w 176"/>
              <a:gd name="T3" fmla="*/ 52 h 128"/>
              <a:gd name="T4" fmla="*/ 140 w 176"/>
              <a:gd name="T5" fmla="*/ 8 h 128"/>
              <a:gd name="T6" fmla="*/ 36 w 176"/>
              <a:gd name="T7" fmla="*/ 0 h 128"/>
              <a:gd name="T8" fmla="*/ 20 w 176"/>
              <a:gd name="T9" fmla="*/ 24 h 128"/>
              <a:gd name="T10" fmla="*/ 156 w 176"/>
              <a:gd name="T11" fmla="*/ 16 h 128"/>
              <a:gd name="T12" fmla="*/ 20 w 176"/>
              <a:gd name="T13" fmla="*/ 24 h 128"/>
              <a:gd name="T14" fmla="*/ 0 w 176"/>
              <a:gd name="T15" fmla="*/ 40 h 128"/>
              <a:gd name="T16" fmla="*/ 168 w 176"/>
              <a:gd name="T17" fmla="*/ 128 h 128"/>
              <a:gd name="T18" fmla="*/ 168 w 176"/>
              <a:gd name="T19" fmla="*/ 32 h 128"/>
              <a:gd name="T20" fmla="*/ 12 w 176"/>
              <a:gd name="T21" fmla="*/ 48 h 128"/>
              <a:gd name="T22" fmla="*/ 12 w 176"/>
              <a:gd name="T23" fmla="*/ 120 h 128"/>
              <a:gd name="T24" fmla="*/ 16 w 176"/>
              <a:gd name="T25" fmla="*/ 116 h 128"/>
              <a:gd name="T26" fmla="*/ 160 w 176"/>
              <a:gd name="T27" fmla="*/ 116 h 128"/>
              <a:gd name="T28" fmla="*/ 164 w 176"/>
              <a:gd name="T29" fmla="*/ 120 h 128"/>
              <a:gd name="T30" fmla="*/ 152 w 176"/>
              <a:gd name="T31" fmla="*/ 116 h 128"/>
              <a:gd name="T32" fmla="*/ 24 w 176"/>
              <a:gd name="T33" fmla="*/ 116 h 128"/>
              <a:gd name="T34" fmla="*/ 8 w 176"/>
              <a:gd name="T35" fmla="*/ 55 h 128"/>
              <a:gd name="T36" fmla="*/ 23 w 176"/>
              <a:gd name="T37" fmla="*/ 40 h 128"/>
              <a:gd name="T38" fmla="*/ 164 w 176"/>
              <a:gd name="T39" fmla="*/ 56 h 128"/>
              <a:gd name="T40" fmla="*/ 164 w 176"/>
              <a:gd name="T41" fmla="*/ 48 h 128"/>
              <a:gd name="T42" fmla="*/ 168 w 176"/>
              <a:gd name="T43" fmla="*/ 44 h 128"/>
              <a:gd name="T44" fmla="*/ 132 w 176"/>
              <a:gd name="T45" fmla="*/ 104 h 128"/>
              <a:gd name="T46" fmla="*/ 140 w 176"/>
              <a:gd name="T47" fmla="*/ 112 h 128"/>
              <a:gd name="T48" fmla="*/ 88 w 176"/>
              <a:gd name="T49" fmla="*/ 48 h 128"/>
              <a:gd name="T50" fmla="*/ 120 w 176"/>
              <a:gd name="T51" fmla="*/ 80 h 128"/>
              <a:gd name="T52" fmla="*/ 98 w 176"/>
              <a:gd name="T53" fmla="*/ 97 h 128"/>
              <a:gd name="T54" fmla="*/ 90 w 176"/>
              <a:gd name="T55" fmla="*/ 104 h 128"/>
              <a:gd name="T56" fmla="*/ 82 w 176"/>
              <a:gd name="T57" fmla="*/ 99 h 128"/>
              <a:gd name="T58" fmla="*/ 74 w 176"/>
              <a:gd name="T59" fmla="*/ 88 h 128"/>
              <a:gd name="T60" fmla="*/ 86 w 176"/>
              <a:gd name="T61" fmla="*/ 95 h 128"/>
              <a:gd name="T62" fmla="*/ 79 w 176"/>
              <a:gd name="T63" fmla="*/ 79 h 128"/>
              <a:gd name="T64" fmla="*/ 76 w 176"/>
              <a:gd name="T65" fmla="*/ 66 h 128"/>
              <a:gd name="T66" fmla="*/ 86 w 176"/>
              <a:gd name="T67" fmla="*/ 60 h 128"/>
              <a:gd name="T68" fmla="*/ 90 w 176"/>
              <a:gd name="T69" fmla="*/ 60 h 128"/>
              <a:gd name="T70" fmla="*/ 100 w 176"/>
              <a:gd name="T71" fmla="*/ 66 h 128"/>
              <a:gd name="T72" fmla="*/ 93 w 176"/>
              <a:gd name="T73" fmla="*/ 66 h 128"/>
              <a:gd name="T74" fmla="*/ 94 w 176"/>
              <a:gd name="T75" fmla="*/ 77 h 128"/>
              <a:gd name="T76" fmla="*/ 102 w 176"/>
              <a:gd name="T77" fmla="*/ 88 h 128"/>
              <a:gd name="T78" fmla="*/ 92 w 176"/>
              <a:gd name="T79" fmla="*/ 83 h 128"/>
              <a:gd name="T80" fmla="*/ 94 w 176"/>
              <a:gd name="T81" fmla="*/ 94 h 128"/>
              <a:gd name="T82" fmla="*/ 94 w 176"/>
              <a:gd name="T83" fmla="*/ 85 h 128"/>
              <a:gd name="T84" fmla="*/ 83 w 176"/>
              <a:gd name="T85" fmla="*/ 74 h 128"/>
              <a:gd name="T86" fmla="*/ 86 w 176"/>
              <a:gd name="T87" fmla="*/ 6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76" h="128">
                <a:moveTo>
                  <a:pt x="44" y="48"/>
                </a:moveTo>
                <a:cubicBezTo>
                  <a:pt x="36" y="48"/>
                  <a:pt x="36" y="48"/>
                  <a:pt x="36" y="48"/>
                </a:cubicBezTo>
                <a:cubicBezTo>
                  <a:pt x="34" y="48"/>
                  <a:pt x="32" y="50"/>
                  <a:pt x="32" y="52"/>
                </a:cubicBezTo>
                <a:cubicBezTo>
                  <a:pt x="32" y="54"/>
                  <a:pt x="34" y="56"/>
                  <a:pt x="36" y="56"/>
                </a:cubicBezTo>
                <a:cubicBezTo>
                  <a:pt x="44" y="56"/>
                  <a:pt x="44" y="56"/>
                  <a:pt x="44" y="56"/>
                </a:cubicBezTo>
                <a:cubicBezTo>
                  <a:pt x="46" y="56"/>
                  <a:pt x="48" y="54"/>
                  <a:pt x="48" y="52"/>
                </a:cubicBezTo>
                <a:cubicBezTo>
                  <a:pt x="48" y="50"/>
                  <a:pt x="46" y="48"/>
                  <a:pt x="44" y="48"/>
                </a:cubicBezTo>
                <a:moveTo>
                  <a:pt x="36" y="8"/>
                </a:moveTo>
                <a:cubicBezTo>
                  <a:pt x="140" y="8"/>
                  <a:pt x="140" y="8"/>
                  <a:pt x="140" y="8"/>
                </a:cubicBezTo>
                <a:cubicBezTo>
                  <a:pt x="142" y="8"/>
                  <a:pt x="144" y="6"/>
                  <a:pt x="144" y="4"/>
                </a:cubicBezTo>
                <a:cubicBezTo>
                  <a:pt x="144" y="2"/>
                  <a:pt x="142" y="0"/>
                  <a:pt x="140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4" y="0"/>
                  <a:pt x="32" y="2"/>
                  <a:pt x="32" y="4"/>
                </a:cubicBezTo>
                <a:cubicBezTo>
                  <a:pt x="32" y="6"/>
                  <a:pt x="34" y="8"/>
                  <a:pt x="36" y="8"/>
                </a:cubicBezTo>
                <a:moveTo>
                  <a:pt x="20" y="24"/>
                </a:moveTo>
                <a:cubicBezTo>
                  <a:pt x="156" y="24"/>
                  <a:pt x="156" y="24"/>
                  <a:pt x="156" y="24"/>
                </a:cubicBezTo>
                <a:cubicBezTo>
                  <a:pt x="158" y="24"/>
                  <a:pt x="160" y="22"/>
                  <a:pt x="160" y="20"/>
                </a:cubicBezTo>
                <a:cubicBezTo>
                  <a:pt x="160" y="18"/>
                  <a:pt x="158" y="16"/>
                  <a:pt x="156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18" y="16"/>
                  <a:pt x="16" y="18"/>
                  <a:pt x="16" y="20"/>
                </a:cubicBezTo>
                <a:cubicBezTo>
                  <a:pt x="16" y="22"/>
                  <a:pt x="18" y="24"/>
                  <a:pt x="20" y="24"/>
                </a:cubicBezTo>
                <a:moveTo>
                  <a:pt x="168" y="32"/>
                </a:moveTo>
                <a:cubicBezTo>
                  <a:pt x="8" y="32"/>
                  <a:pt x="8" y="32"/>
                  <a:pt x="8" y="32"/>
                </a:cubicBezTo>
                <a:cubicBezTo>
                  <a:pt x="4" y="32"/>
                  <a:pt x="0" y="36"/>
                  <a:pt x="0" y="4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4"/>
                  <a:pt x="4" y="128"/>
                  <a:pt x="8" y="128"/>
                </a:cubicBezTo>
                <a:cubicBezTo>
                  <a:pt x="168" y="128"/>
                  <a:pt x="168" y="128"/>
                  <a:pt x="168" y="128"/>
                </a:cubicBezTo>
                <a:cubicBezTo>
                  <a:pt x="172" y="128"/>
                  <a:pt x="176" y="124"/>
                  <a:pt x="176" y="120"/>
                </a:cubicBezTo>
                <a:cubicBezTo>
                  <a:pt x="176" y="40"/>
                  <a:pt x="176" y="40"/>
                  <a:pt x="176" y="40"/>
                </a:cubicBezTo>
                <a:cubicBezTo>
                  <a:pt x="176" y="36"/>
                  <a:pt x="172" y="32"/>
                  <a:pt x="168" y="32"/>
                </a:cubicBezTo>
                <a:moveTo>
                  <a:pt x="12" y="40"/>
                </a:moveTo>
                <a:cubicBezTo>
                  <a:pt x="14" y="40"/>
                  <a:pt x="16" y="42"/>
                  <a:pt x="16" y="44"/>
                </a:cubicBezTo>
                <a:cubicBezTo>
                  <a:pt x="16" y="46"/>
                  <a:pt x="14" y="48"/>
                  <a:pt x="12" y="48"/>
                </a:cubicBezTo>
                <a:cubicBezTo>
                  <a:pt x="10" y="48"/>
                  <a:pt x="8" y="46"/>
                  <a:pt x="8" y="44"/>
                </a:cubicBezTo>
                <a:cubicBezTo>
                  <a:pt x="8" y="42"/>
                  <a:pt x="10" y="40"/>
                  <a:pt x="12" y="40"/>
                </a:cubicBezTo>
                <a:moveTo>
                  <a:pt x="12" y="120"/>
                </a:moveTo>
                <a:cubicBezTo>
                  <a:pt x="10" y="120"/>
                  <a:pt x="8" y="118"/>
                  <a:pt x="8" y="116"/>
                </a:cubicBezTo>
                <a:cubicBezTo>
                  <a:pt x="8" y="114"/>
                  <a:pt x="10" y="112"/>
                  <a:pt x="12" y="112"/>
                </a:cubicBezTo>
                <a:cubicBezTo>
                  <a:pt x="14" y="112"/>
                  <a:pt x="16" y="114"/>
                  <a:pt x="16" y="116"/>
                </a:cubicBezTo>
                <a:cubicBezTo>
                  <a:pt x="16" y="118"/>
                  <a:pt x="14" y="120"/>
                  <a:pt x="12" y="120"/>
                </a:cubicBezTo>
                <a:moveTo>
                  <a:pt x="164" y="120"/>
                </a:moveTo>
                <a:cubicBezTo>
                  <a:pt x="162" y="120"/>
                  <a:pt x="160" y="118"/>
                  <a:pt x="160" y="116"/>
                </a:cubicBezTo>
                <a:cubicBezTo>
                  <a:pt x="160" y="114"/>
                  <a:pt x="162" y="112"/>
                  <a:pt x="164" y="112"/>
                </a:cubicBezTo>
                <a:cubicBezTo>
                  <a:pt x="166" y="112"/>
                  <a:pt x="168" y="114"/>
                  <a:pt x="168" y="116"/>
                </a:cubicBezTo>
                <a:cubicBezTo>
                  <a:pt x="168" y="118"/>
                  <a:pt x="166" y="120"/>
                  <a:pt x="164" y="120"/>
                </a:cubicBezTo>
                <a:moveTo>
                  <a:pt x="168" y="105"/>
                </a:moveTo>
                <a:cubicBezTo>
                  <a:pt x="167" y="104"/>
                  <a:pt x="165" y="104"/>
                  <a:pt x="164" y="104"/>
                </a:cubicBezTo>
                <a:cubicBezTo>
                  <a:pt x="157" y="104"/>
                  <a:pt x="152" y="109"/>
                  <a:pt x="152" y="116"/>
                </a:cubicBezTo>
                <a:cubicBezTo>
                  <a:pt x="152" y="117"/>
                  <a:pt x="152" y="119"/>
                  <a:pt x="153" y="120"/>
                </a:cubicBezTo>
                <a:cubicBezTo>
                  <a:pt x="23" y="120"/>
                  <a:pt x="23" y="120"/>
                  <a:pt x="23" y="120"/>
                </a:cubicBezTo>
                <a:cubicBezTo>
                  <a:pt x="24" y="119"/>
                  <a:pt x="24" y="117"/>
                  <a:pt x="24" y="116"/>
                </a:cubicBezTo>
                <a:cubicBezTo>
                  <a:pt x="24" y="109"/>
                  <a:pt x="19" y="104"/>
                  <a:pt x="12" y="104"/>
                </a:cubicBezTo>
                <a:cubicBezTo>
                  <a:pt x="11" y="104"/>
                  <a:pt x="9" y="104"/>
                  <a:pt x="8" y="105"/>
                </a:cubicBezTo>
                <a:cubicBezTo>
                  <a:pt x="8" y="55"/>
                  <a:pt x="8" y="55"/>
                  <a:pt x="8" y="55"/>
                </a:cubicBezTo>
                <a:cubicBezTo>
                  <a:pt x="9" y="56"/>
                  <a:pt x="11" y="56"/>
                  <a:pt x="12" y="56"/>
                </a:cubicBezTo>
                <a:cubicBezTo>
                  <a:pt x="19" y="56"/>
                  <a:pt x="24" y="51"/>
                  <a:pt x="24" y="44"/>
                </a:cubicBezTo>
                <a:cubicBezTo>
                  <a:pt x="24" y="43"/>
                  <a:pt x="24" y="41"/>
                  <a:pt x="23" y="40"/>
                </a:cubicBezTo>
                <a:cubicBezTo>
                  <a:pt x="153" y="40"/>
                  <a:pt x="153" y="40"/>
                  <a:pt x="153" y="40"/>
                </a:cubicBezTo>
                <a:cubicBezTo>
                  <a:pt x="152" y="41"/>
                  <a:pt x="152" y="43"/>
                  <a:pt x="152" y="44"/>
                </a:cubicBezTo>
                <a:cubicBezTo>
                  <a:pt x="152" y="51"/>
                  <a:pt x="157" y="56"/>
                  <a:pt x="164" y="56"/>
                </a:cubicBezTo>
                <a:cubicBezTo>
                  <a:pt x="165" y="56"/>
                  <a:pt x="167" y="56"/>
                  <a:pt x="168" y="55"/>
                </a:cubicBezTo>
                <a:lnTo>
                  <a:pt x="168" y="105"/>
                </a:lnTo>
                <a:close/>
                <a:moveTo>
                  <a:pt x="164" y="48"/>
                </a:moveTo>
                <a:cubicBezTo>
                  <a:pt x="162" y="48"/>
                  <a:pt x="160" y="46"/>
                  <a:pt x="160" y="44"/>
                </a:cubicBezTo>
                <a:cubicBezTo>
                  <a:pt x="160" y="42"/>
                  <a:pt x="162" y="40"/>
                  <a:pt x="164" y="40"/>
                </a:cubicBezTo>
                <a:cubicBezTo>
                  <a:pt x="166" y="40"/>
                  <a:pt x="168" y="42"/>
                  <a:pt x="168" y="44"/>
                </a:cubicBezTo>
                <a:cubicBezTo>
                  <a:pt x="168" y="46"/>
                  <a:pt x="166" y="48"/>
                  <a:pt x="164" y="48"/>
                </a:cubicBezTo>
                <a:moveTo>
                  <a:pt x="140" y="104"/>
                </a:moveTo>
                <a:cubicBezTo>
                  <a:pt x="132" y="104"/>
                  <a:pt x="132" y="104"/>
                  <a:pt x="132" y="104"/>
                </a:cubicBezTo>
                <a:cubicBezTo>
                  <a:pt x="130" y="104"/>
                  <a:pt x="128" y="106"/>
                  <a:pt x="128" y="108"/>
                </a:cubicBezTo>
                <a:cubicBezTo>
                  <a:pt x="128" y="110"/>
                  <a:pt x="130" y="112"/>
                  <a:pt x="132" y="112"/>
                </a:cubicBezTo>
                <a:cubicBezTo>
                  <a:pt x="140" y="112"/>
                  <a:pt x="140" y="112"/>
                  <a:pt x="140" y="112"/>
                </a:cubicBezTo>
                <a:cubicBezTo>
                  <a:pt x="142" y="112"/>
                  <a:pt x="144" y="110"/>
                  <a:pt x="144" y="108"/>
                </a:cubicBezTo>
                <a:cubicBezTo>
                  <a:pt x="144" y="106"/>
                  <a:pt x="142" y="104"/>
                  <a:pt x="140" y="104"/>
                </a:cubicBezTo>
                <a:moveTo>
                  <a:pt x="88" y="48"/>
                </a:moveTo>
                <a:cubicBezTo>
                  <a:pt x="70" y="48"/>
                  <a:pt x="56" y="62"/>
                  <a:pt x="56" y="80"/>
                </a:cubicBezTo>
                <a:cubicBezTo>
                  <a:pt x="56" y="98"/>
                  <a:pt x="70" y="112"/>
                  <a:pt x="88" y="112"/>
                </a:cubicBezTo>
                <a:cubicBezTo>
                  <a:pt x="106" y="112"/>
                  <a:pt x="120" y="98"/>
                  <a:pt x="120" y="80"/>
                </a:cubicBezTo>
                <a:cubicBezTo>
                  <a:pt x="120" y="62"/>
                  <a:pt x="106" y="48"/>
                  <a:pt x="88" y="48"/>
                </a:cubicBezTo>
                <a:moveTo>
                  <a:pt x="101" y="93"/>
                </a:moveTo>
                <a:cubicBezTo>
                  <a:pt x="100" y="95"/>
                  <a:pt x="99" y="96"/>
                  <a:pt x="98" y="97"/>
                </a:cubicBezTo>
                <a:cubicBezTo>
                  <a:pt x="97" y="98"/>
                  <a:pt x="96" y="99"/>
                  <a:pt x="94" y="99"/>
                </a:cubicBezTo>
                <a:cubicBezTo>
                  <a:pt x="93" y="100"/>
                  <a:pt x="91" y="100"/>
                  <a:pt x="90" y="100"/>
                </a:cubicBezTo>
                <a:cubicBezTo>
                  <a:pt x="90" y="104"/>
                  <a:pt x="90" y="104"/>
                  <a:pt x="90" y="104"/>
                </a:cubicBezTo>
                <a:cubicBezTo>
                  <a:pt x="86" y="104"/>
                  <a:pt x="86" y="104"/>
                  <a:pt x="86" y="104"/>
                </a:cubicBezTo>
                <a:cubicBezTo>
                  <a:pt x="86" y="100"/>
                  <a:pt x="86" y="100"/>
                  <a:pt x="86" y="100"/>
                </a:cubicBezTo>
                <a:cubicBezTo>
                  <a:pt x="84" y="100"/>
                  <a:pt x="83" y="100"/>
                  <a:pt x="82" y="99"/>
                </a:cubicBezTo>
                <a:cubicBezTo>
                  <a:pt x="80" y="99"/>
                  <a:pt x="79" y="98"/>
                  <a:pt x="77" y="97"/>
                </a:cubicBezTo>
                <a:cubicBezTo>
                  <a:pt x="76" y="96"/>
                  <a:pt x="75" y="94"/>
                  <a:pt x="75" y="93"/>
                </a:cubicBezTo>
                <a:cubicBezTo>
                  <a:pt x="74" y="91"/>
                  <a:pt x="74" y="90"/>
                  <a:pt x="74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90"/>
                  <a:pt x="80" y="92"/>
                  <a:pt x="82" y="93"/>
                </a:cubicBezTo>
                <a:cubicBezTo>
                  <a:pt x="83" y="95"/>
                  <a:pt x="84" y="95"/>
                  <a:pt x="86" y="95"/>
                </a:cubicBezTo>
                <a:cubicBezTo>
                  <a:pt x="86" y="82"/>
                  <a:pt x="86" y="82"/>
                  <a:pt x="86" y="82"/>
                </a:cubicBezTo>
                <a:cubicBezTo>
                  <a:pt x="85" y="82"/>
                  <a:pt x="84" y="81"/>
                  <a:pt x="82" y="81"/>
                </a:cubicBezTo>
                <a:cubicBezTo>
                  <a:pt x="81" y="80"/>
                  <a:pt x="80" y="79"/>
                  <a:pt x="79" y="79"/>
                </a:cubicBezTo>
                <a:cubicBezTo>
                  <a:pt x="77" y="78"/>
                  <a:pt x="76" y="77"/>
                  <a:pt x="76" y="75"/>
                </a:cubicBezTo>
                <a:cubicBezTo>
                  <a:pt x="75" y="74"/>
                  <a:pt x="75" y="72"/>
                  <a:pt x="75" y="70"/>
                </a:cubicBezTo>
                <a:cubicBezTo>
                  <a:pt x="75" y="69"/>
                  <a:pt x="75" y="67"/>
                  <a:pt x="76" y="66"/>
                </a:cubicBezTo>
                <a:cubicBezTo>
                  <a:pt x="76" y="64"/>
                  <a:pt x="77" y="63"/>
                  <a:pt x="78" y="62"/>
                </a:cubicBezTo>
                <a:cubicBezTo>
                  <a:pt x="79" y="61"/>
                  <a:pt x="81" y="61"/>
                  <a:pt x="82" y="60"/>
                </a:cubicBezTo>
                <a:cubicBezTo>
                  <a:pt x="84" y="60"/>
                  <a:pt x="85" y="60"/>
                  <a:pt x="86" y="60"/>
                </a:cubicBezTo>
                <a:cubicBezTo>
                  <a:pt x="86" y="56"/>
                  <a:pt x="86" y="56"/>
                  <a:pt x="86" y="56"/>
                </a:cubicBezTo>
                <a:cubicBezTo>
                  <a:pt x="90" y="56"/>
                  <a:pt x="90" y="56"/>
                  <a:pt x="90" y="56"/>
                </a:cubicBezTo>
                <a:cubicBezTo>
                  <a:pt x="90" y="60"/>
                  <a:pt x="90" y="60"/>
                  <a:pt x="90" y="60"/>
                </a:cubicBezTo>
                <a:cubicBezTo>
                  <a:pt x="91" y="60"/>
                  <a:pt x="92" y="60"/>
                  <a:pt x="94" y="60"/>
                </a:cubicBezTo>
                <a:cubicBezTo>
                  <a:pt x="95" y="61"/>
                  <a:pt x="96" y="61"/>
                  <a:pt x="97" y="62"/>
                </a:cubicBezTo>
                <a:cubicBezTo>
                  <a:pt x="99" y="63"/>
                  <a:pt x="99" y="64"/>
                  <a:pt x="100" y="66"/>
                </a:cubicBezTo>
                <a:cubicBezTo>
                  <a:pt x="101" y="67"/>
                  <a:pt x="101" y="68"/>
                  <a:pt x="101" y="70"/>
                </a:cubicBezTo>
                <a:cubicBezTo>
                  <a:pt x="95" y="70"/>
                  <a:pt x="95" y="70"/>
                  <a:pt x="95" y="70"/>
                </a:cubicBezTo>
                <a:cubicBezTo>
                  <a:pt x="95" y="68"/>
                  <a:pt x="94" y="67"/>
                  <a:pt x="93" y="66"/>
                </a:cubicBezTo>
                <a:cubicBezTo>
                  <a:pt x="93" y="65"/>
                  <a:pt x="92" y="64"/>
                  <a:pt x="90" y="64"/>
                </a:cubicBezTo>
                <a:cubicBezTo>
                  <a:pt x="90" y="76"/>
                  <a:pt x="90" y="76"/>
                  <a:pt x="90" y="76"/>
                </a:cubicBezTo>
                <a:cubicBezTo>
                  <a:pt x="91" y="76"/>
                  <a:pt x="92" y="77"/>
                  <a:pt x="94" y="77"/>
                </a:cubicBezTo>
                <a:cubicBezTo>
                  <a:pt x="95" y="78"/>
                  <a:pt x="97" y="79"/>
                  <a:pt x="98" y="80"/>
                </a:cubicBezTo>
                <a:cubicBezTo>
                  <a:pt x="99" y="81"/>
                  <a:pt x="100" y="82"/>
                  <a:pt x="101" y="83"/>
                </a:cubicBezTo>
                <a:cubicBezTo>
                  <a:pt x="102" y="84"/>
                  <a:pt x="102" y="86"/>
                  <a:pt x="102" y="88"/>
                </a:cubicBezTo>
                <a:cubicBezTo>
                  <a:pt x="102" y="90"/>
                  <a:pt x="102" y="92"/>
                  <a:pt x="101" y="93"/>
                </a:cubicBezTo>
                <a:moveTo>
                  <a:pt x="94" y="85"/>
                </a:moveTo>
                <a:cubicBezTo>
                  <a:pt x="93" y="84"/>
                  <a:pt x="92" y="84"/>
                  <a:pt x="92" y="83"/>
                </a:cubicBezTo>
                <a:cubicBezTo>
                  <a:pt x="91" y="83"/>
                  <a:pt x="90" y="83"/>
                  <a:pt x="90" y="83"/>
                </a:cubicBezTo>
                <a:cubicBezTo>
                  <a:pt x="90" y="95"/>
                  <a:pt x="90" y="95"/>
                  <a:pt x="90" y="95"/>
                </a:cubicBezTo>
                <a:cubicBezTo>
                  <a:pt x="92" y="95"/>
                  <a:pt x="93" y="95"/>
                  <a:pt x="94" y="94"/>
                </a:cubicBezTo>
                <a:cubicBezTo>
                  <a:pt x="95" y="93"/>
                  <a:pt x="96" y="91"/>
                  <a:pt x="96" y="89"/>
                </a:cubicBezTo>
                <a:cubicBezTo>
                  <a:pt x="96" y="88"/>
                  <a:pt x="96" y="87"/>
                  <a:pt x="95" y="86"/>
                </a:cubicBezTo>
                <a:cubicBezTo>
                  <a:pt x="95" y="86"/>
                  <a:pt x="94" y="85"/>
                  <a:pt x="94" y="85"/>
                </a:cubicBezTo>
                <a:moveTo>
                  <a:pt x="81" y="70"/>
                </a:moveTo>
                <a:cubicBezTo>
                  <a:pt x="81" y="71"/>
                  <a:pt x="81" y="71"/>
                  <a:pt x="81" y="72"/>
                </a:cubicBezTo>
                <a:cubicBezTo>
                  <a:pt x="82" y="73"/>
                  <a:pt x="82" y="73"/>
                  <a:pt x="83" y="74"/>
                </a:cubicBezTo>
                <a:cubicBezTo>
                  <a:pt x="83" y="74"/>
                  <a:pt x="84" y="74"/>
                  <a:pt x="85" y="75"/>
                </a:cubicBezTo>
                <a:cubicBezTo>
                  <a:pt x="85" y="75"/>
                  <a:pt x="86" y="75"/>
                  <a:pt x="86" y="75"/>
                </a:cubicBezTo>
                <a:cubicBezTo>
                  <a:pt x="86" y="64"/>
                  <a:pt x="86" y="64"/>
                  <a:pt x="86" y="64"/>
                </a:cubicBezTo>
                <a:cubicBezTo>
                  <a:pt x="84" y="64"/>
                  <a:pt x="83" y="65"/>
                  <a:pt x="82" y="66"/>
                </a:cubicBezTo>
                <a:cubicBezTo>
                  <a:pt x="81" y="67"/>
                  <a:pt x="81" y="68"/>
                  <a:pt x="81" y="7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6092A4E-5495-4E95-9A38-D496E4B9DE53}"/>
              </a:ext>
            </a:extLst>
          </p:cNvPr>
          <p:cNvSpPr/>
          <p:nvPr/>
        </p:nvSpPr>
        <p:spPr>
          <a:xfrm rot="10800000">
            <a:off x="12031362" y="5062063"/>
            <a:ext cx="2062480" cy="534731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9A261AA0-FB6A-479F-B52F-A0EB871DEDF6}"/>
              </a:ext>
            </a:extLst>
          </p:cNvPr>
          <p:cNvSpPr/>
          <p:nvPr/>
        </p:nvSpPr>
        <p:spPr>
          <a:xfrm rot="10800000">
            <a:off x="12031362" y="3143863"/>
            <a:ext cx="2062480" cy="534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D2653D54-7FF5-4F4A-B023-2F5541E3E31F}"/>
              </a:ext>
            </a:extLst>
          </p:cNvPr>
          <p:cNvSpPr/>
          <p:nvPr/>
        </p:nvSpPr>
        <p:spPr>
          <a:xfrm rot="10800000">
            <a:off x="12031362" y="6989618"/>
            <a:ext cx="2062480" cy="534731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8E8DB5-9FFB-49BC-948B-FC97767CCFC2}"/>
              </a:ext>
            </a:extLst>
          </p:cNvPr>
          <p:cNvSpPr txBox="1"/>
          <p:nvPr/>
        </p:nvSpPr>
        <p:spPr>
          <a:xfrm flipH="1">
            <a:off x="10970831" y="194303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01 – RESEARCH</a:t>
            </a:r>
            <a:endParaRPr lang="ru-RU" sz="3600" b="1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E37398-598C-45E1-9B48-619CD241537F}"/>
              </a:ext>
            </a:extLst>
          </p:cNvPr>
          <p:cNvSpPr txBox="1"/>
          <p:nvPr/>
        </p:nvSpPr>
        <p:spPr>
          <a:xfrm flipH="1">
            <a:off x="10970831" y="386123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02 – ANALYZE</a:t>
            </a:r>
            <a:endParaRPr lang="ru-RU" sz="3600" b="1" dirty="0"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649623-3158-43B1-A5AD-1AA3EA92A791}"/>
              </a:ext>
            </a:extLst>
          </p:cNvPr>
          <p:cNvSpPr txBox="1"/>
          <p:nvPr/>
        </p:nvSpPr>
        <p:spPr>
          <a:xfrm flipH="1">
            <a:off x="10970831" y="577943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03 – PLAN</a:t>
            </a:r>
            <a:endParaRPr lang="ru-RU" sz="3600" b="1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D9CA5F-E772-4E0F-94D0-C1F575DF7B6B}"/>
              </a:ext>
            </a:extLst>
          </p:cNvPr>
          <p:cNvSpPr txBox="1"/>
          <p:nvPr/>
        </p:nvSpPr>
        <p:spPr>
          <a:xfrm flipH="1">
            <a:off x="10970831" y="769763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04 – EXECUTE</a:t>
            </a:r>
            <a:endParaRPr lang="ru-RU" sz="3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6145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F066C527-7D5B-43B1-81FF-0F68293E2AEB}"/>
              </a:ext>
            </a:extLst>
          </p:cNvPr>
          <p:cNvSpPr/>
          <p:nvPr/>
        </p:nvSpPr>
        <p:spPr>
          <a:xfrm>
            <a:off x="9208802" y="7126200"/>
            <a:ext cx="7707600" cy="1789200"/>
          </a:xfrm>
          <a:prstGeom prst="roundRect">
            <a:avLst>
              <a:gd name="adj" fmla="val 10073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A2F51230-C47F-4DC0-8487-EFA946439EB3}"/>
              </a:ext>
            </a:extLst>
          </p:cNvPr>
          <p:cNvSpPr/>
          <p:nvPr/>
        </p:nvSpPr>
        <p:spPr>
          <a:xfrm>
            <a:off x="9208802" y="5208000"/>
            <a:ext cx="7707600" cy="2316349"/>
          </a:xfrm>
          <a:custGeom>
            <a:avLst/>
            <a:gdLst>
              <a:gd name="connsiteX0" fmla="*/ 180226 w 7707600"/>
              <a:gd name="connsiteY0" fmla="*/ 0 h 2316349"/>
              <a:gd name="connsiteX1" fmla="*/ 7527374 w 7707600"/>
              <a:gd name="connsiteY1" fmla="*/ 0 h 2316349"/>
              <a:gd name="connsiteX2" fmla="*/ 7707600 w 7707600"/>
              <a:gd name="connsiteY2" fmla="*/ 180226 h 2316349"/>
              <a:gd name="connsiteX3" fmla="*/ 7707600 w 7707600"/>
              <a:gd name="connsiteY3" fmla="*/ 1608974 h 2316349"/>
              <a:gd name="connsiteX4" fmla="*/ 7527374 w 7707600"/>
              <a:gd name="connsiteY4" fmla="*/ 1789200 h 2316349"/>
              <a:gd name="connsiteX5" fmla="*/ 4870418 w 7707600"/>
              <a:gd name="connsiteY5" fmla="*/ 1789200 h 2316349"/>
              <a:gd name="connsiteX6" fmla="*/ 3853800 w 7707600"/>
              <a:gd name="connsiteY6" fmla="*/ 2316349 h 2316349"/>
              <a:gd name="connsiteX7" fmla="*/ 2837182 w 7707600"/>
              <a:gd name="connsiteY7" fmla="*/ 1789200 h 2316349"/>
              <a:gd name="connsiteX8" fmla="*/ 180226 w 7707600"/>
              <a:gd name="connsiteY8" fmla="*/ 1789200 h 2316349"/>
              <a:gd name="connsiteX9" fmla="*/ 0 w 7707600"/>
              <a:gd name="connsiteY9" fmla="*/ 1608974 h 2316349"/>
              <a:gd name="connsiteX10" fmla="*/ 0 w 7707600"/>
              <a:gd name="connsiteY10" fmla="*/ 180226 h 2316349"/>
              <a:gd name="connsiteX11" fmla="*/ 180226 w 7707600"/>
              <a:gd name="connsiteY11" fmla="*/ 0 h 231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07600" h="2316349">
                <a:moveTo>
                  <a:pt x="180226" y="0"/>
                </a:moveTo>
                <a:lnTo>
                  <a:pt x="7527374" y="0"/>
                </a:lnTo>
                <a:cubicBezTo>
                  <a:pt x="7626910" y="0"/>
                  <a:pt x="7707600" y="80690"/>
                  <a:pt x="7707600" y="180226"/>
                </a:cubicBezTo>
                <a:lnTo>
                  <a:pt x="7707600" y="1608974"/>
                </a:lnTo>
                <a:cubicBezTo>
                  <a:pt x="7707600" y="1708510"/>
                  <a:pt x="7626910" y="1789200"/>
                  <a:pt x="7527374" y="1789200"/>
                </a:cubicBezTo>
                <a:lnTo>
                  <a:pt x="4870418" y="1789200"/>
                </a:lnTo>
                <a:lnTo>
                  <a:pt x="3853800" y="2316349"/>
                </a:lnTo>
                <a:lnTo>
                  <a:pt x="2837182" y="1789200"/>
                </a:lnTo>
                <a:lnTo>
                  <a:pt x="180226" y="1789200"/>
                </a:lnTo>
                <a:cubicBezTo>
                  <a:pt x="80690" y="1789200"/>
                  <a:pt x="0" y="1708510"/>
                  <a:pt x="0" y="1608974"/>
                </a:cubicBezTo>
                <a:lnTo>
                  <a:pt x="0" y="180226"/>
                </a:lnTo>
                <a:cubicBezTo>
                  <a:pt x="0" y="80690"/>
                  <a:pt x="80690" y="0"/>
                  <a:pt x="180226" y="0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08EA430F-EE41-4738-879E-4DFCC2FBBD76}"/>
              </a:ext>
            </a:extLst>
          </p:cNvPr>
          <p:cNvSpPr/>
          <p:nvPr/>
        </p:nvSpPr>
        <p:spPr>
          <a:xfrm>
            <a:off x="9208802" y="3289800"/>
            <a:ext cx="7707600" cy="2306994"/>
          </a:xfrm>
          <a:custGeom>
            <a:avLst/>
            <a:gdLst>
              <a:gd name="connsiteX0" fmla="*/ 180226 w 7707600"/>
              <a:gd name="connsiteY0" fmla="*/ 0 h 2306994"/>
              <a:gd name="connsiteX1" fmla="*/ 7527374 w 7707600"/>
              <a:gd name="connsiteY1" fmla="*/ 0 h 2306994"/>
              <a:gd name="connsiteX2" fmla="*/ 7707600 w 7707600"/>
              <a:gd name="connsiteY2" fmla="*/ 180226 h 2306994"/>
              <a:gd name="connsiteX3" fmla="*/ 7707600 w 7707600"/>
              <a:gd name="connsiteY3" fmla="*/ 1608974 h 2306994"/>
              <a:gd name="connsiteX4" fmla="*/ 7527374 w 7707600"/>
              <a:gd name="connsiteY4" fmla="*/ 1789200 h 2306994"/>
              <a:gd name="connsiteX5" fmla="*/ 4852377 w 7707600"/>
              <a:gd name="connsiteY5" fmla="*/ 1789200 h 2306994"/>
              <a:gd name="connsiteX6" fmla="*/ 3853800 w 7707600"/>
              <a:gd name="connsiteY6" fmla="*/ 2306994 h 2306994"/>
              <a:gd name="connsiteX7" fmla="*/ 2855223 w 7707600"/>
              <a:gd name="connsiteY7" fmla="*/ 1789200 h 2306994"/>
              <a:gd name="connsiteX8" fmla="*/ 180226 w 7707600"/>
              <a:gd name="connsiteY8" fmla="*/ 1789200 h 2306994"/>
              <a:gd name="connsiteX9" fmla="*/ 0 w 7707600"/>
              <a:gd name="connsiteY9" fmla="*/ 1608974 h 2306994"/>
              <a:gd name="connsiteX10" fmla="*/ 0 w 7707600"/>
              <a:gd name="connsiteY10" fmla="*/ 180226 h 2306994"/>
              <a:gd name="connsiteX11" fmla="*/ 180226 w 7707600"/>
              <a:gd name="connsiteY11" fmla="*/ 0 h 2306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07600" h="2306994">
                <a:moveTo>
                  <a:pt x="180226" y="0"/>
                </a:moveTo>
                <a:lnTo>
                  <a:pt x="7527374" y="0"/>
                </a:lnTo>
                <a:cubicBezTo>
                  <a:pt x="7626910" y="0"/>
                  <a:pt x="7707600" y="80690"/>
                  <a:pt x="7707600" y="180226"/>
                </a:cubicBezTo>
                <a:lnTo>
                  <a:pt x="7707600" y="1608974"/>
                </a:lnTo>
                <a:cubicBezTo>
                  <a:pt x="7707600" y="1708510"/>
                  <a:pt x="7626910" y="1789200"/>
                  <a:pt x="7527374" y="1789200"/>
                </a:cubicBezTo>
                <a:lnTo>
                  <a:pt x="4852377" y="1789200"/>
                </a:lnTo>
                <a:lnTo>
                  <a:pt x="3853800" y="2306994"/>
                </a:lnTo>
                <a:lnTo>
                  <a:pt x="2855223" y="1789200"/>
                </a:lnTo>
                <a:lnTo>
                  <a:pt x="180226" y="1789200"/>
                </a:lnTo>
                <a:cubicBezTo>
                  <a:pt x="80690" y="1789200"/>
                  <a:pt x="0" y="1708510"/>
                  <a:pt x="0" y="1608974"/>
                </a:cubicBezTo>
                <a:lnTo>
                  <a:pt x="0" y="180226"/>
                </a:lnTo>
                <a:cubicBezTo>
                  <a:pt x="0" y="80690"/>
                  <a:pt x="80690" y="0"/>
                  <a:pt x="180226" y="0"/>
                </a:cubicBez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5888CBC1-D820-467A-A747-10B051901F0B}"/>
              </a:ext>
            </a:extLst>
          </p:cNvPr>
          <p:cNvSpPr/>
          <p:nvPr/>
        </p:nvSpPr>
        <p:spPr>
          <a:xfrm>
            <a:off x="9208802" y="1371600"/>
            <a:ext cx="7707600" cy="2306994"/>
          </a:xfrm>
          <a:custGeom>
            <a:avLst/>
            <a:gdLst>
              <a:gd name="connsiteX0" fmla="*/ 180226 w 7707600"/>
              <a:gd name="connsiteY0" fmla="*/ 0 h 2306994"/>
              <a:gd name="connsiteX1" fmla="*/ 7527374 w 7707600"/>
              <a:gd name="connsiteY1" fmla="*/ 0 h 2306994"/>
              <a:gd name="connsiteX2" fmla="*/ 7707600 w 7707600"/>
              <a:gd name="connsiteY2" fmla="*/ 180226 h 2306994"/>
              <a:gd name="connsiteX3" fmla="*/ 7707600 w 7707600"/>
              <a:gd name="connsiteY3" fmla="*/ 1608974 h 2306994"/>
              <a:gd name="connsiteX4" fmla="*/ 7527374 w 7707600"/>
              <a:gd name="connsiteY4" fmla="*/ 1789200 h 2306994"/>
              <a:gd name="connsiteX5" fmla="*/ 4852377 w 7707600"/>
              <a:gd name="connsiteY5" fmla="*/ 1789200 h 2306994"/>
              <a:gd name="connsiteX6" fmla="*/ 3853800 w 7707600"/>
              <a:gd name="connsiteY6" fmla="*/ 2306994 h 2306994"/>
              <a:gd name="connsiteX7" fmla="*/ 2855223 w 7707600"/>
              <a:gd name="connsiteY7" fmla="*/ 1789200 h 2306994"/>
              <a:gd name="connsiteX8" fmla="*/ 180226 w 7707600"/>
              <a:gd name="connsiteY8" fmla="*/ 1789200 h 2306994"/>
              <a:gd name="connsiteX9" fmla="*/ 0 w 7707600"/>
              <a:gd name="connsiteY9" fmla="*/ 1608974 h 2306994"/>
              <a:gd name="connsiteX10" fmla="*/ 0 w 7707600"/>
              <a:gd name="connsiteY10" fmla="*/ 180226 h 2306994"/>
              <a:gd name="connsiteX11" fmla="*/ 180226 w 7707600"/>
              <a:gd name="connsiteY11" fmla="*/ 0 h 2306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07600" h="2306994">
                <a:moveTo>
                  <a:pt x="180226" y="0"/>
                </a:moveTo>
                <a:lnTo>
                  <a:pt x="7527374" y="0"/>
                </a:lnTo>
                <a:cubicBezTo>
                  <a:pt x="7626910" y="0"/>
                  <a:pt x="7707600" y="80690"/>
                  <a:pt x="7707600" y="180226"/>
                </a:cubicBezTo>
                <a:lnTo>
                  <a:pt x="7707600" y="1608974"/>
                </a:lnTo>
                <a:cubicBezTo>
                  <a:pt x="7707600" y="1708510"/>
                  <a:pt x="7626910" y="1789200"/>
                  <a:pt x="7527374" y="1789200"/>
                </a:cubicBezTo>
                <a:lnTo>
                  <a:pt x="4852377" y="1789200"/>
                </a:lnTo>
                <a:lnTo>
                  <a:pt x="3853800" y="2306994"/>
                </a:lnTo>
                <a:lnTo>
                  <a:pt x="2855223" y="1789200"/>
                </a:lnTo>
                <a:lnTo>
                  <a:pt x="180226" y="1789200"/>
                </a:lnTo>
                <a:cubicBezTo>
                  <a:pt x="80690" y="1789200"/>
                  <a:pt x="0" y="1708510"/>
                  <a:pt x="0" y="1608974"/>
                </a:cubicBezTo>
                <a:lnTo>
                  <a:pt x="0" y="180226"/>
                </a:lnTo>
                <a:cubicBezTo>
                  <a:pt x="0" y="80690"/>
                  <a:pt x="80690" y="0"/>
                  <a:pt x="180226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ECC813F-86FD-4FF5-A3C7-EBA7F2A5195A}"/>
              </a:ext>
            </a:extLst>
          </p:cNvPr>
          <p:cNvSpPr/>
          <p:nvPr/>
        </p:nvSpPr>
        <p:spPr>
          <a:xfrm>
            <a:off x="1371600" y="1371600"/>
            <a:ext cx="7707598" cy="7543800"/>
          </a:xfrm>
          <a:prstGeom prst="roundRect">
            <a:avLst>
              <a:gd name="adj" fmla="val 202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E4A85F-A261-48AB-AFC8-7FC810D7A19E}"/>
              </a:ext>
            </a:extLst>
          </p:cNvPr>
          <p:cNvSpPr txBox="1"/>
          <p:nvPr/>
        </p:nvSpPr>
        <p:spPr>
          <a:xfrm flipH="1">
            <a:off x="3133628" y="473889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Revenue Model</a:t>
            </a:r>
            <a:endParaRPr lang="ru-RU" sz="3600" dirty="0"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54CEFD-DB8F-47E6-8F5C-6A16253E4736}"/>
              </a:ext>
            </a:extLst>
          </p:cNvPr>
          <p:cNvSpPr txBox="1"/>
          <p:nvPr/>
        </p:nvSpPr>
        <p:spPr>
          <a:xfrm flipH="1">
            <a:off x="3133628" y="5445044"/>
            <a:ext cx="4183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9" name="Freeform 203">
            <a:extLst>
              <a:ext uri="{FF2B5EF4-FFF2-40B4-BE49-F238E27FC236}">
                <a16:creationId xmlns:a16="http://schemas.microsoft.com/office/drawing/2014/main" id="{3EEFCD28-07FA-4124-A102-0B6CE25EF46E}"/>
              </a:ext>
            </a:extLst>
          </p:cNvPr>
          <p:cNvSpPr>
            <a:spLocks noEditPoints="1"/>
          </p:cNvSpPr>
          <p:nvPr/>
        </p:nvSpPr>
        <p:spPr bwMode="auto">
          <a:xfrm>
            <a:off x="4446615" y="3210886"/>
            <a:ext cx="1557569" cy="1117398"/>
          </a:xfrm>
          <a:custGeom>
            <a:avLst/>
            <a:gdLst>
              <a:gd name="T0" fmla="*/ 32 w 176"/>
              <a:gd name="T1" fmla="*/ 52 h 128"/>
              <a:gd name="T2" fmla="*/ 48 w 176"/>
              <a:gd name="T3" fmla="*/ 52 h 128"/>
              <a:gd name="T4" fmla="*/ 140 w 176"/>
              <a:gd name="T5" fmla="*/ 8 h 128"/>
              <a:gd name="T6" fmla="*/ 36 w 176"/>
              <a:gd name="T7" fmla="*/ 0 h 128"/>
              <a:gd name="T8" fmla="*/ 20 w 176"/>
              <a:gd name="T9" fmla="*/ 24 h 128"/>
              <a:gd name="T10" fmla="*/ 156 w 176"/>
              <a:gd name="T11" fmla="*/ 16 h 128"/>
              <a:gd name="T12" fmla="*/ 20 w 176"/>
              <a:gd name="T13" fmla="*/ 24 h 128"/>
              <a:gd name="T14" fmla="*/ 0 w 176"/>
              <a:gd name="T15" fmla="*/ 40 h 128"/>
              <a:gd name="T16" fmla="*/ 168 w 176"/>
              <a:gd name="T17" fmla="*/ 128 h 128"/>
              <a:gd name="T18" fmla="*/ 168 w 176"/>
              <a:gd name="T19" fmla="*/ 32 h 128"/>
              <a:gd name="T20" fmla="*/ 12 w 176"/>
              <a:gd name="T21" fmla="*/ 48 h 128"/>
              <a:gd name="T22" fmla="*/ 12 w 176"/>
              <a:gd name="T23" fmla="*/ 120 h 128"/>
              <a:gd name="T24" fmla="*/ 16 w 176"/>
              <a:gd name="T25" fmla="*/ 116 h 128"/>
              <a:gd name="T26" fmla="*/ 160 w 176"/>
              <a:gd name="T27" fmla="*/ 116 h 128"/>
              <a:gd name="T28" fmla="*/ 164 w 176"/>
              <a:gd name="T29" fmla="*/ 120 h 128"/>
              <a:gd name="T30" fmla="*/ 152 w 176"/>
              <a:gd name="T31" fmla="*/ 116 h 128"/>
              <a:gd name="T32" fmla="*/ 24 w 176"/>
              <a:gd name="T33" fmla="*/ 116 h 128"/>
              <a:gd name="T34" fmla="*/ 8 w 176"/>
              <a:gd name="T35" fmla="*/ 55 h 128"/>
              <a:gd name="T36" fmla="*/ 23 w 176"/>
              <a:gd name="T37" fmla="*/ 40 h 128"/>
              <a:gd name="T38" fmla="*/ 164 w 176"/>
              <a:gd name="T39" fmla="*/ 56 h 128"/>
              <a:gd name="T40" fmla="*/ 164 w 176"/>
              <a:gd name="T41" fmla="*/ 48 h 128"/>
              <a:gd name="T42" fmla="*/ 168 w 176"/>
              <a:gd name="T43" fmla="*/ 44 h 128"/>
              <a:gd name="T44" fmla="*/ 132 w 176"/>
              <a:gd name="T45" fmla="*/ 104 h 128"/>
              <a:gd name="T46" fmla="*/ 140 w 176"/>
              <a:gd name="T47" fmla="*/ 112 h 128"/>
              <a:gd name="T48" fmla="*/ 88 w 176"/>
              <a:gd name="T49" fmla="*/ 48 h 128"/>
              <a:gd name="T50" fmla="*/ 120 w 176"/>
              <a:gd name="T51" fmla="*/ 80 h 128"/>
              <a:gd name="T52" fmla="*/ 98 w 176"/>
              <a:gd name="T53" fmla="*/ 97 h 128"/>
              <a:gd name="T54" fmla="*/ 90 w 176"/>
              <a:gd name="T55" fmla="*/ 104 h 128"/>
              <a:gd name="T56" fmla="*/ 82 w 176"/>
              <a:gd name="T57" fmla="*/ 99 h 128"/>
              <a:gd name="T58" fmla="*/ 74 w 176"/>
              <a:gd name="T59" fmla="*/ 88 h 128"/>
              <a:gd name="T60" fmla="*/ 86 w 176"/>
              <a:gd name="T61" fmla="*/ 95 h 128"/>
              <a:gd name="T62" fmla="*/ 79 w 176"/>
              <a:gd name="T63" fmla="*/ 79 h 128"/>
              <a:gd name="T64" fmla="*/ 76 w 176"/>
              <a:gd name="T65" fmla="*/ 66 h 128"/>
              <a:gd name="T66" fmla="*/ 86 w 176"/>
              <a:gd name="T67" fmla="*/ 60 h 128"/>
              <a:gd name="T68" fmla="*/ 90 w 176"/>
              <a:gd name="T69" fmla="*/ 60 h 128"/>
              <a:gd name="T70" fmla="*/ 100 w 176"/>
              <a:gd name="T71" fmla="*/ 66 h 128"/>
              <a:gd name="T72" fmla="*/ 93 w 176"/>
              <a:gd name="T73" fmla="*/ 66 h 128"/>
              <a:gd name="T74" fmla="*/ 94 w 176"/>
              <a:gd name="T75" fmla="*/ 77 h 128"/>
              <a:gd name="T76" fmla="*/ 102 w 176"/>
              <a:gd name="T77" fmla="*/ 88 h 128"/>
              <a:gd name="T78" fmla="*/ 92 w 176"/>
              <a:gd name="T79" fmla="*/ 83 h 128"/>
              <a:gd name="T80" fmla="*/ 94 w 176"/>
              <a:gd name="T81" fmla="*/ 94 h 128"/>
              <a:gd name="T82" fmla="*/ 94 w 176"/>
              <a:gd name="T83" fmla="*/ 85 h 128"/>
              <a:gd name="T84" fmla="*/ 83 w 176"/>
              <a:gd name="T85" fmla="*/ 74 h 128"/>
              <a:gd name="T86" fmla="*/ 86 w 176"/>
              <a:gd name="T87" fmla="*/ 6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76" h="128">
                <a:moveTo>
                  <a:pt x="44" y="48"/>
                </a:moveTo>
                <a:cubicBezTo>
                  <a:pt x="36" y="48"/>
                  <a:pt x="36" y="48"/>
                  <a:pt x="36" y="48"/>
                </a:cubicBezTo>
                <a:cubicBezTo>
                  <a:pt x="34" y="48"/>
                  <a:pt x="32" y="50"/>
                  <a:pt x="32" y="52"/>
                </a:cubicBezTo>
                <a:cubicBezTo>
                  <a:pt x="32" y="54"/>
                  <a:pt x="34" y="56"/>
                  <a:pt x="36" y="56"/>
                </a:cubicBezTo>
                <a:cubicBezTo>
                  <a:pt x="44" y="56"/>
                  <a:pt x="44" y="56"/>
                  <a:pt x="44" y="56"/>
                </a:cubicBezTo>
                <a:cubicBezTo>
                  <a:pt x="46" y="56"/>
                  <a:pt x="48" y="54"/>
                  <a:pt x="48" y="52"/>
                </a:cubicBezTo>
                <a:cubicBezTo>
                  <a:pt x="48" y="50"/>
                  <a:pt x="46" y="48"/>
                  <a:pt x="44" y="48"/>
                </a:cubicBezTo>
                <a:moveTo>
                  <a:pt x="36" y="8"/>
                </a:moveTo>
                <a:cubicBezTo>
                  <a:pt x="140" y="8"/>
                  <a:pt x="140" y="8"/>
                  <a:pt x="140" y="8"/>
                </a:cubicBezTo>
                <a:cubicBezTo>
                  <a:pt x="142" y="8"/>
                  <a:pt x="144" y="6"/>
                  <a:pt x="144" y="4"/>
                </a:cubicBezTo>
                <a:cubicBezTo>
                  <a:pt x="144" y="2"/>
                  <a:pt x="142" y="0"/>
                  <a:pt x="140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4" y="0"/>
                  <a:pt x="32" y="2"/>
                  <a:pt x="32" y="4"/>
                </a:cubicBezTo>
                <a:cubicBezTo>
                  <a:pt x="32" y="6"/>
                  <a:pt x="34" y="8"/>
                  <a:pt x="36" y="8"/>
                </a:cubicBezTo>
                <a:moveTo>
                  <a:pt x="20" y="24"/>
                </a:moveTo>
                <a:cubicBezTo>
                  <a:pt x="156" y="24"/>
                  <a:pt x="156" y="24"/>
                  <a:pt x="156" y="24"/>
                </a:cubicBezTo>
                <a:cubicBezTo>
                  <a:pt x="158" y="24"/>
                  <a:pt x="160" y="22"/>
                  <a:pt x="160" y="20"/>
                </a:cubicBezTo>
                <a:cubicBezTo>
                  <a:pt x="160" y="18"/>
                  <a:pt x="158" y="16"/>
                  <a:pt x="156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18" y="16"/>
                  <a:pt x="16" y="18"/>
                  <a:pt x="16" y="20"/>
                </a:cubicBezTo>
                <a:cubicBezTo>
                  <a:pt x="16" y="22"/>
                  <a:pt x="18" y="24"/>
                  <a:pt x="20" y="24"/>
                </a:cubicBezTo>
                <a:moveTo>
                  <a:pt x="168" y="32"/>
                </a:moveTo>
                <a:cubicBezTo>
                  <a:pt x="8" y="32"/>
                  <a:pt x="8" y="32"/>
                  <a:pt x="8" y="32"/>
                </a:cubicBezTo>
                <a:cubicBezTo>
                  <a:pt x="4" y="32"/>
                  <a:pt x="0" y="36"/>
                  <a:pt x="0" y="4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4"/>
                  <a:pt x="4" y="128"/>
                  <a:pt x="8" y="128"/>
                </a:cubicBezTo>
                <a:cubicBezTo>
                  <a:pt x="168" y="128"/>
                  <a:pt x="168" y="128"/>
                  <a:pt x="168" y="128"/>
                </a:cubicBezTo>
                <a:cubicBezTo>
                  <a:pt x="172" y="128"/>
                  <a:pt x="176" y="124"/>
                  <a:pt x="176" y="120"/>
                </a:cubicBezTo>
                <a:cubicBezTo>
                  <a:pt x="176" y="40"/>
                  <a:pt x="176" y="40"/>
                  <a:pt x="176" y="40"/>
                </a:cubicBezTo>
                <a:cubicBezTo>
                  <a:pt x="176" y="36"/>
                  <a:pt x="172" y="32"/>
                  <a:pt x="168" y="32"/>
                </a:cubicBezTo>
                <a:moveTo>
                  <a:pt x="12" y="40"/>
                </a:moveTo>
                <a:cubicBezTo>
                  <a:pt x="14" y="40"/>
                  <a:pt x="16" y="42"/>
                  <a:pt x="16" y="44"/>
                </a:cubicBezTo>
                <a:cubicBezTo>
                  <a:pt x="16" y="46"/>
                  <a:pt x="14" y="48"/>
                  <a:pt x="12" y="48"/>
                </a:cubicBezTo>
                <a:cubicBezTo>
                  <a:pt x="10" y="48"/>
                  <a:pt x="8" y="46"/>
                  <a:pt x="8" y="44"/>
                </a:cubicBezTo>
                <a:cubicBezTo>
                  <a:pt x="8" y="42"/>
                  <a:pt x="10" y="40"/>
                  <a:pt x="12" y="40"/>
                </a:cubicBezTo>
                <a:moveTo>
                  <a:pt x="12" y="120"/>
                </a:moveTo>
                <a:cubicBezTo>
                  <a:pt x="10" y="120"/>
                  <a:pt x="8" y="118"/>
                  <a:pt x="8" y="116"/>
                </a:cubicBezTo>
                <a:cubicBezTo>
                  <a:pt x="8" y="114"/>
                  <a:pt x="10" y="112"/>
                  <a:pt x="12" y="112"/>
                </a:cubicBezTo>
                <a:cubicBezTo>
                  <a:pt x="14" y="112"/>
                  <a:pt x="16" y="114"/>
                  <a:pt x="16" y="116"/>
                </a:cubicBezTo>
                <a:cubicBezTo>
                  <a:pt x="16" y="118"/>
                  <a:pt x="14" y="120"/>
                  <a:pt x="12" y="120"/>
                </a:cubicBezTo>
                <a:moveTo>
                  <a:pt x="164" y="120"/>
                </a:moveTo>
                <a:cubicBezTo>
                  <a:pt x="162" y="120"/>
                  <a:pt x="160" y="118"/>
                  <a:pt x="160" y="116"/>
                </a:cubicBezTo>
                <a:cubicBezTo>
                  <a:pt x="160" y="114"/>
                  <a:pt x="162" y="112"/>
                  <a:pt x="164" y="112"/>
                </a:cubicBezTo>
                <a:cubicBezTo>
                  <a:pt x="166" y="112"/>
                  <a:pt x="168" y="114"/>
                  <a:pt x="168" y="116"/>
                </a:cubicBezTo>
                <a:cubicBezTo>
                  <a:pt x="168" y="118"/>
                  <a:pt x="166" y="120"/>
                  <a:pt x="164" y="120"/>
                </a:cubicBezTo>
                <a:moveTo>
                  <a:pt x="168" y="105"/>
                </a:moveTo>
                <a:cubicBezTo>
                  <a:pt x="167" y="104"/>
                  <a:pt x="165" y="104"/>
                  <a:pt x="164" y="104"/>
                </a:cubicBezTo>
                <a:cubicBezTo>
                  <a:pt x="157" y="104"/>
                  <a:pt x="152" y="109"/>
                  <a:pt x="152" y="116"/>
                </a:cubicBezTo>
                <a:cubicBezTo>
                  <a:pt x="152" y="117"/>
                  <a:pt x="152" y="119"/>
                  <a:pt x="153" y="120"/>
                </a:cubicBezTo>
                <a:cubicBezTo>
                  <a:pt x="23" y="120"/>
                  <a:pt x="23" y="120"/>
                  <a:pt x="23" y="120"/>
                </a:cubicBezTo>
                <a:cubicBezTo>
                  <a:pt x="24" y="119"/>
                  <a:pt x="24" y="117"/>
                  <a:pt x="24" y="116"/>
                </a:cubicBezTo>
                <a:cubicBezTo>
                  <a:pt x="24" y="109"/>
                  <a:pt x="19" y="104"/>
                  <a:pt x="12" y="104"/>
                </a:cubicBezTo>
                <a:cubicBezTo>
                  <a:pt x="11" y="104"/>
                  <a:pt x="9" y="104"/>
                  <a:pt x="8" y="105"/>
                </a:cubicBezTo>
                <a:cubicBezTo>
                  <a:pt x="8" y="55"/>
                  <a:pt x="8" y="55"/>
                  <a:pt x="8" y="55"/>
                </a:cubicBezTo>
                <a:cubicBezTo>
                  <a:pt x="9" y="56"/>
                  <a:pt x="11" y="56"/>
                  <a:pt x="12" y="56"/>
                </a:cubicBezTo>
                <a:cubicBezTo>
                  <a:pt x="19" y="56"/>
                  <a:pt x="24" y="51"/>
                  <a:pt x="24" y="44"/>
                </a:cubicBezTo>
                <a:cubicBezTo>
                  <a:pt x="24" y="43"/>
                  <a:pt x="24" y="41"/>
                  <a:pt x="23" y="40"/>
                </a:cubicBezTo>
                <a:cubicBezTo>
                  <a:pt x="153" y="40"/>
                  <a:pt x="153" y="40"/>
                  <a:pt x="153" y="40"/>
                </a:cubicBezTo>
                <a:cubicBezTo>
                  <a:pt x="152" y="41"/>
                  <a:pt x="152" y="43"/>
                  <a:pt x="152" y="44"/>
                </a:cubicBezTo>
                <a:cubicBezTo>
                  <a:pt x="152" y="51"/>
                  <a:pt x="157" y="56"/>
                  <a:pt x="164" y="56"/>
                </a:cubicBezTo>
                <a:cubicBezTo>
                  <a:pt x="165" y="56"/>
                  <a:pt x="167" y="56"/>
                  <a:pt x="168" y="55"/>
                </a:cubicBezTo>
                <a:lnTo>
                  <a:pt x="168" y="105"/>
                </a:lnTo>
                <a:close/>
                <a:moveTo>
                  <a:pt x="164" y="48"/>
                </a:moveTo>
                <a:cubicBezTo>
                  <a:pt x="162" y="48"/>
                  <a:pt x="160" y="46"/>
                  <a:pt x="160" y="44"/>
                </a:cubicBezTo>
                <a:cubicBezTo>
                  <a:pt x="160" y="42"/>
                  <a:pt x="162" y="40"/>
                  <a:pt x="164" y="40"/>
                </a:cubicBezTo>
                <a:cubicBezTo>
                  <a:pt x="166" y="40"/>
                  <a:pt x="168" y="42"/>
                  <a:pt x="168" y="44"/>
                </a:cubicBezTo>
                <a:cubicBezTo>
                  <a:pt x="168" y="46"/>
                  <a:pt x="166" y="48"/>
                  <a:pt x="164" y="48"/>
                </a:cubicBezTo>
                <a:moveTo>
                  <a:pt x="140" y="104"/>
                </a:moveTo>
                <a:cubicBezTo>
                  <a:pt x="132" y="104"/>
                  <a:pt x="132" y="104"/>
                  <a:pt x="132" y="104"/>
                </a:cubicBezTo>
                <a:cubicBezTo>
                  <a:pt x="130" y="104"/>
                  <a:pt x="128" y="106"/>
                  <a:pt x="128" y="108"/>
                </a:cubicBezTo>
                <a:cubicBezTo>
                  <a:pt x="128" y="110"/>
                  <a:pt x="130" y="112"/>
                  <a:pt x="132" y="112"/>
                </a:cubicBezTo>
                <a:cubicBezTo>
                  <a:pt x="140" y="112"/>
                  <a:pt x="140" y="112"/>
                  <a:pt x="140" y="112"/>
                </a:cubicBezTo>
                <a:cubicBezTo>
                  <a:pt x="142" y="112"/>
                  <a:pt x="144" y="110"/>
                  <a:pt x="144" y="108"/>
                </a:cubicBezTo>
                <a:cubicBezTo>
                  <a:pt x="144" y="106"/>
                  <a:pt x="142" y="104"/>
                  <a:pt x="140" y="104"/>
                </a:cubicBezTo>
                <a:moveTo>
                  <a:pt x="88" y="48"/>
                </a:moveTo>
                <a:cubicBezTo>
                  <a:pt x="70" y="48"/>
                  <a:pt x="56" y="62"/>
                  <a:pt x="56" y="80"/>
                </a:cubicBezTo>
                <a:cubicBezTo>
                  <a:pt x="56" y="98"/>
                  <a:pt x="70" y="112"/>
                  <a:pt x="88" y="112"/>
                </a:cubicBezTo>
                <a:cubicBezTo>
                  <a:pt x="106" y="112"/>
                  <a:pt x="120" y="98"/>
                  <a:pt x="120" y="80"/>
                </a:cubicBezTo>
                <a:cubicBezTo>
                  <a:pt x="120" y="62"/>
                  <a:pt x="106" y="48"/>
                  <a:pt x="88" y="48"/>
                </a:cubicBezTo>
                <a:moveTo>
                  <a:pt x="101" y="93"/>
                </a:moveTo>
                <a:cubicBezTo>
                  <a:pt x="100" y="95"/>
                  <a:pt x="99" y="96"/>
                  <a:pt x="98" y="97"/>
                </a:cubicBezTo>
                <a:cubicBezTo>
                  <a:pt x="97" y="98"/>
                  <a:pt x="96" y="99"/>
                  <a:pt x="94" y="99"/>
                </a:cubicBezTo>
                <a:cubicBezTo>
                  <a:pt x="93" y="100"/>
                  <a:pt x="91" y="100"/>
                  <a:pt x="90" y="100"/>
                </a:cubicBezTo>
                <a:cubicBezTo>
                  <a:pt x="90" y="104"/>
                  <a:pt x="90" y="104"/>
                  <a:pt x="90" y="104"/>
                </a:cubicBezTo>
                <a:cubicBezTo>
                  <a:pt x="86" y="104"/>
                  <a:pt x="86" y="104"/>
                  <a:pt x="86" y="104"/>
                </a:cubicBezTo>
                <a:cubicBezTo>
                  <a:pt x="86" y="100"/>
                  <a:pt x="86" y="100"/>
                  <a:pt x="86" y="100"/>
                </a:cubicBezTo>
                <a:cubicBezTo>
                  <a:pt x="84" y="100"/>
                  <a:pt x="83" y="100"/>
                  <a:pt x="82" y="99"/>
                </a:cubicBezTo>
                <a:cubicBezTo>
                  <a:pt x="80" y="99"/>
                  <a:pt x="79" y="98"/>
                  <a:pt x="77" y="97"/>
                </a:cubicBezTo>
                <a:cubicBezTo>
                  <a:pt x="76" y="96"/>
                  <a:pt x="75" y="94"/>
                  <a:pt x="75" y="93"/>
                </a:cubicBezTo>
                <a:cubicBezTo>
                  <a:pt x="74" y="91"/>
                  <a:pt x="74" y="90"/>
                  <a:pt x="74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90"/>
                  <a:pt x="80" y="92"/>
                  <a:pt x="82" y="93"/>
                </a:cubicBezTo>
                <a:cubicBezTo>
                  <a:pt x="83" y="95"/>
                  <a:pt x="84" y="95"/>
                  <a:pt x="86" y="95"/>
                </a:cubicBezTo>
                <a:cubicBezTo>
                  <a:pt x="86" y="82"/>
                  <a:pt x="86" y="82"/>
                  <a:pt x="86" y="82"/>
                </a:cubicBezTo>
                <a:cubicBezTo>
                  <a:pt x="85" y="82"/>
                  <a:pt x="84" y="81"/>
                  <a:pt x="82" y="81"/>
                </a:cubicBezTo>
                <a:cubicBezTo>
                  <a:pt x="81" y="80"/>
                  <a:pt x="80" y="79"/>
                  <a:pt x="79" y="79"/>
                </a:cubicBezTo>
                <a:cubicBezTo>
                  <a:pt x="77" y="78"/>
                  <a:pt x="76" y="77"/>
                  <a:pt x="76" y="75"/>
                </a:cubicBezTo>
                <a:cubicBezTo>
                  <a:pt x="75" y="74"/>
                  <a:pt x="75" y="72"/>
                  <a:pt x="75" y="70"/>
                </a:cubicBezTo>
                <a:cubicBezTo>
                  <a:pt x="75" y="69"/>
                  <a:pt x="75" y="67"/>
                  <a:pt x="76" y="66"/>
                </a:cubicBezTo>
                <a:cubicBezTo>
                  <a:pt x="76" y="64"/>
                  <a:pt x="77" y="63"/>
                  <a:pt x="78" y="62"/>
                </a:cubicBezTo>
                <a:cubicBezTo>
                  <a:pt x="79" y="61"/>
                  <a:pt x="81" y="61"/>
                  <a:pt x="82" y="60"/>
                </a:cubicBezTo>
                <a:cubicBezTo>
                  <a:pt x="84" y="60"/>
                  <a:pt x="85" y="60"/>
                  <a:pt x="86" y="60"/>
                </a:cubicBezTo>
                <a:cubicBezTo>
                  <a:pt x="86" y="56"/>
                  <a:pt x="86" y="56"/>
                  <a:pt x="86" y="56"/>
                </a:cubicBezTo>
                <a:cubicBezTo>
                  <a:pt x="90" y="56"/>
                  <a:pt x="90" y="56"/>
                  <a:pt x="90" y="56"/>
                </a:cubicBezTo>
                <a:cubicBezTo>
                  <a:pt x="90" y="60"/>
                  <a:pt x="90" y="60"/>
                  <a:pt x="90" y="60"/>
                </a:cubicBezTo>
                <a:cubicBezTo>
                  <a:pt x="91" y="60"/>
                  <a:pt x="92" y="60"/>
                  <a:pt x="94" y="60"/>
                </a:cubicBezTo>
                <a:cubicBezTo>
                  <a:pt x="95" y="61"/>
                  <a:pt x="96" y="61"/>
                  <a:pt x="97" y="62"/>
                </a:cubicBezTo>
                <a:cubicBezTo>
                  <a:pt x="99" y="63"/>
                  <a:pt x="99" y="64"/>
                  <a:pt x="100" y="66"/>
                </a:cubicBezTo>
                <a:cubicBezTo>
                  <a:pt x="101" y="67"/>
                  <a:pt x="101" y="68"/>
                  <a:pt x="101" y="70"/>
                </a:cubicBezTo>
                <a:cubicBezTo>
                  <a:pt x="95" y="70"/>
                  <a:pt x="95" y="70"/>
                  <a:pt x="95" y="70"/>
                </a:cubicBezTo>
                <a:cubicBezTo>
                  <a:pt x="95" y="68"/>
                  <a:pt x="94" y="67"/>
                  <a:pt x="93" y="66"/>
                </a:cubicBezTo>
                <a:cubicBezTo>
                  <a:pt x="93" y="65"/>
                  <a:pt x="92" y="64"/>
                  <a:pt x="90" y="64"/>
                </a:cubicBezTo>
                <a:cubicBezTo>
                  <a:pt x="90" y="76"/>
                  <a:pt x="90" y="76"/>
                  <a:pt x="90" y="76"/>
                </a:cubicBezTo>
                <a:cubicBezTo>
                  <a:pt x="91" y="76"/>
                  <a:pt x="92" y="77"/>
                  <a:pt x="94" y="77"/>
                </a:cubicBezTo>
                <a:cubicBezTo>
                  <a:pt x="95" y="78"/>
                  <a:pt x="97" y="79"/>
                  <a:pt x="98" y="80"/>
                </a:cubicBezTo>
                <a:cubicBezTo>
                  <a:pt x="99" y="81"/>
                  <a:pt x="100" y="82"/>
                  <a:pt x="101" y="83"/>
                </a:cubicBezTo>
                <a:cubicBezTo>
                  <a:pt x="102" y="84"/>
                  <a:pt x="102" y="86"/>
                  <a:pt x="102" y="88"/>
                </a:cubicBezTo>
                <a:cubicBezTo>
                  <a:pt x="102" y="90"/>
                  <a:pt x="102" y="92"/>
                  <a:pt x="101" y="93"/>
                </a:cubicBezTo>
                <a:moveTo>
                  <a:pt x="94" y="85"/>
                </a:moveTo>
                <a:cubicBezTo>
                  <a:pt x="93" y="84"/>
                  <a:pt x="92" y="84"/>
                  <a:pt x="92" y="83"/>
                </a:cubicBezTo>
                <a:cubicBezTo>
                  <a:pt x="91" y="83"/>
                  <a:pt x="90" y="83"/>
                  <a:pt x="90" y="83"/>
                </a:cubicBezTo>
                <a:cubicBezTo>
                  <a:pt x="90" y="95"/>
                  <a:pt x="90" y="95"/>
                  <a:pt x="90" y="95"/>
                </a:cubicBezTo>
                <a:cubicBezTo>
                  <a:pt x="92" y="95"/>
                  <a:pt x="93" y="95"/>
                  <a:pt x="94" y="94"/>
                </a:cubicBezTo>
                <a:cubicBezTo>
                  <a:pt x="95" y="93"/>
                  <a:pt x="96" y="91"/>
                  <a:pt x="96" y="89"/>
                </a:cubicBezTo>
                <a:cubicBezTo>
                  <a:pt x="96" y="88"/>
                  <a:pt x="96" y="87"/>
                  <a:pt x="95" y="86"/>
                </a:cubicBezTo>
                <a:cubicBezTo>
                  <a:pt x="95" y="86"/>
                  <a:pt x="94" y="85"/>
                  <a:pt x="94" y="85"/>
                </a:cubicBezTo>
                <a:moveTo>
                  <a:pt x="81" y="70"/>
                </a:moveTo>
                <a:cubicBezTo>
                  <a:pt x="81" y="71"/>
                  <a:pt x="81" y="71"/>
                  <a:pt x="81" y="72"/>
                </a:cubicBezTo>
                <a:cubicBezTo>
                  <a:pt x="82" y="73"/>
                  <a:pt x="82" y="73"/>
                  <a:pt x="83" y="74"/>
                </a:cubicBezTo>
                <a:cubicBezTo>
                  <a:pt x="83" y="74"/>
                  <a:pt x="84" y="74"/>
                  <a:pt x="85" y="75"/>
                </a:cubicBezTo>
                <a:cubicBezTo>
                  <a:pt x="85" y="75"/>
                  <a:pt x="86" y="75"/>
                  <a:pt x="86" y="75"/>
                </a:cubicBezTo>
                <a:cubicBezTo>
                  <a:pt x="86" y="64"/>
                  <a:pt x="86" y="64"/>
                  <a:pt x="86" y="64"/>
                </a:cubicBezTo>
                <a:cubicBezTo>
                  <a:pt x="84" y="64"/>
                  <a:pt x="83" y="65"/>
                  <a:pt x="82" y="66"/>
                </a:cubicBezTo>
                <a:cubicBezTo>
                  <a:pt x="81" y="67"/>
                  <a:pt x="81" y="68"/>
                  <a:pt x="81" y="70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8E8DB5-9FFB-49BC-948B-FC97767CCFC2}"/>
              </a:ext>
            </a:extLst>
          </p:cNvPr>
          <p:cNvSpPr txBox="1"/>
          <p:nvPr/>
        </p:nvSpPr>
        <p:spPr>
          <a:xfrm flipH="1">
            <a:off x="10970831" y="194303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j-lt"/>
              </a:rPr>
              <a:t>01 – RESEARCH</a:t>
            </a:r>
            <a:endParaRPr lang="ru-RU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E37398-598C-45E1-9B48-619CD241537F}"/>
              </a:ext>
            </a:extLst>
          </p:cNvPr>
          <p:cNvSpPr txBox="1"/>
          <p:nvPr/>
        </p:nvSpPr>
        <p:spPr>
          <a:xfrm flipH="1">
            <a:off x="10970831" y="386123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j-lt"/>
              </a:rPr>
              <a:t>02 – ANALYZE</a:t>
            </a:r>
            <a:endParaRPr lang="ru-RU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649623-3158-43B1-A5AD-1AA3EA92A791}"/>
              </a:ext>
            </a:extLst>
          </p:cNvPr>
          <p:cNvSpPr txBox="1"/>
          <p:nvPr/>
        </p:nvSpPr>
        <p:spPr>
          <a:xfrm flipH="1">
            <a:off x="10970831" y="577943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j-lt"/>
              </a:rPr>
              <a:t>03 – PLAN</a:t>
            </a:r>
            <a:endParaRPr lang="ru-RU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D9CA5F-E772-4E0F-94D0-C1F575DF7B6B}"/>
              </a:ext>
            </a:extLst>
          </p:cNvPr>
          <p:cNvSpPr txBox="1"/>
          <p:nvPr/>
        </p:nvSpPr>
        <p:spPr>
          <a:xfrm flipH="1">
            <a:off x="10970831" y="7697635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j-lt"/>
              </a:rPr>
              <a:t>04 – EXECUTE</a:t>
            </a:r>
            <a:endParaRPr lang="ru-RU" sz="36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4824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7885F6C-82AF-4D2B-AB50-7E0ADB829681}"/>
              </a:ext>
            </a:extLst>
          </p:cNvPr>
          <p:cNvSpPr/>
          <p:nvPr/>
        </p:nvSpPr>
        <p:spPr>
          <a:xfrm>
            <a:off x="11822400" y="1371600"/>
            <a:ext cx="5094000" cy="7543800"/>
          </a:xfrm>
          <a:prstGeom prst="roundRect">
            <a:avLst>
              <a:gd name="adj" fmla="val 3638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6850B6F-A801-4BBB-92E8-19B390D2A01C}"/>
              </a:ext>
            </a:extLst>
          </p:cNvPr>
          <p:cNvSpPr/>
          <p:nvPr/>
        </p:nvSpPr>
        <p:spPr>
          <a:xfrm rot="5400000">
            <a:off x="5634047" y="2334553"/>
            <a:ext cx="7543799" cy="5617893"/>
          </a:xfrm>
          <a:custGeom>
            <a:avLst/>
            <a:gdLst>
              <a:gd name="connsiteX0" fmla="*/ 0 w 7543799"/>
              <a:gd name="connsiteY0" fmla="*/ 5432573 h 5617893"/>
              <a:gd name="connsiteX1" fmla="*/ 0 w 7543799"/>
              <a:gd name="connsiteY1" fmla="*/ 709213 h 5617893"/>
              <a:gd name="connsiteX2" fmla="*/ 185320 w 7543799"/>
              <a:gd name="connsiteY2" fmla="*/ 523893 h 5617893"/>
              <a:gd name="connsiteX3" fmla="*/ 2761568 w 7543799"/>
              <a:gd name="connsiteY3" fmla="*/ 523893 h 5617893"/>
              <a:gd name="connsiteX4" fmla="*/ 3771903 w 7543799"/>
              <a:gd name="connsiteY4" fmla="*/ 0 h 5617893"/>
              <a:gd name="connsiteX5" fmla="*/ 4782238 w 7543799"/>
              <a:gd name="connsiteY5" fmla="*/ 523893 h 5617893"/>
              <a:gd name="connsiteX6" fmla="*/ 7358479 w 7543799"/>
              <a:gd name="connsiteY6" fmla="*/ 523893 h 5617893"/>
              <a:gd name="connsiteX7" fmla="*/ 7543799 w 7543799"/>
              <a:gd name="connsiteY7" fmla="*/ 709213 h 5617893"/>
              <a:gd name="connsiteX8" fmla="*/ 7543799 w 7543799"/>
              <a:gd name="connsiteY8" fmla="*/ 5432573 h 5617893"/>
              <a:gd name="connsiteX9" fmla="*/ 7358479 w 7543799"/>
              <a:gd name="connsiteY9" fmla="*/ 5617893 h 5617893"/>
              <a:gd name="connsiteX10" fmla="*/ 185320 w 7543799"/>
              <a:gd name="connsiteY10" fmla="*/ 5617893 h 5617893"/>
              <a:gd name="connsiteX11" fmla="*/ 0 w 7543799"/>
              <a:gd name="connsiteY11" fmla="*/ 5432573 h 5617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43799" h="5617893">
                <a:moveTo>
                  <a:pt x="0" y="5432573"/>
                </a:moveTo>
                <a:lnTo>
                  <a:pt x="0" y="709213"/>
                </a:lnTo>
                <a:cubicBezTo>
                  <a:pt x="0" y="606864"/>
                  <a:pt x="82971" y="523893"/>
                  <a:pt x="185320" y="523893"/>
                </a:cubicBezTo>
                <a:lnTo>
                  <a:pt x="2761568" y="523893"/>
                </a:lnTo>
                <a:lnTo>
                  <a:pt x="3771903" y="0"/>
                </a:lnTo>
                <a:lnTo>
                  <a:pt x="4782238" y="523893"/>
                </a:lnTo>
                <a:lnTo>
                  <a:pt x="7358479" y="523893"/>
                </a:lnTo>
                <a:cubicBezTo>
                  <a:pt x="7460828" y="523893"/>
                  <a:pt x="7543799" y="606864"/>
                  <a:pt x="7543799" y="709213"/>
                </a:cubicBezTo>
                <a:lnTo>
                  <a:pt x="7543799" y="5432573"/>
                </a:lnTo>
                <a:cubicBezTo>
                  <a:pt x="7543799" y="5534922"/>
                  <a:pt x="7460828" y="5617893"/>
                  <a:pt x="7358479" y="5617893"/>
                </a:cubicBezTo>
                <a:lnTo>
                  <a:pt x="185320" y="5617893"/>
                </a:lnTo>
                <a:cubicBezTo>
                  <a:pt x="82971" y="5617893"/>
                  <a:pt x="0" y="5534922"/>
                  <a:pt x="0" y="5432573"/>
                </a:cubicBez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08ACD82-BD51-4582-A221-5021EC2DDECB}"/>
              </a:ext>
            </a:extLst>
          </p:cNvPr>
          <p:cNvSpPr/>
          <p:nvPr/>
        </p:nvSpPr>
        <p:spPr>
          <a:xfrm rot="5400000">
            <a:off x="405193" y="2338008"/>
            <a:ext cx="7543800" cy="5610985"/>
          </a:xfrm>
          <a:custGeom>
            <a:avLst/>
            <a:gdLst>
              <a:gd name="connsiteX0" fmla="*/ 0 w 7543800"/>
              <a:gd name="connsiteY0" fmla="*/ 5425665 h 5610985"/>
              <a:gd name="connsiteX1" fmla="*/ 0 w 7543800"/>
              <a:gd name="connsiteY1" fmla="*/ 702306 h 5610985"/>
              <a:gd name="connsiteX2" fmla="*/ 185320 w 7543800"/>
              <a:gd name="connsiteY2" fmla="*/ 516986 h 5610985"/>
              <a:gd name="connsiteX3" fmla="*/ 2774885 w 7543800"/>
              <a:gd name="connsiteY3" fmla="*/ 516986 h 5610985"/>
              <a:gd name="connsiteX4" fmla="*/ 3771902 w 7543800"/>
              <a:gd name="connsiteY4" fmla="*/ 0 h 5610985"/>
              <a:gd name="connsiteX5" fmla="*/ 4768919 w 7543800"/>
              <a:gd name="connsiteY5" fmla="*/ 516986 h 5610985"/>
              <a:gd name="connsiteX6" fmla="*/ 7358480 w 7543800"/>
              <a:gd name="connsiteY6" fmla="*/ 516986 h 5610985"/>
              <a:gd name="connsiteX7" fmla="*/ 7543800 w 7543800"/>
              <a:gd name="connsiteY7" fmla="*/ 702306 h 5610985"/>
              <a:gd name="connsiteX8" fmla="*/ 7543800 w 7543800"/>
              <a:gd name="connsiteY8" fmla="*/ 5425665 h 5610985"/>
              <a:gd name="connsiteX9" fmla="*/ 7358480 w 7543800"/>
              <a:gd name="connsiteY9" fmla="*/ 5610985 h 5610985"/>
              <a:gd name="connsiteX10" fmla="*/ 185320 w 7543800"/>
              <a:gd name="connsiteY10" fmla="*/ 5610985 h 5610985"/>
              <a:gd name="connsiteX11" fmla="*/ 0 w 7543800"/>
              <a:gd name="connsiteY11" fmla="*/ 5425665 h 5610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43800" h="5610985">
                <a:moveTo>
                  <a:pt x="0" y="5425665"/>
                </a:moveTo>
                <a:lnTo>
                  <a:pt x="0" y="702306"/>
                </a:lnTo>
                <a:cubicBezTo>
                  <a:pt x="0" y="599957"/>
                  <a:pt x="82971" y="516986"/>
                  <a:pt x="185320" y="516986"/>
                </a:cubicBezTo>
                <a:lnTo>
                  <a:pt x="2774885" y="516986"/>
                </a:lnTo>
                <a:lnTo>
                  <a:pt x="3771902" y="0"/>
                </a:lnTo>
                <a:lnTo>
                  <a:pt x="4768919" y="516986"/>
                </a:lnTo>
                <a:lnTo>
                  <a:pt x="7358480" y="516986"/>
                </a:lnTo>
                <a:cubicBezTo>
                  <a:pt x="7460829" y="516986"/>
                  <a:pt x="7543800" y="599957"/>
                  <a:pt x="7543800" y="702306"/>
                </a:cubicBezTo>
                <a:lnTo>
                  <a:pt x="7543800" y="5425665"/>
                </a:lnTo>
                <a:cubicBezTo>
                  <a:pt x="7543800" y="5528014"/>
                  <a:pt x="7460829" y="5610985"/>
                  <a:pt x="7358480" y="5610985"/>
                </a:cubicBezTo>
                <a:lnTo>
                  <a:pt x="185320" y="5610985"/>
                </a:lnTo>
                <a:cubicBezTo>
                  <a:pt x="82971" y="5610985"/>
                  <a:pt x="0" y="5528014"/>
                  <a:pt x="0" y="5425665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9B110A-FD1B-4771-BF20-BF8F1666AB01}"/>
              </a:ext>
            </a:extLst>
          </p:cNvPr>
          <p:cNvSpPr txBox="1"/>
          <p:nvPr/>
        </p:nvSpPr>
        <p:spPr>
          <a:xfrm flipH="1">
            <a:off x="1826829" y="399123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Title One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117549-3DA1-4EFA-AB1A-2C79D54F61F3}"/>
              </a:ext>
            </a:extLst>
          </p:cNvPr>
          <p:cNvSpPr txBox="1"/>
          <p:nvPr/>
        </p:nvSpPr>
        <p:spPr>
          <a:xfrm flipH="1">
            <a:off x="2076450" y="4726102"/>
            <a:ext cx="3684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massa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E385061-A393-48CE-91A2-7B92A0948A42}"/>
              </a:ext>
            </a:extLst>
          </p:cNvPr>
          <p:cNvSpPr txBox="1"/>
          <p:nvPr/>
        </p:nvSpPr>
        <p:spPr>
          <a:xfrm flipH="1">
            <a:off x="7052229" y="399123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Title Two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961FD82-D5B5-4A98-BE42-3E579AF36625}"/>
              </a:ext>
            </a:extLst>
          </p:cNvPr>
          <p:cNvSpPr txBox="1"/>
          <p:nvPr/>
        </p:nvSpPr>
        <p:spPr>
          <a:xfrm flipH="1">
            <a:off x="7301850" y="4726102"/>
            <a:ext cx="3684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4F0A667-35ED-4AFF-815D-9918062833BD}"/>
              </a:ext>
            </a:extLst>
          </p:cNvPr>
          <p:cNvSpPr txBox="1"/>
          <p:nvPr/>
        </p:nvSpPr>
        <p:spPr>
          <a:xfrm flipH="1">
            <a:off x="12277629" y="399123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Title Three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D47AD55-A798-44B4-904F-2447BD3C1ADD}"/>
              </a:ext>
            </a:extLst>
          </p:cNvPr>
          <p:cNvSpPr txBox="1"/>
          <p:nvPr/>
        </p:nvSpPr>
        <p:spPr>
          <a:xfrm flipH="1">
            <a:off x="12527250" y="4726102"/>
            <a:ext cx="3684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Maecenas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porttitor</a:t>
            </a:r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35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A87B667-16F1-41BD-8A5B-B23E1F92DC4D}"/>
              </a:ext>
            </a:extLst>
          </p:cNvPr>
          <p:cNvSpPr/>
          <p:nvPr/>
        </p:nvSpPr>
        <p:spPr>
          <a:xfrm>
            <a:off x="6597000" y="1371600"/>
            <a:ext cx="5094000" cy="75438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7885F6C-82AF-4D2B-AB50-7E0ADB829681}"/>
              </a:ext>
            </a:extLst>
          </p:cNvPr>
          <p:cNvSpPr/>
          <p:nvPr/>
        </p:nvSpPr>
        <p:spPr>
          <a:xfrm>
            <a:off x="11822400" y="1371600"/>
            <a:ext cx="5094000" cy="75438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BE36BF7-BE7A-4627-B1CE-7E263DA3FB60}"/>
              </a:ext>
            </a:extLst>
          </p:cNvPr>
          <p:cNvSpPr/>
          <p:nvPr/>
        </p:nvSpPr>
        <p:spPr>
          <a:xfrm>
            <a:off x="1371600" y="1371600"/>
            <a:ext cx="5094000" cy="75438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9B110A-FD1B-4771-BF20-BF8F1666AB01}"/>
              </a:ext>
            </a:extLst>
          </p:cNvPr>
          <p:cNvSpPr txBox="1"/>
          <p:nvPr/>
        </p:nvSpPr>
        <p:spPr>
          <a:xfrm flipH="1">
            <a:off x="1826829" y="399123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Title One</a:t>
            </a:r>
            <a:endParaRPr lang="ru-RU" sz="3600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117549-3DA1-4EFA-AB1A-2C79D54F61F3}"/>
              </a:ext>
            </a:extLst>
          </p:cNvPr>
          <p:cNvSpPr txBox="1"/>
          <p:nvPr/>
        </p:nvSpPr>
        <p:spPr>
          <a:xfrm flipH="1">
            <a:off x="2076450" y="4726102"/>
            <a:ext cx="3684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E385061-A393-48CE-91A2-7B92A0948A42}"/>
              </a:ext>
            </a:extLst>
          </p:cNvPr>
          <p:cNvSpPr txBox="1"/>
          <p:nvPr/>
        </p:nvSpPr>
        <p:spPr>
          <a:xfrm flipH="1">
            <a:off x="7052229" y="399123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Title Two</a:t>
            </a:r>
            <a:endParaRPr lang="ru-RU" sz="3600" dirty="0">
              <a:latin typeface="+mj-lt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961FD82-D5B5-4A98-BE42-3E579AF36625}"/>
              </a:ext>
            </a:extLst>
          </p:cNvPr>
          <p:cNvSpPr txBox="1"/>
          <p:nvPr/>
        </p:nvSpPr>
        <p:spPr>
          <a:xfrm flipH="1">
            <a:off x="7301850" y="4726102"/>
            <a:ext cx="3684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4F0A667-35ED-4AFF-815D-9918062833BD}"/>
              </a:ext>
            </a:extLst>
          </p:cNvPr>
          <p:cNvSpPr txBox="1"/>
          <p:nvPr/>
        </p:nvSpPr>
        <p:spPr>
          <a:xfrm flipH="1">
            <a:off x="12277629" y="3991239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Title Three</a:t>
            </a:r>
            <a:endParaRPr lang="ru-RU" sz="3600" dirty="0">
              <a:latin typeface="+mj-lt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D47AD55-A798-44B4-904F-2447BD3C1ADD}"/>
              </a:ext>
            </a:extLst>
          </p:cNvPr>
          <p:cNvSpPr txBox="1"/>
          <p:nvPr/>
        </p:nvSpPr>
        <p:spPr>
          <a:xfrm flipH="1">
            <a:off x="12527250" y="4726102"/>
            <a:ext cx="3684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580BE9E1-8C97-42E9-B512-89EE82414F0B}"/>
              </a:ext>
            </a:extLst>
          </p:cNvPr>
          <p:cNvSpPr/>
          <p:nvPr/>
        </p:nvSpPr>
        <p:spPr>
          <a:xfrm rot="5400000">
            <a:off x="5683980" y="4876137"/>
            <a:ext cx="2062480" cy="534731"/>
          </a:xfrm>
          <a:prstGeom prst="triangle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D2D4F03-D348-47E6-9617-E0532C839128}"/>
              </a:ext>
            </a:extLst>
          </p:cNvPr>
          <p:cNvSpPr/>
          <p:nvPr/>
        </p:nvSpPr>
        <p:spPr>
          <a:xfrm rot="5400000">
            <a:off x="10916286" y="4876138"/>
            <a:ext cx="2062480" cy="534731"/>
          </a:xfrm>
          <a:prstGeom prst="triangle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24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DBB982F-0111-42FE-B1D3-56509345644E}"/>
              </a:ext>
            </a:extLst>
          </p:cNvPr>
          <p:cNvSpPr/>
          <p:nvPr/>
        </p:nvSpPr>
        <p:spPr>
          <a:xfrm>
            <a:off x="13129200" y="1371602"/>
            <a:ext cx="3787200" cy="7543796"/>
          </a:xfrm>
          <a:prstGeom prst="roundRect">
            <a:avLst>
              <a:gd name="adj" fmla="val 4786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E2596E41-1E59-4200-8B71-EA1F5FE574EA}"/>
              </a:ext>
            </a:extLst>
          </p:cNvPr>
          <p:cNvSpPr/>
          <p:nvPr/>
        </p:nvSpPr>
        <p:spPr>
          <a:xfrm rot="5400000">
            <a:off x="7597385" y="2984217"/>
            <a:ext cx="7543795" cy="4318564"/>
          </a:xfrm>
          <a:custGeom>
            <a:avLst/>
            <a:gdLst>
              <a:gd name="connsiteX0" fmla="*/ 0 w 7543795"/>
              <a:gd name="connsiteY0" fmla="*/ 4137309 h 4318564"/>
              <a:gd name="connsiteX1" fmla="*/ 0 w 7543795"/>
              <a:gd name="connsiteY1" fmla="*/ 712619 h 4318564"/>
              <a:gd name="connsiteX2" fmla="*/ 181254 w 7543795"/>
              <a:gd name="connsiteY2" fmla="*/ 531364 h 4318564"/>
              <a:gd name="connsiteX3" fmla="*/ 2747152 w 7543795"/>
              <a:gd name="connsiteY3" fmla="*/ 531364 h 4318564"/>
              <a:gd name="connsiteX4" fmla="*/ 3771900 w 7543795"/>
              <a:gd name="connsiteY4" fmla="*/ 0 h 4318564"/>
              <a:gd name="connsiteX5" fmla="*/ 4796649 w 7543795"/>
              <a:gd name="connsiteY5" fmla="*/ 531364 h 4318564"/>
              <a:gd name="connsiteX6" fmla="*/ 7362540 w 7543795"/>
              <a:gd name="connsiteY6" fmla="*/ 531364 h 4318564"/>
              <a:gd name="connsiteX7" fmla="*/ 7543795 w 7543795"/>
              <a:gd name="connsiteY7" fmla="*/ 712619 h 4318564"/>
              <a:gd name="connsiteX8" fmla="*/ 7543795 w 7543795"/>
              <a:gd name="connsiteY8" fmla="*/ 4137309 h 4318564"/>
              <a:gd name="connsiteX9" fmla="*/ 7362540 w 7543795"/>
              <a:gd name="connsiteY9" fmla="*/ 4318564 h 4318564"/>
              <a:gd name="connsiteX10" fmla="*/ 181254 w 7543795"/>
              <a:gd name="connsiteY10" fmla="*/ 4318564 h 4318564"/>
              <a:gd name="connsiteX11" fmla="*/ 0 w 7543795"/>
              <a:gd name="connsiteY11" fmla="*/ 4137309 h 4318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43795" h="4318564">
                <a:moveTo>
                  <a:pt x="0" y="4137309"/>
                </a:moveTo>
                <a:lnTo>
                  <a:pt x="0" y="712619"/>
                </a:lnTo>
                <a:cubicBezTo>
                  <a:pt x="0" y="612515"/>
                  <a:pt x="81151" y="531364"/>
                  <a:pt x="181254" y="531364"/>
                </a:cubicBezTo>
                <a:lnTo>
                  <a:pt x="2747152" y="531364"/>
                </a:lnTo>
                <a:lnTo>
                  <a:pt x="3771900" y="0"/>
                </a:lnTo>
                <a:lnTo>
                  <a:pt x="4796649" y="531364"/>
                </a:lnTo>
                <a:lnTo>
                  <a:pt x="7362540" y="531364"/>
                </a:lnTo>
                <a:cubicBezTo>
                  <a:pt x="7462644" y="531364"/>
                  <a:pt x="7543795" y="612515"/>
                  <a:pt x="7543795" y="712619"/>
                </a:cubicBezTo>
                <a:lnTo>
                  <a:pt x="7543795" y="4137309"/>
                </a:lnTo>
                <a:cubicBezTo>
                  <a:pt x="7543795" y="4237413"/>
                  <a:pt x="7462644" y="4318564"/>
                  <a:pt x="7362540" y="4318564"/>
                </a:cubicBezTo>
                <a:lnTo>
                  <a:pt x="181254" y="4318564"/>
                </a:lnTo>
                <a:cubicBezTo>
                  <a:pt x="81151" y="4318564"/>
                  <a:pt x="0" y="4237413"/>
                  <a:pt x="0" y="4137309"/>
                </a:cubicBez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923E44A2-B7A5-491F-8FCA-3B6DB847938F}"/>
              </a:ext>
            </a:extLst>
          </p:cNvPr>
          <p:cNvSpPr/>
          <p:nvPr/>
        </p:nvSpPr>
        <p:spPr>
          <a:xfrm rot="5400000">
            <a:off x="3678184" y="2984218"/>
            <a:ext cx="7543796" cy="4318565"/>
          </a:xfrm>
          <a:custGeom>
            <a:avLst/>
            <a:gdLst>
              <a:gd name="connsiteX0" fmla="*/ 0 w 7543796"/>
              <a:gd name="connsiteY0" fmla="*/ 4137310 h 4318565"/>
              <a:gd name="connsiteX1" fmla="*/ 0 w 7543796"/>
              <a:gd name="connsiteY1" fmla="*/ 712620 h 4318565"/>
              <a:gd name="connsiteX2" fmla="*/ 181254 w 7543796"/>
              <a:gd name="connsiteY2" fmla="*/ 531365 h 4318565"/>
              <a:gd name="connsiteX3" fmla="*/ 2747154 w 7543796"/>
              <a:gd name="connsiteY3" fmla="*/ 531365 h 4318565"/>
              <a:gd name="connsiteX4" fmla="*/ 3771899 w 7543796"/>
              <a:gd name="connsiteY4" fmla="*/ 0 h 4318565"/>
              <a:gd name="connsiteX5" fmla="*/ 4796644 w 7543796"/>
              <a:gd name="connsiteY5" fmla="*/ 531365 h 4318565"/>
              <a:gd name="connsiteX6" fmla="*/ 7362541 w 7543796"/>
              <a:gd name="connsiteY6" fmla="*/ 531365 h 4318565"/>
              <a:gd name="connsiteX7" fmla="*/ 7543796 w 7543796"/>
              <a:gd name="connsiteY7" fmla="*/ 712620 h 4318565"/>
              <a:gd name="connsiteX8" fmla="*/ 7543796 w 7543796"/>
              <a:gd name="connsiteY8" fmla="*/ 4137310 h 4318565"/>
              <a:gd name="connsiteX9" fmla="*/ 7362541 w 7543796"/>
              <a:gd name="connsiteY9" fmla="*/ 4318565 h 4318565"/>
              <a:gd name="connsiteX10" fmla="*/ 181254 w 7543796"/>
              <a:gd name="connsiteY10" fmla="*/ 4318565 h 4318565"/>
              <a:gd name="connsiteX11" fmla="*/ 0 w 7543796"/>
              <a:gd name="connsiteY11" fmla="*/ 4137310 h 431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43796" h="4318565">
                <a:moveTo>
                  <a:pt x="0" y="4137310"/>
                </a:moveTo>
                <a:lnTo>
                  <a:pt x="0" y="712620"/>
                </a:lnTo>
                <a:cubicBezTo>
                  <a:pt x="0" y="612516"/>
                  <a:pt x="81151" y="531365"/>
                  <a:pt x="181254" y="531365"/>
                </a:cubicBezTo>
                <a:lnTo>
                  <a:pt x="2747154" y="531365"/>
                </a:lnTo>
                <a:lnTo>
                  <a:pt x="3771899" y="0"/>
                </a:lnTo>
                <a:lnTo>
                  <a:pt x="4796644" y="531365"/>
                </a:lnTo>
                <a:lnTo>
                  <a:pt x="7362541" y="531365"/>
                </a:lnTo>
                <a:cubicBezTo>
                  <a:pt x="7462645" y="531365"/>
                  <a:pt x="7543796" y="612516"/>
                  <a:pt x="7543796" y="712620"/>
                </a:cubicBezTo>
                <a:lnTo>
                  <a:pt x="7543796" y="4137310"/>
                </a:lnTo>
                <a:cubicBezTo>
                  <a:pt x="7543796" y="4237414"/>
                  <a:pt x="7462645" y="4318565"/>
                  <a:pt x="7362541" y="4318565"/>
                </a:cubicBezTo>
                <a:lnTo>
                  <a:pt x="181254" y="4318565"/>
                </a:lnTo>
                <a:cubicBezTo>
                  <a:pt x="81151" y="4318565"/>
                  <a:pt x="0" y="4237414"/>
                  <a:pt x="0" y="4137310"/>
                </a:cubicBez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A54D57-CC16-48DB-AAB5-27735221A7B5}"/>
              </a:ext>
            </a:extLst>
          </p:cNvPr>
          <p:cNvSpPr txBox="1"/>
          <p:nvPr/>
        </p:nvSpPr>
        <p:spPr>
          <a:xfrm flipH="1">
            <a:off x="5600430" y="5207914"/>
            <a:ext cx="31679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+mj-lt"/>
              </a:rPr>
              <a:t>Protect Your Dignity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8557D3-F63E-4B10-AA29-20CA6C3DC970}"/>
              </a:ext>
            </a:extLst>
          </p:cNvPr>
          <p:cNvSpPr txBox="1"/>
          <p:nvPr/>
        </p:nvSpPr>
        <p:spPr>
          <a:xfrm flipH="1">
            <a:off x="9519630" y="5207914"/>
            <a:ext cx="31679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+mj-lt"/>
              </a:rPr>
              <a:t>Make Gifts To Loved Ones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1F55BF-D116-4411-B6C2-7D3EC7018F04}"/>
              </a:ext>
            </a:extLst>
          </p:cNvPr>
          <p:cNvSpPr txBox="1"/>
          <p:nvPr/>
        </p:nvSpPr>
        <p:spPr>
          <a:xfrm flipH="1">
            <a:off x="13438830" y="5207914"/>
            <a:ext cx="31679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+mj-lt"/>
              </a:rPr>
              <a:t>Keep Watching Trends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2" name="Freeform 108">
            <a:extLst>
              <a:ext uri="{FF2B5EF4-FFF2-40B4-BE49-F238E27FC236}">
                <a16:creationId xmlns:a16="http://schemas.microsoft.com/office/drawing/2014/main" id="{AB3232C9-2FD7-45E1-8E51-E3BE84AD2C0F}"/>
              </a:ext>
            </a:extLst>
          </p:cNvPr>
          <p:cNvSpPr>
            <a:spLocks noEditPoints="1"/>
          </p:cNvSpPr>
          <p:nvPr/>
        </p:nvSpPr>
        <p:spPr bwMode="auto">
          <a:xfrm>
            <a:off x="6719207" y="4000500"/>
            <a:ext cx="930386" cy="951056"/>
          </a:xfrm>
          <a:custGeom>
            <a:avLst/>
            <a:gdLst>
              <a:gd name="T0" fmla="*/ 160 w 176"/>
              <a:gd name="T1" fmla="*/ 3 h 176"/>
              <a:gd name="T2" fmla="*/ 158 w 176"/>
              <a:gd name="T3" fmla="*/ 0 h 176"/>
              <a:gd name="T4" fmla="*/ 154 w 176"/>
              <a:gd name="T5" fmla="*/ 0 h 176"/>
              <a:gd name="T6" fmla="*/ 88 w 176"/>
              <a:gd name="T7" fmla="*/ 16 h 176"/>
              <a:gd name="T8" fmla="*/ 22 w 176"/>
              <a:gd name="T9" fmla="*/ 0 h 176"/>
              <a:gd name="T10" fmla="*/ 18 w 176"/>
              <a:gd name="T11" fmla="*/ 0 h 176"/>
              <a:gd name="T12" fmla="*/ 16 w 176"/>
              <a:gd name="T13" fmla="*/ 3 h 176"/>
              <a:gd name="T14" fmla="*/ 0 w 176"/>
              <a:gd name="T15" fmla="*/ 100 h 176"/>
              <a:gd name="T16" fmla="*/ 87 w 176"/>
              <a:gd name="T17" fmla="*/ 176 h 176"/>
              <a:gd name="T18" fmla="*/ 88 w 176"/>
              <a:gd name="T19" fmla="*/ 176 h 176"/>
              <a:gd name="T20" fmla="*/ 89 w 176"/>
              <a:gd name="T21" fmla="*/ 176 h 176"/>
              <a:gd name="T22" fmla="*/ 176 w 176"/>
              <a:gd name="T23" fmla="*/ 100 h 176"/>
              <a:gd name="T24" fmla="*/ 160 w 176"/>
              <a:gd name="T25" fmla="*/ 3 h 176"/>
              <a:gd name="T26" fmla="*/ 88 w 176"/>
              <a:gd name="T27" fmla="*/ 168 h 176"/>
              <a:gd name="T28" fmla="*/ 8 w 176"/>
              <a:gd name="T29" fmla="*/ 100 h 176"/>
              <a:gd name="T30" fmla="*/ 23 w 176"/>
              <a:gd name="T31" fmla="*/ 10 h 176"/>
              <a:gd name="T32" fmla="*/ 88 w 176"/>
              <a:gd name="T33" fmla="*/ 24 h 176"/>
              <a:gd name="T34" fmla="*/ 153 w 176"/>
              <a:gd name="T35" fmla="*/ 10 h 176"/>
              <a:gd name="T36" fmla="*/ 168 w 176"/>
              <a:gd name="T37" fmla="*/ 100 h 176"/>
              <a:gd name="T38" fmla="*/ 88 w 176"/>
              <a:gd name="T39" fmla="*/ 168 h 176"/>
              <a:gd name="T40" fmla="*/ 102 w 176"/>
              <a:gd name="T41" fmla="*/ 72 h 176"/>
              <a:gd name="T42" fmla="*/ 88 w 176"/>
              <a:gd name="T43" fmla="*/ 36 h 176"/>
              <a:gd name="T44" fmla="*/ 74 w 176"/>
              <a:gd name="T45" fmla="*/ 72 h 176"/>
              <a:gd name="T46" fmla="*/ 38 w 176"/>
              <a:gd name="T47" fmla="*/ 72 h 176"/>
              <a:gd name="T48" fmla="*/ 67 w 176"/>
              <a:gd name="T49" fmla="*/ 95 h 176"/>
              <a:gd name="T50" fmla="*/ 54 w 176"/>
              <a:gd name="T51" fmla="*/ 136 h 176"/>
              <a:gd name="T52" fmla="*/ 88 w 176"/>
              <a:gd name="T53" fmla="*/ 111 h 176"/>
              <a:gd name="T54" fmla="*/ 122 w 176"/>
              <a:gd name="T55" fmla="*/ 136 h 176"/>
              <a:gd name="T56" fmla="*/ 108 w 176"/>
              <a:gd name="T57" fmla="*/ 95 h 176"/>
              <a:gd name="T58" fmla="*/ 138 w 176"/>
              <a:gd name="T59" fmla="*/ 72 h 176"/>
              <a:gd name="T60" fmla="*/ 102 w 176"/>
              <a:gd name="T61" fmla="*/ 72 h 176"/>
              <a:gd name="T62" fmla="*/ 101 w 176"/>
              <a:gd name="T63" fmla="*/ 97 h 176"/>
              <a:gd name="T64" fmla="*/ 106 w 176"/>
              <a:gd name="T65" fmla="*/ 114 h 176"/>
              <a:gd name="T66" fmla="*/ 93 w 176"/>
              <a:gd name="T67" fmla="*/ 104 h 176"/>
              <a:gd name="T68" fmla="*/ 88 w 176"/>
              <a:gd name="T69" fmla="*/ 101 h 176"/>
              <a:gd name="T70" fmla="*/ 83 w 176"/>
              <a:gd name="T71" fmla="*/ 104 h 176"/>
              <a:gd name="T72" fmla="*/ 69 w 176"/>
              <a:gd name="T73" fmla="*/ 114 h 176"/>
              <a:gd name="T74" fmla="*/ 75 w 176"/>
              <a:gd name="T75" fmla="*/ 97 h 176"/>
              <a:gd name="T76" fmla="*/ 77 w 176"/>
              <a:gd name="T77" fmla="*/ 92 h 176"/>
              <a:gd name="T78" fmla="*/ 72 w 176"/>
              <a:gd name="T79" fmla="*/ 89 h 176"/>
              <a:gd name="T80" fmla="*/ 61 w 176"/>
              <a:gd name="T81" fmla="*/ 80 h 176"/>
              <a:gd name="T82" fmla="*/ 80 w 176"/>
              <a:gd name="T83" fmla="*/ 80 h 176"/>
              <a:gd name="T84" fmla="*/ 82 w 176"/>
              <a:gd name="T85" fmla="*/ 75 h 176"/>
              <a:gd name="T86" fmla="*/ 88 w 176"/>
              <a:gd name="T87" fmla="*/ 58 h 176"/>
              <a:gd name="T88" fmla="*/ 94 w 176"/>
              <a:gd name="T89" fmla="*/ 75 h 176"/>
              <a:gd name="T90" fmla="*/ 96 w 176"/>
              <a:gd name="T91" fmla="*/ 80 h 176"/>
              <a:gd name="T92" fmla="*/ 115 w 176"/>
              <a:gd name="T93" fmla="*/ 80 h 176"/>
              <a:gd name="T94" fmla="*/ 103 w 176"/>
              <a:gd name="T95" fmla="*/ 89 h 176"/>
              <a:gd name="T96" fmla="*/ 99 w 176"/>
              <a:gd name="T97" fmla="*/ 92 h 176"/>
              <a:gd name="T98" fmla="*/ 101 w 176"/>
              <a:gd name="T99" fmla="*/ 97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76" h="176">
                <a:moveTo>
                  <a:pt x="160" y="3"/>
                </a:moveTo>
                <a:cubicBezTo>
                  <a:pt x="160" y="2"/>
                  <a:pt x="159" y="1"/>
                  <a:pt x="158" y="0"/>
                </a:cubicBezTo>
                <a:cubicBezTo>
                  <a:pt x="157" y="0"/>
                  <a:pt x="155" y="0"/>
                  <a:pt x="154" y="0"/>
                </a:cubicBezTo>
                <a:cubicBezTo>
                  <a:pt x="154" y="1"/>
                  <a:pt x="123" y="16"/>
                  <a:pt x="88" y="16"/>
                </a:cubicBezTo>
                <a:cubicBezTo>
                  <a:pt x="53" y="16"/>
                  <a:pt x="22" y="1"/>
                  <a:pt x="22" y="0"/>
                </a:cubicBezTo>
                <a:cubicBezTo>
                  <a:pt x="21" y="0"/>
                  <a:pt x="19" y="0"/>
                  <a:pt x="18" y="0"/>
                </a:cubicBezTo>
                <a:cubicBezTo>
                  <a:pt x="17" y="1"/>
                  <a:pt x="16" y="2"/>
                  <a:pt x="16" y="3"/>
                </a:cubicBezTo>
                <a:cubicBezTo>
                  <a:pt x="16" y="3"/>
                  <a:pt x="0" y="52"/>
                  <a:pt x="0" y="100"/>
                </a:cubicBezTo>
                <a:cubicBezTo>
                  <a:pt x="0" y="151"/>
                  <a:pt x="84" y="175"/>
                  <a:pt x="87" y="176"/>
                </a:cubicBezTo>
                <a:cubicBezTo>
                  <a:pt x="87" y="176"/>
                  <a:pt x="88" y="176"/>
                  <a:pt x="88" y="176"/>
                </a:cubicBezTo>
                <a:cubicBezTo>
                  <a:pt x="88" y="176"/>
                  <a:pt x="89" y="176"/>
                  <a:pt x="89" y="176"/>
                </a:cubicBezTo>
                <a:cubicBezTo>
                  <a:pt x="92" y="175"/>
                  <a:pt x="176" y="151"/>
                  <a:pt x="176" y="100"/>
                </a:cubicBezTo>
                <a:cubicBezTo>
                  <a:pt x="176" y="52"/>
                  <a:pt x="160" y="3"/>
                  <a:pt x="160" y="3"/>
                </a:cubicBezTo>
                <a:moveTo>
                  <a:pt x="88" y="168"/>
                </a:moveTo>
                <a:cubicBezTo>
                  <a:pt x="80" y="166"/>
                  <a:pt x="8" y="142"/>
                  <a:pt x="8" y="100"/>
                </a:cubicBezTo>
                <a:cubicBezTo>
                  <a:pt x="8" y="61"/>
                  <a:pt x="19" y="24"/>
                  <a:pt x="23" y="10"/>
                </a:cubicBezTo>
                <a:cubicBezTo>
                  <a:pt x="33" y="14"/>
                  <a:pt x="59" y="24"/>
                  <a:pt x="88" y="24"/>
                </a:cubicBezTo>
                <a:cubicBezTo>
                  <a:pt x="117" y="24"/>
                  <a:pt x="143" y="14"/>
                  <a:pt x="153" y="10"/>
                </a:cubicBezTo>
                <a:cubicBezTo>
                  <a:pt x="157" y="24"/>
                  <a:pt x="168" y="61"/>
                  <a:pt x="168" y="100"/>
                </a:cubicBezTo>
                <a:cubicBezTo>
                  <a:pt x="168" y="142"/>
                  <a:pt x="96" y="166"/>
                  <a:pt x="88" y="168"/>
                </a:cubicBezTo>
                <a:moveTo>
                  <a:pt x="102" y="72"/>
                </a:moveTo>
                <a:cubicBezTo>
                  <a:pt x="88" y="36"/>
                  <a:pt x="88" y="36"/>
                  <a:pt x="88" y="36"/>
                </a:cubicBezTo>
                <a:cubicBezTo>
                  <a:pt x="74" y="72"/>
                  <a:pt x="74" y="72"/>
                  <a:pt x="74" y="72"/>
                </a:cubicBezTo>
                <a:cubicBezTo>
                  <a:pt x="38" y="72"/>
                  <a:pt x="38" y="72"/>
                  <a:pt x="38" y="72"/>
                </a:cubicBezTo>
                <a:cubicBezTo>
                  <a:pt x="67" y="95"/>
                  <a:pt x="67" y="95"/>
                  <a:pt x="67" y="95"/>
                </a:cubicBezTo>
                <a:cubicBezTo>
                  <a:pt x="54" y="136"/>
                  <a:pt x="54" y="136"/>
                  <a:pt x="54" y="136"/>
                </a:cubicBezTo>
                <a:cubicBezTo>
                  <a:pt x="88" y="111"/>
                  <a:pt x="88" y="111"/>
                  <a:pt x="88" y="111"/>
                </a:cubicBezTo>
                <a:cubicBezTo>
                  <a:pt x="122" y="136"/>
                  <a:pt x="122" y="136"/>
                  <a:pt x="122" y="136"/>
                </a:cubicBezTo>
                <a:cubicBezTo>
                  <a:pt x="108" y="95"/>
                  <a:pt x="108" y="95"/>
                  <a:pt x="108" y="95"/>
                </a:cubicBezTo>
                <a:cubicBezTo>
                  <a:pt x="138" y="72"/>
                  <a:pt x="138" y="72"/>
                  <a:pt x="138" y="72"/>
                </a:cubicBezTo>
                <a:lnTo>
                  <a:pt x="102" y="72"/>
                </a:lnTo>
                <a:close/>
                <a:moveTo>
                  <a:pt x="101" y="97"/>
                </a:moveTo>
                <a:cubicBezTo>
                  <a:pt x="106" y="114"/>
                  <a:pt x="106" y="114"/>
                  <a:pt x="106" y="114"/>
                </a:cubicBezTo>
                <a:cubicBezTo>
                  <a:pt x="93" y="104"/>
                  <a:pt x="93" y="104"/>
                  <a:pt x="93" y="104"/>
                </a:cubicBezTo>
                <a:cubicBezTo>
                  <a:pt x="88" y="101"/>
                  <a:pt x="88" y="101"/>
                  <a:pt x="88" y="101"/>
                </a:cubicBezTo>
                <a:cubicBezTo>
                  <a:pt x="83" y="104"/>
                  <a:pt x="83" y="104"/>
                  <a:pt x="83" y="104"/>
                </a:cubicBezTo>
                <a:cubicBezTo>
                  <a:pt x="69" y="114"/>
                  <a:pt x="69" y="114"/>
                  <a:pt x="69" y="114"/>
                </a:cubicBezTo>
                <a:cubicBezTo>
                  <a:pt x="75" y="97"/>
                  <a:pt x="75" y="97"/>
                  <a:pt x="75" y="97"/>
                </a:cubicBezTo>
                <a:cubicBezTo>
                  <a:pt x="77" y="92"/>
                  <a:pt x="77" y="92"/>
                  <a:pt x="77" y="92"/>
                </a:cubicBezTo>
                <a:cubicBezTo>
                  <a:pt x="72" y="89"/>
                  <a:pt x="72" y="89"/>
                  <a:pt x="72" y="89"/>
                </a:cubicBezTo>
                <a:cubicBezTo>
                  <a:pt x="61" y="80"/>
                  <a:pt x="61" y="80"/>
                  <a:pt x="61" y="80"/>
                </a:cubicBezTo>
                <a:cubicBezTo>
                  <a:pt x="80" y="80"/>
                  <a:pt x="80" y="80"/>
                  <a:pt x="80" y="80"/>
                </a:cubicBezTo>
                <a:cubicBezTo>
                  <a:pt x="82" y="75"/>
                  <a:pt x="82" y="75"/>
                  <a:pt x="82" y="75"/>
                </a:cubicBezTo>
                <a:cubicBezTo>
                  <a:pt x="88" y="58"/>
                  <a:pt x="88" y="58"/>
                  <a:pt x="88" y="58"/>
                </a:cubicBezTo>
                <a:cubicBezTo>
                  <a:pt x="94" y="75"/>
                  <a:pt x="94" y="75"/>
                  <a:pt x="94" y="75"/>
                </a:cubicBezTo>
                <a:cubicBezTo>
                  <a:pt x="96" y="80"/>
                  <a:pt x="96" y="80"/>
                  <a:pt x="96" y="80"/>
                </a:cubicBezTo>
                <a:cubicBezTo>
                  <a:pt x="115" y="80"/>
                  <a:pt x="115" y="80"/>
                  <a:pt x="115" y="80"/>
                </a:cubicBezTo>
                <a:cubicBezTo>
                  <a:pt x="103" y="89"/>
                  <a:pt x="103" y="89"/>
                  <a:pt x="103" y="89"/>
                </a:cubicBezTo>
                <a:cubicBezTo>
                  <a:pt x="99" y="92"/>
                  <a:pt x="99" y="92"/>
                  <a:pt x="99" y="92"/>
                </a:cubicBezTo>
                <a:lnTo>
                  <a:pt x="101" y="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43" name="Freeform 109">
            <a:extLst>
              <a:ext uri="{FF2B5EF4-FFF2-40B4-BE49-F238E27FC236}">
                <a16:creationId xmlns:a16="http://schemas.microsoft.com/office/drawing/2014/main" id="{FD9014D1-71A5-4800-A9AF-E7830CCEB3B8}"/>
              </a:ext>
            </a:extLst>
          </p:cNvPr>
          <p:cNvSpPr>
            <a:spLocks noEditPoints="1"/>
          </p:cNvSpPr>
          <p:nvPr/>
        </p:nvSpPr>
        <p:spPr bwMode="auto">
          <a:xfrm>
            <a:off x="10638412" y="4003546"/>
            <a:ext cx="930377" cy="889030"/>
          </a:xfrm>
          <a:custGeom>
            <a:avLst/>
            <a:gdLst>
              <a:gd name="T0" fmla="*/ 137 w 176"/>
              <a:gd name="T1" fmla="*/ 36 h 164"/>
              <a:gd name="T2" fmla="*/ 101 w 176"/>
              <a:gd name="T3" fmla="*/ 8 h 164"/>
              <a:gd name="T4" fmla="*/ 89 w 176"/>
              <a:gd name="T5" fmla="*/ 20 h 164"/>
              <a:gd name="T6" fmla="*/ 88 w 176"/>
              <a:gd name="T7" fmla="*/ 20 h 164"/>
              <a:gd name="T8" fmla="*/ 87 w 176"/>
              <a:gd name="T9" fmla="*/ 20 h 164"/>
              <a:gd name="T10" fmla="*/ 75 w 176"/>
              <a:gd name="T11" fmla="*/ 8 h 164"/>
              <a:gd name="T12" fmla="*/ 38 w 176"/>
              <a:gd name="T13" fmla="*/ 36 h 164"/>
              <a:gd name="T14" fmla="*/ 0 w 176"/>
              <a:gd name="T15" fmla="*/ 44 h 164"/>
              <a:gd name="T16" fmla="*/ 8 w 176"/>
              <a:gd name="T17" fmla="*/ 68 h 164"/>
              <a:gd name="T18" fmla="*/ 16 w 176"/>
              <a:gd name="T19" fmla="*/ 164 h 164"/>
              <a:gd name="T20" fmla="*/ 168 w 176"/>
              <a:gd name="T21" fmla="*/ 156 h 164"/>
              <a:gd name="T22" fmla="*/ 176 w 176"/>
              <a:gd name="T23" fmla="*/ 60 h 164"/>
              <a:gd name="T24" fmla="*/ 168 w 176"/>
              <a:gd name="T25" fmla="*/ 36 h 164"/>
              <a:gd name="T26" fmla="*/ 71 w 176"/>
              <a:gd name="T27" fmla="*/ 15 h 164"/>
              <a:gd name="T28" fmla="*/ 79 w 176"/>
              <a:gd name="T29" fmla="*/ 36 h 164"/>
              <a:gd name="T30" fmla="*/ 46 w 176"/>
              <a:gd name="T31" fmla="*/ 19 h 164"/>
              <a:gd name="T32" fmla="*/ 8 w 176"/>
              <a:gd name="T33" fmla="*/ 44 h 164"/>
              <a:gd name="T34" fmla="*/ 65 w 176"/>
              <a:gd name="T35" fmla="*/ 60 h 164"/>
              <a:gd name="T36" fmla="*/ 84 w 176"/>
              <a:gd name="T37" fmla="*/ 156 h 164"/>
              <a:gd name="T38" fmla="*/ 16 w 176"/>
              <a:gd name="T39" fmla="*/ 116 h 164"/>
              <a:gd name="T40" fmla="*/ 84 w 176"/>
              <a:gd name="T41" fmla="*/ 156 h 164"/>
              <a:gd name="T42" fmla="*/ 16 w 176"/>
              <a:gd name="T43" fmla="*/ 108 h 164"/>
              <a:gd name="T44" fmla="*/ 59 w 176"/>
              <a:gd name="T45" fmla="*/ 68 h 164"/>
              <a:gd name="T46" fmla="*/ 49 w 176"/>
              <a:gd name="T47" fmla="*/ 83 h 164"/>
              <a:gd name="T48" fmla="*/ 55 w 176"/>
              <a:gd name="T49" fmla="*/ 83 h 164"/>
              <a:gd name="T50" fmla="*/ 84 w 176"/>
              <a:gd name="T51" fmla="*/ 68 h 164"/>
              <a:gd name="T52" fmla="*/ 84 w 176"/>
              <a:gd name="T53" fmla="*/ 60 h 164"/>
              <a:gd name="T54" fmla="*/ 84 w 176"/>
              <a:gd name="T55" fmla="*/ 45 h 164"/>
              <a:gd name="T56" fmla="*/ 105 w 176"/>
              <a:gd name="T57" fmla="*/ 15 h 164"/>
              <a:gd name="T58" fmla="*/ 128 w 176"/>
              <a:gd name="T59" fmla="*/ 36 h 164"/>
              <a:gd name="T60" fmla="*/ 94 w 176"/>
              <a:gd name="T61" fmla="*/ 30 h 164"/>
              <a:gd name="T62" fmla="*/ 92 w 176"/>
              <a:gd name="T63" fmla="*/ 45 h 164"/>
              <a:gd name="T64" fmla="*/ 92 w 176"/>
              <a:gd name="T65" fmla="*/ 60 h 164"/>
              <a:gd name="T66" fmla="*/ 160 w 176"/>
              <a:gd name="T67" fmla="*/ 156 h 164"/>
              <a:gd name="T68" fmla="*/ 92 w 176"/>
              <a:gd name="T69" fmla="*/ 116 h 164"/>
              <a:gd name="T70" fmla="*/ 160 w 176"/>
              <a:gd name="T71" fmla="*/ 156 h 164"/>
              <a:gd name="T72" fmla="*/ 92 w 176"/>
              <a:gd name="T73" fmla="*/ 108 h 164"/>
              <a:gd name="T74" fmla="*/ 107 w 176"/>
              <a:gd name="T75" fmla="*/ 68 h 164"/>
              <a:gd name="T76" fmla="*/ 125 w 176"/>
              <a:gd name="T77" fmla="*/ 84 h 164"/>
              <a:gd name="T78" fmla="*/ 126 w 176"/>
              <a:gd name="T79" fmla="*/ 77 h 164"/>
              <a:gd name="T80" fmla="*/ 160 w 176"/>
              <a:gd name="T81" fmla="*/ 68 h 164"/>
              <a:gd name="T82" fmla="*/ 168 w 176"/>
              <a:gd name="T83" fmla="*/ 60 h 164"/>
              <a:gd name="T84" fmla="*/ 100 w 176"/>
              <a:gd name="T85" fmla="*/ 44 h 164"/>
              <a:gd name="T86" fmla="*/ 168 w 176"/>
              <a:gd name="T87" fmla="*/ 6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76" h="164">
                <a:moveTo>
                  <a:pt x="168" y="36"/>
                </a:moveTo>
                <a:cubicBezTo>
                  <a:pt x="137" y="36"/>
                  <a:pt x="137" y="36"/>
                  <a:pt x="137" y="36"/>
                </a:cubicBezTo>
                <a:cubicBezTo>
                  <a:pt x="141" y="29"/>
                  <a:pt x="141" y="21"/>
                  <a:pt x="137" y="15"/>
                </a:cubicBezTo>
                <a:cubicBezTo>
                  <a:pt x="130" y="4"/>
                  <a:pt x="114" y="0"/>
                  <a:pt x="101" y="8"/>
                </a:cubicBezTo>
                <a:cubicBezTo>
                  <a:pt x="96" y="11"/>
                  <a:pt x="92" y="15"/>
                  <a:pt x="89" y="20"/>
                </a:cubicBezTo>
                <a:cubicBezTo>
                  <a:pt x="89" y="20"/>
                  <a:pt x="89" y="20"/>
                  <a:pt x="89" y="20"/>
                </a:cubicBezTo>
                <a:cubicBezTo>
                  <a:pt x="89" y="20"/>
                  <a:pt x="89" y="20"/>
                  <a:pt x="89" y="20"/>
                </a:cubicBezTo>
                <a:cubicBezTo>
                  <a:pt x="88" y="20"/>
                  <a:pt x="88" y="20"/>
                  <a:pt x="88" y="20"/>
                </a:cubicBezTo>
                <a:cubicBezTo>
                  <a:pt x="88" y="20"/>
                  <a:pt x="88" y="20"/>
                  <a:pt x="87" y="20"/>
                </a:cubicBezTo>
                <a:cubicBezTo>
                  <a:pt x="87" y="20"/>
                  <a:pt x="87" y="20"/>
                  <a:pt x="87" y="20"/>
                </a:cubicBezTo>
                <a:cubicBezTo>
                  <a:pt x="87" y="20"/>
                  <a:pt x="87" y="20"/>
                  <a:pt x="87" y="20"/>
                </a:cubicBezTo>
                <a:cubicBezTo>
                  <a:pt x="84" y="15"/>
                  <a:pt x="80" y="11"/>
                  <a:pt x="75" y="8"/>
                </a:cubicBezTo>
                <a:cubicBezTo>
                  <a:pt x="62" y="0"/>
                  <a:pt x="45" y="4"/>
                  <a:pt x="39" y="15"/>
                </a:cubicBezTo>
                <a:cubicBezTo>
                  <a:pt x="35" y="21"/>
                  <a:pt x="35" y="29"/>
                  <a:pt x="3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4" y="36"/>
                  <a:pt x="0" y="40"/>
                  <a:pt x="0" y="44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64"/>
                  <a:pt x="4" y="68"/>
                  <a:pt x="8" y="68"/>
                </a:cubicBezTo>
                <a:cubicBezTo>
                  <a:pt x="8" y="156"/>
                  <a:pt x="8" y="156"/>
                  <a:pt x="8" y="156"/>
                </a:cubicBezTo>
                <a:cubicBezTo>
                  <a:pt x="8" y="160"/>
                  <a:pt x="12" y="164"/>
                  <a:pt x="16" y="164"/>
                </a:cubicBezTo>
                <a:cubicBezTo>
                  <a:pt x="160" y="164"/>
                  <a:pt x="160" y="164"/>
                  <a:pt x="160" y="164"/>
                </a:cubicBezTo>
                <a:cubicBezTo>
                  <a:pt x="164" y="164"/>
                  <a:pt x="168" y="160"/>
                  <a:pt x="168" y="156"/>
                </a:cubicBezTo>
                <a:cubicBezTo>
                  <a:pt x="168" y="68"/>
                  <a:pt x="168" y="68"/>
                  <a:pt x="168" y="68"/>
                </a:cubicBezTo>
                <a:cubicBezTo>
                  <a:pt x="172" y="68"/>
                  <a:pt x="176" y="64"/>
                  <a:pt x="176" y="60"/>
                </a:cubicBezTo>
                <a:cubicBezTo>
                  <a:pt x="176" y="44"/>
                  <a:pt x="176" y="44"/>
                  <a:pt x="176" y="44"/>
                </a:cubicBezTo>
                <a:cubicBezTo>
                  <a:pt x="176" y="40"/>
                  <a:pt x="172" y="36"/>
                  <a:pt x="168" y="36"/>
                </a:cubicBezTo>
                <a:moveTo>
                  <a:pt x="46" y="19"/>
                </a:moveTo>
                <a:cubicBezTo>
                  <a:pt x="50" y="11"/>
                  <a:pt x="61" y="10"/>
                  <a:pt x="71" y="15"/>
                </a:cubicBezTo>
                <a:cubicBezTo>
                  <a:pt x="77" y="19"/>
                  <a:pt x="81" y="24"/>
                  <a:pt x="82" y="30"/>
                </a:cubicBezTo>
                <a:cubicBezTo>
                  <a:pt x="81" y="32"/>
                  <a:pt x="80" y="34"/>
                  <a:pt x="79" y="36"/>
                </a:cubicBezTo>
                <a:cubicBezTo>
                  <a:pt x="48" y="36"/>
                  <a:pt x="48" y="36"/>
                  <a:pt x="48" y="36"/>
                </a:cubicBezTo>
                <a:cubicBezTo>
                  <a:pt x="44" y="31"/>
                  <a:pt x="43" y="24"/>
                  <a:pt x="46" y="19"/>
                </a:cubicBezTo>
                <a:moveTo>
                  <a:pt x="8" y="60"/>
                </a:moveTo>
                <a:cubicBezTo>
                  <a:pt x="8" y="44"/>
                  <a:pt x="8" y="44"/>
                  <a:pt x="8" y="44"/>
                </a:cubicBezTo>
                <a:cubicBezTo>
                  <a:pt x="76" y="44"/>
                  <a:pt x="76" y="44"/>
                  <a:pt x="76" y="44"/>
                </a:cubicBezTo>
                <a:cubicBezTo>
                  <a:pt x="72" y="50"/>
                  <a:pt x="69" y="55"/>
                  <a:pt x="65" y="60"/>
                </a:cubicBezTo>
                <a:lnTo>
                  <a:pt x="8" y="60"/>
                </a:lnTo>
                <a:close/>
                <a:moveTo>
                  <a:pt x="84" y="156"/>
                </a:moveTo>
                <a:cubicBezTo>
                  <a:pt x="16" y="156"/>
                  <a:pt x="16" y="156"/>
                  <a:pt x="16" y="15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84" y="116"/>
                  <a:pt x="84" y="116"/>
                  <a:pt x="84" y="116"/>
                </a:cubicBezTo>
                <a:lnTo>
                  <a:pt x="84" y="156"/>
                </a:lnTo>
                <a:close/>
                <a:moveTo>
                  <a:pt x="84" y="108"/>
                </a:moveTo>
                <a:cubicBezTo>
                  <a:pt x="16" y="108"/>
                  <a:pt x="16" y="108"/>
                  <a:pt x="16" y="108"/>
                </a:cubicBezTo>
                <a:cubicBezTo>
                  <a:pt x="16" y="68"/>
                  <a:pt x="16" y="68"/>
                  <a:pt x="16" y="68"/>
                </a:cubicBezTo>
                <a:cubicBezTo>
                  <a:pt x="59" y="68"/>
                  <a:pt x="59" y="68"/>
                  <a:pt x="59" y="68"/>
                </a:cubicBezTo>
                <a:cubicBezTo>
                  <a:pt x="53" y="74"/>
                  <a:pt x="50" y="77"/>
                  <a:pt x="49" y="77"/>
                </a:cubicBezTo>
                <a:cubicBezTo>
                  <a:pt x="48" y="79"/>
                  <a:pt x="48" y="81"/>
                  <a:pt x="49" y="83"/>
                </a:cubicBezTo>
                <a:cubicBezTo>
                  <a:pt x="50" y="84"/>
                  <a:pt x="50" y="84"/>
                  <a:pt x="51" y="84"/>
                </a:cubicBezTo>
                <a:cubicBezTo>
                  <a:pt x="52" y="85"/>
                  <a:pt x="54" y="84"/>
                  <a:pt x="55" y="83"/>
                </a:cubicBezTo>
                <a:cubicBezTo>
                  <a:pt x="55" y="83"/>
                  <a:pt x="62" y="77"/>
                  <a:pt x="69" y="68"/>
                </a:cubicBezTo>
                <a:cubicBezTo>
                  <a:pt x="84" y="68"/>
                  <a:pt x="84" y="68"/>
                  <a:pt x="84" y="68"/>
                </a:cubicBezTo>
                <a:lnTo>
                  <a:pt x="84" y="108"/>
                </a:lnTo>
                <a:close/>
                <a:moveTo>
                  <a:pt x="84" y="60"/>
                </a:moveTo>
                <a:cubicBezTo>
                  <a:pt x="75" y="60"/>
                  <a:pt x="75" y="60"/>
                  <a:pt x="75" y="60"/>
                </a:cubicBezTo>
                <a:cubicBezTo>
                  <a:pt x="78" y="56"/>
                  <a:pt x="81" y="51"/>
                  <a:pt x="84" y="45"/>
                </a:cubicBezTo>
                <a:lnTo>
                  <a:pt x="84" y="60"/>
                </a:lnTo>
                <a:close/>
                <a:moveTo>
                  <a:pt x="105" y="15"/>
                </a:moveTo>
                <a:cubicBezTo>
                  <a:pt x="114" y="10"/>
                  <a:pt x="126" y="11"/>
                  <a:pt x="130" y="19"/>
                </a:cubicBezTo>
                <a:cubicBezTo>
                  <a:pt x="133" y="24"/>
                  <a:pt x="132" y="31"/>
                  <a:pt x="128" y="36"/>
                </a:cubicBezTo>
                <a:cubicBezTo>
                  <a:pt x="97" y="36"/>
                  <a:pt x="97" y="36"/>
                  <a:pt x="97" y="36"/>
                </a:cubicBezTo>
                <a:cubicBezTo>
                  <a:pt x="96" y="34"/>
                  <a:pt x="95" y="32"/>
                  <a:pt x="94" y="30"/>
                </a:cubicBezTo>
                <a:cubicBezTo>
                  <a:pt x="95" y="24"/>
                  <a:pt x="99" y="19"/>
                  <a:pt x="105" y="15"/>
                </a:cubicBezTo>
                <a:moveTo>
                  <a:pt x="92" y="45"/>
                </a:moveTo>
                <a:cubicBezTo>
                  <a:pt x="95" y="51"/>
                  <a:pt x="98" y="56"/>
                  <a:pt x="101" y="60"/>
                </a:cubicBezTo>
                <a:cubicBezTo>
                  <a:pt x="92" y="60"/>
                  <a:pt x="92" y="60"/>
                  <a:pt x="92" y="60"/>
                </a:cubicBezTo>
                <a:lnTo>
                  <a:pt x="92" y="45"/>
                </a:lnTo>
                <a:close/>
                <a:moveTo>
                  <a:pt x="160" y="156"/>
                </a:moveTo>
                <a:cubicBezTo>
                  <a:pt x="92" y="156"/>
                  <a:pt x="92" y="156"/>
                  <a:pt x="92" y="156"/>
                </a:cubicBezTo>
                <a:cubicBezTo>
                  <a:pt x="92" y="116"/>
                  <a:pt x="92" y="116"/>
                  <a:pt x="92" y="116"/>
                </a:cubicBezTo>
                <a:cubicBezTo>
                  <a:pt x="160" y="116"/>
                  <a:pt x="160" y="116"/>
                  <a:pt x="160" y="116"/>
                </a:cubicBezTo>
                <a:lnTo>
                  <a:pt x="160" y="156"/>
                </a:lnTo>
                <a:close/>
                <a:moveTo>
                  <a:pt x="160" y="108"/>
                </a:moveTo>
                <a:cubicBezTo>
                  <a:pt x="92" y="108"/>
                  <a:pt x="92" y="108"/>
                  <a:pt x="92" y="108"/>
                </a:cubicBezTo>
                <a:cubicBezTo>
                  <a:pt x="92" y="68"/>
                  <a:pt x="92" y="68"/>
                  <a:pt x="92" y="68"/>
                </a:cubicBezTo>
                <a:cubicBezTo>
                  <a:pt x="107" y="68"/>
                  <a:pt x="107" y="68"/>
                  <a:pt x="107" y="68"/>
                </a:cubicBezTo>
                <a:cubicBezTo>
                  <a:pt x="114" y="77"/>
                  <a:pt x="121" y="83"/>
                  <a:pt x="121" y="83"/>
                </a:cubicBezTo>
                <a:cubicBezTo>
                  <a:pt x="122" y="84"/>
                  <a:pt x="124" y="85"/>
                  <a:pt x="125" y="84"/>
                </a:cubicBezTo>
                <a:cubicBezTo>
                  <a:pt x="126" y="84"/>
                  <a:pt x="126" y="84"/>
                  <a:pt x="127" y="83"/>
                </a:cubicBezTo>
                <a:cubicBezTo>
                  <a:pt x="128" y="81"/>
                  <a:pt x="128" y="79"/>
                  <a:pt x="126" y="77"/>
                </a:cubicBezTo>
                <a:cubicBezTo>
                  <a:pt x="126" y="77"/>
                  <a:pt x="122" y="74"/>
                  <a:pt x="117" y="68"/>
                </a:cubicBezTo>
                <a:cubicBezTo>
                  <a:pt x="160" y="68"/>
                  <a:pt x="160" y="68"/>
                  <a:pt x="160" y="68"/>
                </a:cubicBezTo>
                <a:lnTo>
                  <a:pt x="160" y="108"/>
                </a:lnTo>
                <a:close/>
                <a:moveTo>
                  <a:pt x="168" y="60"/>
                </a:moveTo>
                <a:cubicBezTo>
                  <a:pt x="111" y="60"/>
                  <a:pt x="111" y="60"/>
                  <a:pt x="111" y="60"/>
                </a:cubicBezTo>
                <a:cubicBezTo>
                  <a:pt x="107" y="55"/>
                  <a:pt x="104" y="50"/>
                  <a:pt x="100" y="44"/>
                </a:cubicBezTo>
                <a:cubicBezTo>
                  <a:pt x="168" y="44"/>
                  <a:pt x="168" y="44"/>
                  <a:pt x="168" y="44"/>
                </a:cubicBezTo>
                <a:lnTo>
                  <a:pt x="168" y="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44" name="Freeform 110">
            <a:extLst>
              <a:ext uri="{FF2B5EF4-FFF2-40B4-BE49-F238E27FC236}">
                <a16:creationId xmlns:a16="http://schemas.microsoft.com/office/drawing/2014/main" id="{04D3ED9B-8D05-4E0A-8C27-49DB41911F21}"/>
              </a:ext>
            </a:extLst>
          </p:cNvPr>
          <p:cNvSpPr>
            <a:spLocks noEditPoints="1"/>
          </p:cNvSpPr>
          <p:nvPr/>
        </p:nvSpPr>
        <p:spPr bwMode="auto">
          <a:xfrm>
            <a:off x="14547272" y="4040365"/>
            <a:ext cx="951056" cy="599587"/>
          </a:xfrm>
          <a:custGeom>
            <a:avLst/>
            <a:gdLst>
              <a:gd name="T0" fmla="*/ 88 w 176"/>
              <a:gd name="T1" fmla="*/ 44 h 112"/>
              <a:gd name="T2" fmla="*/ 76 w 176"/>
              <a:gd name="T3" fmla="*/ 56 h 112"/>
              <a:gd name="T4" fmla="*/ 88 w 176"/>
              <a:gd name="T5" fmla="*/ 68 h 112"/>
              <a:gd name="T6" fmla="*/ 100 w 176"/>
              <a:gd name="T7" fmla="*/ 56 h 112"/>
              <a:gd name="T8" fmla="*/ 88 w 176"/>
              <a:gd name="T9" fmla="*/ 44 h 112"/>
              <a:gd name="T10" fmla="*/ 88 w 176"/>
              <a:gd name="T11" fmla="*/ 16 h 112"/>
              <a:gd name="T12" fmla="*/ 48 w 176"/>
              <a:gd name="T13" fmla="*/ 56 h 112"/>
              <a:gd name="T14" fmla="*/ 88 w 176"/>
              <a:gd name="T15" fmla="*/ 96 h 112"/>
              <a:gd name="T16" fmla="*/ 128 w 176"/>
              <a:gd name="T17" fmla="*/ 56 h 112"/>
              <a:gd name="T18" fmla="*/ 88 w 176"/>
              <a:gd name="T19" fmla="*/ 16 h 112"/>
              <a:gd name="T20" fmla="*/ 88 w 176"/>
              <a:gd name="T21" fmla="*/ 88 h 112"/>
              <a:gd name="T22" fmla="*/ 56 w 176"/>
              <a:gd name="T23" fmla="*/ 56 h 112"/>
              <a:gd name="T24" fmla="*/ 88 w 176"/>
              <a:gd name="T25" fmla="*/ 24 h 112"/>
              <a:gd name="T26" fmla="*/ 120 w 176"/>
              <a:gd name="T27" fmla="*/ 56 h 112"/>
              <a:gd name="T28" fmla="*/ 88 w 176"/>
              <a:gd name="T29" fmla="*/ 88 h 112"/>
              <a:gd name="T30" fmla="*/ 88 w 176"/>
              <a:gd name="T31" fmla="*/ 0 h 112"/>
              <a:gd name="T32" fmla="*/ 0 w 176"/>
              <a:gd name="T33" fmla="*/ 56 h 112"/>
              <a:gd name="T34" fmla="*/ 88 w 176"/>
              <a:gd name="T35" fmla="*/ 112 h 112"/>
              <a:gd name="T36" fmla="*/ 176 w 176"/>
              <a:gd name="T37" fmla="*/ 56 h 112"/>
              <a:gd name="T38" fmla="*/ 88 w 176"/>
              <a:gd name="T39" fmla="*/ 0 h 112"/>
              <a:gd name="T40" fmla="*/ 88 w 176"/>
              <a:gd name="T41" fmla="*/ 104 h 112"/>
              <a:gd name="T42" fmla="*/ 8 w 176"/>
              <a:gd name="T43" fmla="*/ 56 h 112"/>
              <a:gd name="T44" fmla="*/ 88 w 176"/>
              <a:gd name="T45" fmla="*/ 8 h 112"/>
              <a:gd name="T46" fmla="*/ 168 w 176"/>
              <a:gd name="T47" fmla="*/ 56 h 112"/>
              <a:gd name="T48" fmla="*/ 88 w 176"/>
              <a:gd name="T49" fmla="*/ 104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76" h="112">
                <a:moveTo>
                  <a:pt x="88" y="44"/>
                </a:moveTo>
                <a:cubicBezTo>
                  <a:pt x="81" y="44"/>
                  <a:pt x="76" y="49"/>
                  <a:pt x="76" y="56"/>
                </a:cubicBezTo>
                <a:cubicBezTo>
                  <a:pt x="76" y="63"/>
                  <a:pt x="81" y="68"/>
                  <a:pt x="88" y="68"/>
                </a:cubicBezTo>
                <a:cubicBezTo>
                  <a:pt x="95" y="68"/>
                  <a:pt x="100" y="63"/>
                  <a:pt x="100" y="56"/>
                </a:cubicBezTo>
                <a:cubicBezTo>
                  <a:pt x="100" y="49"/>
                  <a:pt x="95" y="44"/>
                  <a:pt x="88" y="44"/>
                </a:cubicBezTo>
                <a:moveTo>
                  <a:pt x="88" y="16"/>
                </a:moveTo>
                <a:cubicBezTo>
                  <a:pt x="66" y="16"/>
                  <a:pt x="48" y="34"/>
                  <a:pt x="48" y="56"/>
                </a:cubicBezTo>
                <a:cubicBezTo>
                  <a:pt x="48" y="78"/>
                  <a:pt x="66" y="96"/>
                  <a:pt x="88" y="96"/>
                </a:cubicBezTo>
                <a:cubicBezTo>
                  <a:pt x="110" y="96"/>
                  <a:pt x="128" y="78"/>
                  <a:pt x="128" y="56"/>
                </a:cubicBezTo>
                <a:cubicBezTo>
                  <a:pt x="128" y="34"/>
                  <a:pt x="110" y="16"/>
                  <a:pt x="88" y="16"/>
                </a:cubicBezTo>
                <a:moveTo>
                  <a:pt x="88" y="88"/>
                </a:moveTo>
                <a:cubicBezTo>
                  <a:pt x="70" y="88"/>
                  <a:pt x="56" y="74"/>
                  <a:pt x="56" y="56"/>
                </a:cubicBezTo>
                <a:cubicBezTo>
                  <a:pt x="56" y="38"/>
                  <a:pt x="70" y="24"/>
                  <a:pt x="88" y="24"/>
                </a:cubicBezTo>
                <a:cubicBezTo>
                  <a:pt x="106" y="24"/>
                  <a:pt x="120" y="38"/>
                  <a:pt x="120" y="56"/>
                </a:cubicBezTo>
                <a:cubicBezTo>
                  <a:pt x="120" y="74"/>
                  <a:pt x="106" y="88"/>
                  <a:pt x="88" y="88"/>
                </a:cubicBezTo>
                <a:moveTo>
                  <a:pt x="88" y="0"/>
                </a:moveTo>
                <a:cubicBezTo>
                  <a:pt x="39" y="0"/>
                  <a:pt x="0" y="40"/>
                  <a:pt x="0" y="56"/>
                </a:cubicBezTo>
                <a:cubicBezTo>
                  <a:pt x="0" y="72"/>
                  <a:pt x="39" y="112"/>
                  <a:pt x="88" y="112"/>
                </a:cubicBezTo>
                <a:cubicBezTo>
                  <a:pt x="137" y="112"/>
                  <a:pt x="176" y="72"/>
                  <a:pt x="176" y="56"/>
                </a:cubicBezTo>
                <a:cubicBezTo>
                  <a:pt x="176" y="40"/>
                  <a:pt x="137" y="0"/>
                  <a:pt x="88" y="0"/>
                </a:cubicBezTo>
                <a:moveTo>
                  <a:pt x="88" y="104"/>
                </a:moveTo>
                <a:cubicBezTo>
                  <a:pt x="44" y="104"/>
                  <a:pt x="8" y="70"/>
                  <a:pt x="8" y="56"/>
                </a:cubicBezTo>
                <a:cubicBezTo>
                  <a:pt x="8" y="42"/>
                  <a:pt x="44" y="8"/>
                  <a:pt x="88" y="8"/>
                </a:cubicBezTo>
                <a:cubicBezTo>
                  <a:pt x="132" y="8"/>
                  <a:pt x="168" y="42"/>
                  <a:pt x="168" y="56"/>
                </a:cubicBezTo>
                <a:cubicBezTo>
                  <a:pt x="168" y="70"/>
                  <a:pt x="132" y="104"/>
                  <a:pt x="88" y="10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FC0E6D9-9CBB-44DC-8FA8-CAACDBC31A1A}"/>
              </a:ext>
            </a:extLst>
          </p:cNvPr>
          <p:cNvSpPr/>
          <p:nvPr/>
        </p:nvSpPr>
        <p:spPr>
          <a:xfrm rot="5400000">
            <a:off x="-241016" y="2984219"/>
            <a:ext cx="7543796" cy="4318562"/>
          </a:xfrm>
          <a:custGeom>
            <a:avLst/>
            <a:gdLst>
              <a:gd name="connsiteX0" fmla="*/ 0 w 7543796"/>
              <a:gd name="connsiteY0" fmla="*/ 4137308 h 4318562"/>
              <a:gd name="connsiteX1" fmla="*/ 0 w 7543796"/>
              <a:gd name="connsiteY1" fmla="*/ 712618 h 4318562"/>
              <a:gd name="connsiteX2" fmla="*/ 181254 w 7543796"/>
              <a:gd name="connsiteY2" fmla="*/ 531363 h 4318562"/>
              <a:gd name="connsiteX3" fmla="*/ 2747155 w 7543796"/>
              <a:gd name="connsiteY3" fmla="*/ 531363 h 4318562"/>
              <a:gd name="connsiteX4" fmla="*/ 3771899 w 7543796"/>
              <a:gd name="connsiteY4" fmla="*/ 0 h 4318562"/>
              <a:gd name="connsiteX5" fmla="*/ 4796643 w 7543796"/>
              <a:gd name="connsiteY5" fmla="*/ 531363 h 4318562"/>
              <a:gd name="connsiteX6" fmla="*/ 7362541 w 7543796"/>
              <a:gd name="connsiteY6" fmla="*/ 531363 h 4318562"/>
              <a:gd name="connsiteX7" fmla="*/ 7543796 w 7543796"/>
              <a:gd name="connsiteY7" fmla="*/ 712618 h 4318562"/>
              <a:gd name="connsiteX8" fmla="*/ 7543796 w 7543796"/>
              <a:gd name="connsiteY8" fmla="*/ 4137308 h 4318562"/>
              <a:gd name="connsiteX9" fmla="*/ 7362541 w 7543796"/>
              <a:gd name="connsiteY9" fmla="*/ 4318562 h 4318562"/>
              <a:gd name="connsiteX10" fmla="*/ 181254 w 7543796"/>
              <a:gd name="connsiteY10" fmla="*/ 4318562 h 4318562"/>
              <a:gd name="connsiteX11" fmla="*/ 0 w 7543796"/>
              <a:gd name="connsiteY11" fmla="*/ 4137308 h 4318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43796" h="4318562">
                <a:moveTo>
                  <a:pt x="0" y="4137308"/>
                </a:moveTo>
                <a:lnTo>
                  <a:pt x="0" y="712618"/>
                </a:lnTo>
                <a:cubicBezTo>
                  <a:pt x="0" y="612514"/>
                  <a:pt x="81151" y="531363"/>
                  <a:pt x="181254" y="531363"/>
                </a:cubicBezTo>
                <a:lnTo>
                  <a:pt x="2747155" y="531363"/>
                </a:lnTo>
                <a:lnTo>
                  <a:pt x="3771899" y="0"/>
                </a:lnTo>
                <a:lnTo>
                  <a:pt x="4796643" y="531363"/>
                </a:lnTo>
                <a:lnTo>
                  <a:pt x="7362541" y="531363"/>
                </a:lnTo>
                <a:cubicBezTo>
                  <a:pt x="7462645" y="531363"/>
                  <a:pt x="7543796" y="612514"/>
                  <a:pt x="7543796" y="712618"/>
                </a:cubicBezTo>
                <a:lnTo>
                  <a:pt x="7543796" y="4137308"/>
                </a:lnTo>
                <a:cubicBezTo>
                  <a:pt x="7543796" y="4237412"/>
                  <a:pt x="7462645" y="4318562"/>
                  <a:pt x="7362541" y="4318562"/>
                </a:cubicBezTo>
                <a:lnTo>
                  <a:pt x="181254" y="4318562"/>
                </a:lnTo>
                <a:cubicBezTo>
                  <a:pt x="81151" y="4318562"/>
                  <a:pt x="0" y="4237412"/>
                  <a:pt x="0" y="4137308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16B997-9512-4F99-A567-45DDD2142998}"/>
              </a:ext>
            </a:extLst>
          </p:cNvPr>
          <p:cNvSpPr txBox="1"/>
          <p:nvPr/>
        </p:nvSpPr>
        <p:spPr>
          <a:xfrm flipH="1">
            <a:off x="1681230" y="5207914"/>
            <a:ext cx="31679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+mj-lt"/>
              </a:rPr>
              <a:t>Prepare Your Tools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1" name="Freeform 107">
            <a:extLst>
              <a:ext uri="{FF2B5EF4-FFF2-40B4-BE49-F238E27FC236}">
                <a16:creationId xmlns:a16="http://schemas.microsoft.com/office/drawing/2014/main" id="{F241CEBA-A933-40DA-A4B8-543D3AA9689D}"/>
              </a:ext>
            </a:extLst>
          </p:cNvPr>
          <p:cNvSpPr>
            <a:spLocks noEditPoints="1"/>
          </p:cNvSpPr>
          <p:nvPr/>
        </p:nvSpPr>
        <p:spPr bwMode="auto">
          <a:xfrm>
            <a:off x="2789672" y="4000500"/>
            <a:ext cx="951056" cy="951056"/>
          </a:xfrm>
          <a:custGeom>
            <a:avLst/>
            <a:gdLst>
              <a:gd name="T0" fmla="*/ 170 w 179"/>
              <a:gd name="T1" fmla="*/ 35 h 176"/>
              <a:gd name="T2" fmla="*/ 166 w 179"/>
              <a:gd name="T3" fmla="*/ 38 h 176"/>
              <a:gd name="T4" fmla="*/ 166 w 179"/>
              <a:gd name="T5" fmla="*/ 38 h 176"/>
              <a:gd name="T6" fmla="*/ 146 w 179"/>
              <a:gd name="T7" fmla="*/ 58 h 176"/>
              <a:gd name="T8" fmla="*/ 146 w 179"/>
              <a:gd name="T9" fmla="*/ 58 h 176"/>
              <a:gd name="T10" fmla="*/ 132 w 179"/>
              <a:gd name="T11" fmla="*/ 64 h 176"/>
              <a:gd name="T12" fmla="*/ 112 w 179"/>
              <a:gd name="T13" fmla="*/ 44 h 176"/>
              <a:gd name="T14" fmla="*/ 118 w 179"/>
              <a:gd name="T15" fmla="*/ 30 h 176"/>
              <a:gd name="T16" fmla="*/ 112 w 179"/>
              <a:gd name="T17" fmla="*/ 24 h 176"/>
              <a:gd name="T18" fmla="*/ 104 w 179"/>
              <a:gd name="T19" fmla="*/ 44 h 176"/>
              <a:gd name="T20" fmla="*/ 132 w 179"/>
              <a:gd name="T21" fmla="*/ 72 h 176"/>
              <a:gd name="T22" fmla="*/ 152 w 179"/>
              <a:gd name="T23" fmla="*/ 64 h 176"/>
              <a:gd name="T24" fmla="*/ 152 w 179"/>
              <a:gd name="T25" fmla="*/ 64 h 176"/>
              <a:gd name="T26" fmla="*/ 167 w 179"/>
              <a:gd name="T27" fmla="*/ 49 h 176"/>
              <a:gd name="T28" fmla="*/ 162 w 179"/>
              <a:gd name="T29" fmla="*/ 77 h 176"/>
              <a:gd name="T30" fmla="*/ 140 w 179"/>
              <a:gd name="T31" fmla="*/ 99 h 176"/>
              <a:gd name="T32" fmla="*/ 129 w 179"/>
              <a:gd name="T33" fmla="*/ 104 h 176"/>
              <a:gd name="T34" fmla="*/ 102 w 179"/>
              <a:gd name="T35" fmla="*/ 95 h 176"/>
              <a:gd name="T36" fmla="*/ 102 w 179"/>
              <a:gd name="T37" fmla="*/ 95 h 176"/>
              <a:gd name="T38" fmla="*/ 100 w 179"/>
              <a:gd name="T39" fmla="*/ 94 h 176"/>
              <a:gd name="T40" fmla="*/ 97 w 179"/>
              <a:gd name="T41" fmla="*/ 96 h 176"/>
              <a:gd name="T42" fmla="*/ 96 w 179"/>
              <a:gd name="T43" fmla="*/ 96 h 176"/>
              <a:gd name="T44" fmla="*/ 35 w 179"/>
              <a:gd name="T45" fmla="*/ 163 h 176"/>
              <a:gd name="T46" fmla="*/ 24 w 179"/>
              <a:gd name="T47" fmla="*/ 168 h 176"/>
              <a:gd name="T48" fmla="*/ 8 w 179"/>
              <a:gd name="T49" fmla="*/ 152 h 176"/>
              <a:gd name="T50" fmla="*/ 13 w 179"/>
              <a:gd name="T51" fmla="*/ 141 h 176"/>
              <a:gd name="T52" fmla="*/ 80 w 179"/>
              <a:gd name="T53" fmla="*/ 80 h 176"/>
              <a:gd name="T54" fmla="*/ 80 w 179"/>
              <a:gd name="T55" fmla="*/ 80 h 176"/>
              <a:gd name="T56" fmla="*/ 82 w 179"/>
              <a:gd name="T57" fmla="*/ 76 h 176"/>
              <a:gd name="T58" fmla="*/ 81 w 179"/>
              <a:gd name="T59" fmla="*/ 74 h 176"/>
              <a:gd name="T60" fmla="*/ 81 w 179"/>
              <a:gd name="T61" fmla="*/ 74 h 176"/>
              <a:gd name="T62" fmla="*/ 79 w 179"/>
              <a:gd name="T63" fmla="*/ 37 h 176"/>
              <a:gd name="T64" fmla="*/ 100 w 179"/>
              <a:gd name="T65" fmla="*/ 15 h 176"/>
              <a:gd name="T66" fmla="*/ 118 w 179"/>
              <a:gd name="T67" fmla="*/ 8 h 176"/>
              <a:gd name="T68" fmla="*/ 118 w 179"/>
              <a:gd name="T69" fmla="*/ 8 h 176"/>
              <a:gd name="T70" fmla="*/ 127 w 179"/>
              <a:gd name="T71" fmla="*/ 9 h 176"/>
              <a:gd name="T72" fmla="*/ 112 w 179"/>
              <a:gd name="T73" fmla="*/ 24 h 176"/>
              <a:gd name="T74" fmla="*/ 118 w 179"/>
              <a:gd name="T75" fmla="*/ 30 h 176"/>
              <a:gd name="T76" fmla="*/ 138 w 179"/>
              <a:gd name="T77" fmla="*/ 10 h 176"/>
              <a:gd name="T78" fmla="*/ 138 w 179"/>
              <a:gd name="T79" fmla="*/ 10 h 176"/>
              <a:gd name="T80" fmla="*/ 141 w 179"/>
              <a:gd name="T81" fmla="*/ 6 h 176"/>
              <a:gd name="T82" fmla="*/ 118 w 179"/>
              <a:gd name="T83" fmla="*/ 0 h 176"/>
              <a:gd name="T84" fmla="*/ 118 w 179"/>
              <a:gd name="T85" fmla="*/ 0 h 176"/>
              <a:gd name="T86" fmla="*/ 95 w 179"/>
              <a:gd name="T87" fmla="*/ 9 h 176"/>
              <a:gd name="T88" fmla="*/ 73 w 179"/>
              <a:gd name="T89" fmla="*/ 31 h 176"/>
              <a:gd name="T90" fmla="*/ 73 w 179"/>
              <a:gd name="T91" fmla="*/ 76 h 176"/>
              <a:gd name="T92" fmla="*/ 7 w 179"/>
              <a:gd name="T93" fmla="*/ 135 h 176"/>
              <a:gd name="T94" fmla="*/ 0 w 179"/>
              <a:gd name="T95" fmla="*/ 152 h 176"/>
              <a:gd name="T96" fmla="*/ 24 w 179"/>
              <a:gd name="T97" fmla="*/ 176 h 176"/>
              <a:gd name="T98" fmla="*/ 41 w 179"/>
              <a:gd name="T99" fmla="*/ 169 h 176"/>
              <a:gd name="T100" fmla="*/ 101 w 179"/>
              <a:gd name="T101" fmla="*/ 103 h 176"/>
              <a:gd name="T102" fmla="*/ 129 w 179"/>
              <a:gd name="T103" fmla="*/ 112 h 176"/>
              <a:gd name="T104" fmla="*/ 146 w 179"/>
              <a:gd name="T105" fmla="*/ 105 h 176"/>
              <a:gd name="T106" fmla="*/ 167 w 179"/>
              <a:gd name="T107" fmla="*/ 83 h 176"/>
              <a:gd name="T108" fmla="*/ 170 w 179"/>
              <a:gd name="T109" fmla="*/ 35 h 176"/>
              <a:gd name="T110" fmla="*/ 21 w 179"/>
              <a:gd name="T111" fmla="*/ 149 h 176"/>
              <a:gd name="T112" fmla="*/ 20 w 179"/>
              <a:gd name="T113" fmla="*/ 152 h 176"/>
              <a:gd name="T114" fmla="*/ 24 w 179"/>
              <a:gd name="T115" fmla="*/ 156 h 176"/>
              <a:gd name="T116" fmla="*/ 28 w 179"/>
              <a:gd name="T117" fmla="*/ 152 h 176"/>
              <a:gd name="T118" fmla="*/ 24 w 179"/>
              <a:gd name="T119" fmla="*/ 148 h 176"/>
              <a:gd name="T120" fmla="*/ 21 w 179"/>
              <a:gd name="T121" fmla="*/ 14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79" h="176">
                <a:moveTo>
                  <a:pt x="170" y="35"/>
                </a:moveTo>
                <a:cubicBezTo>
                  <a:pt x="166" y="38"/>
                  <a:pt x="166" y="38"/>
                  <a:pt x="166" y="38"/>
                </a:cubicBezTo>
                <a:cubicBezTo>
                  <a:pt x="166" y="38"/>
                  <a:pt x="166" y="38"/>
                  <a:pt x="166" y="38"/>
                </a:cubicBezTo>
                <a:cubicBezTo>
                  <a:pt x="146" y="58"/>
                  <a:pt x="146" y="58"/>
                  <a:pt x="146" y="58"/>
                </a:cubicBezTo>
                <a:cubicBezTo>
                  <a:pt x="146" y="58"/>
                  <a:pt x="146" y="58"/>
                  <a:pt x="146" y="58"/>
                </a:cubicBezTo>
                <a:cubicBezTo>
                  <a:pt x="142" y="62"/>
                  <a:pt x="137" y="64"/>
                  <a:pt x="132" y="64"/>
                </a:cubicBezTo>
                <a:cubicBezTo>
                  <a:pt x="121" y="64"/>
                  <a:pt x="112" y="55"/>
                  <a:pt x="112" y="44"/>
                </a:cubicBezTo>
                <a:cubicBezTo>
                  <a:pt x="112" y="38"/>
                  <a:pt x="114" y="34"/>
                  <a:pt x="118" y="30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07" y="29"/>
                  <a:pt x="104" y="36"/>
                  <a:pt x="104" y="44"/>
                </a:cubicBezTo>
                <a:cubicBezTo>
                  <a:pt x="104" y="59"/>
                  <a:pt x="117" y="72"/>
                  <a:pt x="132" y="72"/>
                </a:cubicBezTo>
                <a:cubicBezTo>
                  <a:pt x="140" y="72"/>
                  <a:pt x="147" y="69"/>
                  <a:pt x="152" y="64"/>
                </a:cubicBezTo>
                <a:cubicBezTo>
                  <a:pt x="152" y="64"/>
                  <a:pt x="152" y="64"/>
                  <a:pt x="152" y="64"/>
                </a:cubicBezTo>
                <a:cubicBezTo>
                  <a:pt x="167" y="49"/>
                  <a:pt x="167" y="49"/>
                  <a:pt x="167" y="49"/>
                </a:cubicBezTo>
                <a:cubicBezTo>
                  <a:pt x="170" y="60"/>
                  <a:pt x="168" y="71"/>
                  <a:pt x="162" y="77"/>
                </a:cubicBezTo>
                <a:cubicBezTo>
                  <a:pt x="140" y="99"/>
                  <a:pt x="140" y="99"/>
                  <a:pt x="140" y="99"/>
                </a:cubicBezTo>
                <a:cubicBezTo>
                  <a:pt x="137" y="102"/>
                  <a:pt x="133" y="104"/>
                  <a:pt x="129" y="104"/>
                </a:cubicBezTo>
                <a:cubicBezTo>
                  <a:pt x="129" y="104"/>
                  <a:pt x="115" y="103"/>
                  <a:pt x="102" y="95"/>
                </a:cubicBezTo>
                <a:cubicBezTo>
                  <a:pt x="102" y="95"/>
                  <a:pt x="102" y="95"/>
                  <a:pt x="102" y="95"/>
                </a:cubicBezTo>
                <a:cubicBezTo>
                  <a:pt x="101" y="94"/>
                  <a:pt x="101" y="94"/>
                  <a:pt x="100" y="94"/>
                </a:cubicBezTo>
                <a:cubicBezTo>
                  <a:pt x="98" y="94"/>
                  <a:pt x="97" y="95"/>
                  <a:pt x="97" y="96"/>
                </a:cubicBezTo>
                <a:cubicBezTo>
                  <a:pt x="96" y="96"/>
                  <a:pt x="96" y="96"/>
                  <a:pt x="96" y="96"/>
                </a:cubicBezTo>
                <a:cubicBezTo>
                  <a:pt x="35" y="163"/>
                  <a:pt x="35" y="163"/>
                  <a:pt x="35" y="163"/>
                </a:cubicBezTo>
                <a:cubicBezTo>
                  <a:pt x="32" y="166"/>
                  <a:pt x="28" y="168"/>
                  <a:pt x="24" y="168"/>
                </a:cubicBezTo>
                <a:cubicBezTo>
                  <a:pt x="15" y="168"/>
                  <a:pt x="8" y="161"/>
                  <a:pt x="8" y="152"/>
                </a:cubicBezTo>
                <a:cubicBezTo>
                  <a:pt x="8" y="148"/>
                  <a:pt x="10" y="144"/>
                  <a:pt x="13" y="141"/>
                </a:cubicBezTo>
                <a:cubicBezTo>
                  <a:pt x="80" y="80"/>
                  <a:pt x="80" y="80"/>
                  <a:pt x="80" y="80"/>
                </a:cubicBezTo>
                <a:cubicBezTo>
                  <a:pt x="80" y="80"/>
                  <a:pt x="80" y="80"/>
                  <a:pt x="80" y="80"/>
                </a:cubicBezTo>
                <a:cubicBezTo>
                  <a:pt x="81" y="79"/>
                  <a:pt x="82" y="78"/>
                  <a:pt x="82" y="76"/>
                </a:cubicBezTo>
                <a:cubicBezTo>
                  <a:pt x="82" y="76"/>
                  <a:pt x="81" y="75"/>
                  <a:pt x="81" y="74"/>
                </a:cubicBezTo>
                <a:cubicBezTo>
                  <a:pt x="81" y="74"/>
                  <a:pt x="81" y="74"/>
                  <a:pt x="81" y="74"/>
                </a:cubicBezTo>
                <a:cubicBezTo>
                  <a:pt x="69" y="59"/>
                  <a:pt x="69" y="47"/>
                  <a:pt x="79" y="37"/>
                </a:cubicBezTo>
                <a:cubicBezTo>
                  <a:pt x="100" y="15"/>
                  <a:pt x="100" y="15"/>
                  <a:pt x="100" y="15"/>
                </a:cubicBezTo>
                <a:cubicBezTo>
                  <a:pt x="106" y="9"/>
                  <a:pt x="113" y="8"/>
                  <a:pt x="118" y="8"/>
                </a:cubicBezTo>
                <a:cubicBezTo>
                  <a:pt x="118" y="8"/>
                  <a:pt x="118" y="8"/>
                  <a:pt x="118" y="8"/>
                </a:cubicBezTo>
                <a:cubicBezTo>
                  <a:pt x="121" y="8"/>
                  <a:pt x="124" y="8"/>
                  <a:pt x="127" y="9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18" y="30"/>
                  <a:pt x="118" y="30"/>
                  <a:pt x="118" y="3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41" y="6"/>
                  <a:pt x="141" y="6"/>
                  <a:pt x="141" y="6"/>
                </a:cubicBezTo>
                <a:cubicBezTo>
                  <a:pt x="133" y="2"/>
                  <a:pt x="125" y="0"/>
                  <a:pt x="118" y="0"/>
                </a:cubicBezTo>
                <a:cubicBezTo>
                  <a:pt x="118" y="0"/>
                  <a:pt x="118" y="0"/>
                  <a:pt x="118" y="0"/>
                </a:cubicBezTo>
                <a:cubicBezTo>
                  <a:pt x="109" y="0"/>
                  <a:pt x="101" y="3"/>
                  <a:pt x="95" y="9"/>
                </a:cubicBezTo>
                <a:cubicBezTo>
                  <a:pt x="73" y="31"/>
                  <a:pt x="73" y="31"/>
                  <a:pt x="73" y="31"/>
                </a:cubicBezTo>
                <a:cubicBezTo>
                  <a:pt x="59" y="46"/>
                  <a:pt x="63" y="62"/>
                  <a:pt x="73" y="76"/>
                </a:cubicBezTo>
                <a:cubicBezTo>
                  <a:pt x="7" y="135"/>
                  <a:pt x="7" y="135"/>
                  <a:pt x="7" y="135"/>
                </a:cubicBezTo>
                <a:cubicBezTo>
                  <a:pt x="3" y="139"/>
                  <a:pt x="0" y="145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cubicBezTo>
                  <a:pt x="31" y="176"/>
                  <a:pt x="37" y="173"/>
                  <a:pt x="41" y="169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14" y="111"/>
                  <a:pt x="127" y="112"/>
                  <a:pt x="129" y="112"/>
                </a:cubicBezTo>
                <a:cubicBezTo>
                  <a:pt x="135" y="112"/>
                  <a:pt x="141" y="110"/>
                  <a:pt x="146" y="105"/>
                </a:cubicBezTo>
                <a:cubicBezTo>
                  <a:pt x="167" y="83"/>
                  <a:pt x="167" y="83"/>
                  <a:pt x="167" y="83"/>
                </a:cubicBezTo>
                <a:cubicBezTo>
                  <a:pt x="178" y="72"/>
                  <a:pt x="179" y="52"/>
                  <a:pt x="170" y="35"/>
                </a:cubicBezTo>
                <a:moveTo>
                  <a:pt x="21" y="149"/>
                </a:moveTo>
                <a:cubicBezTo>
                  <a:pt x="20" y="150"/>
                  <a:pt x="20" y="151"/>
                  <a:pt x="20" y="152"/>
                </a:cubicBezTo>
                <a:cubicBezTo>
                  <a:pt x="20" y="154"/>
                  <a:pt x="22" y="156"/>
                  <a:pt x="24" y="156"/>
                </a:cubicBezTo>
                <a:cubicBezTo>
                  <a:pt x="26" y="156"/>
                  <a:pt x="28" y="154"/>
                  <a:pt x="28" y="152"/>
                </a:cubicBezTo>
                <a:cubicBezTo>
                  <a:pt x="28" y="150"/>
                  <a:pt x="26" y="148"/>
                  <a:pt x="24" y="148"/>
                </a:cubicBezTo>
                <a:cubicBezTo>
                  <a:pt x="23" y="148"/>
                  <a:pt x="22" y="148"/>
                  <a:pt x="21" y="14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718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DBB982F-0111-42FE-B1D3-56509345644E}"/>
              </a:ext>
            </a:extLst>
          </p:cNvPr>
          <p:cNvSpPr/>
          <p:nvPr/>
        </p:nvSpPr>
        <p:spPr>
          <a:xfrm>
            <a:off x="13129200" y="1371602"/>
            <a:ext cx="3787200" cy="7543796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E8E836FD-967C-4809-B30E-A1590CB0258A}"/>
              </a:ext>
            </a:extLst>
          </p:cNvPr>
          <p:cNvSpPr/>
          <p:nvPr/>
        </p:nvSpPr>
        <p:spPr>
          <a:xfrm rot="5400000">
            <a:off x="12229959" y="4876137"/>
            <a:ext cx="2062480" cy="534731"/>
          </a:xfrm>
          <a:prstGeom prst="triangle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B1F50A2-1A6C-4467-8187-7F0C5C2E2DBE}"/>
              </a:ext>
            </a:extLst>
          </p:cNvPr>
          <p:cNvSpPr/>
          <p:nvPr/>
        </p:nvSpPr>
        <p:spPr>
          <a:xfrm>
            <a:off x="9210000" y="1371602"/>
            <a:ext cx="3787200" cy="7543796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4B808B01-ED40-480E-9935-381EEABACA1E}"/>
              </a:ext>
            </a:extLst>
          </p:cNvPr>
          <p:cNvSpPr/>
          <p:nvPr/>
        </p:nvSpPr>
        <p:spPr>
          <a:xfrm rot="5400000">
            <a:off x="8310758" y="4876136"/>
            <a:ext cx="2062480" cy="534731"/>
          </a:xfrm>
          <a:prstGeom prst="triangl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3F4051C9-CE80-4AA6-ABDE-C7201FA1E7B1}"/>
              </a:ext>
            </a:extLst>
          </p:cNvPr>
          <p:cNvSpPr/>
          <p:nvPr/>
        </p:nvSpPr>
        <p:spPr>
          <a:xfrm>
            <a:off x="5290800" y="1371602"/>
            <a:ext cx="3787200" cy="7543796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A54D57-CC16-48DB-AAB5-27735221A7B5}"/>
              </a:ext>
            </a:extLst>
          </p:cNvPr>
          <p:cNvSpPr txBox="1"/>
          <p:nvPr/>
        </p:nvSpPr>
        <p:spPr>
          <a:xfrm flipH="1">
            <a:off x="5600430" y="5131714"/>
            <a:ext cx="31679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Protect Your Dignity</a:t>
            </a:r>
            <a:endParaRPr lang="ru-RU" sz="3200" dirty="0"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8557D3-F63E-4B10-AA29-20CA6C3DC970}"/>
              </a:ext>
            </a:extLst>
          </p:cNvPr>
          <p:cNvSpPr txBox="1"/>
          <p:nvPr/>
        </p:nvSpPr>
        <p:spPr>
          <a:xfrm flipH="1">
            <a:off x="9519630" y="5131714"/>
            <a:ext cx="31679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Make Gifts To Loved Ones</a:t>
            </a:r>
            <a:endParaRPr lang="ru-RU" sz="3200" dirty="0"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1F55BF-D116-4411-B6C2-7D3EC7018F04}"/>
              </a:ext>
            </a:extLst>
          </p:cNvPr>
          <p:cNvSpPr txBox="1"/>
          <p:nvPr/>
        </p:nvSpPr>
        <p:spPr>
          <a:xfrm flipH="1">
            <a:off x="13438830" y="5131714"/>
            <a:ext cx="31679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Keep Watching Trends</a:t>
            </a:r>
            <a:endParaRPr lang="ru-RU" sz="3200" dirty="0">
              <a:latin typeface="+mj-lt"/>
            </a:endParaRPr>
          </a:p>
        </p:txBody>
      </p:sp>
      <p:sp>
        <p:nvSpPr>
          <p:cNvPr id="42" name="Freeform 108">
            <a:extLst>
              <a:ext uri="{FF2B5EF4-FFF2-40B4-BE49-F238E27FC236}">
                <a16:creationId xmlns:a16="http://schemas.microsoft.com/office/drawing/2014/main" id="{AB3232C9-2FD7-45E1-8E51-E3BE84AD2C0F}"/>
              </a:ext>
            </a:extLst>
          </p:cNvPr>
          <p:cNvSpPr>
            <a:spLocks noEditPoints="1"/>
          </p:cNvSpPr>
          <p:nvPr/>
        </p:nvSpPr>
        <p:spPr bwMode="auto">
          <a:xfrm>
            <a:off x="6719207" y="3924300"/>
            <a:ext cx="930386" cy="951056"/>
          </a:xfrm>
          <a:custGeom>
            <a:avLst/>
            <a:gdLst>
              <a:gd name="T0" fmla="*/ 160 w 176"/>
              <a:gd name="T1" fmla="*/ 3 h 176"/>
              <a:gd name="T2" fmla="*/ 158 w 176"/>
              <a:gd name="T3" fmla="*/ 0 h 176"/>
              <a:gd name="T4" fmla="*/ 154 w 176"/>
              <a:gd name="T5" fmla="*/ 0 h 176"/>
              <a:gd name="T6" fmla="*/ 88 w 176"/>
              <a:gd name="T7" fmla="*/ 16 h 176"/>
              <a:gd name="T8" fmla="*/ 22 w 176"/>
              <a:gd name="T9" fmla="*/ 0 h 176"/>
              <a:gd name="T10" fmla="*/ 18 w 176"/>
              <a:gd name="T11" fmla="*/ 0 h 176"/>
              <a:gd name="T12" fmla="*/ 16 w 176"/>
              <a:gd name="T13" fmla="*/ 3 h 176"/>
              <a:gd name="T14" fmla="*/ 0 w 176"/>
              <a:gd name="T15" fmla="*/ 100 h 176"/>
              <a:gd name="T16" fmla="*/ 87 w 176"/>
              <a:gd name="T17" fmla="*/ 176 h 176"/>
              <a:gd name="T18" fmla="*/ 88 w 176"/>
              <a:gd name="T19" fmla="*/ 176 h 176"/>
              <a:gd name="T20" fmla="*/ 89 w 176"/>
              <a:gd name="T21" fmla="*/ 176 h 176"/>
              <a:gd name="T22" fmla="*/ 176 w 176"/>
              <a:gd name="T23" fmla="*/ 100 h 176"/>
              <a:gd name="T24" fmla="*/ 160 w 176"/>
              <a:gd name="T25" fmla="*/ 3 h 176"/>
              <a:gd name="T26" fmla="*/ 88 w 176"/>
              <a:gd name="T27" fmla="*/ 168 h 176"/>
              <a:gd name="T28" fmla="*/ 8 w 176"/>
              <a:gd name="T29" fmla="*/ 100 h 176"/>
              <a:gd name="T30" fmla="*/ 23 w 176"/>
              <a:gd name="T31" fmla="*/ 10 h 176"/>
              <a:gd name="T32" fmla="*/ 88 w 176"/>
              <a:gd name="T33" fmla="*/ 24 h 176"/>
              <a:gd name="T34" fmla="*/ 153 w 176"/>
              <a:gd name="T35" fmla="*/ 10 h 176"/>
              <a:gd name="T36" fmla="*/ 168 w 176"/>
              <a:gd name="T37" fmla="*/ 100 h 176"/>
              <a:gd name="T38" fmla="*/ 88 w 176"/>
              <a:gd name="T39" fmla="*/ 168 h 176"/>
              <a:gd name="T40" fmla="*/ 102 w 176"/>
              <a:gd name="T41" fmla="*/ 72 h 176"/>
              <a:gd name="T42" fmla="*/ 88 w 176"/>
              <a:gd name="T43" fmla="*/ 36 h 176"/>
              <a:gd name="T44" fmla="*/ 74 w 176"/>
              <a:gd name="T45" fmla="*/ 72 h 176"/>
              <a:gd name="T46" fmla="*/ 38 w 176"/>
              <a:gd name="T47" fmla="*/ 72 h 176"/>
              <a:gd name="T48" fmla="*/ 67 w 176"/>
              <a:gd name="T49" fmla="*/ 95 h 176"/>
              <a:gd name="T50" fmla="*/ 54 w 176"/>
              <a:gd name="T51" fmla="*/ 136 h 176"/>
              <a:gd name="T52" fmla="*/ 88 w 176"/>
              <a:gd name="T53" fmla="*/ 111 h 176"/>
              <a:gd name="T54" fmla="*/ 122 w 176"/>
              <a:gd name="T55" fmla="*/ 136 h 176"/>
              <a:gd name="T56" fmla="*/ 108 w 176"/>
              <a:gd name="T57" fmla="*/ 95 h 176"/>
              <a:gd name="T58" fmla="*/ 138 w 176"/>
              <a:gd name="T59" fmla="*/ 72 h 176"/>
              <a:gd name="T60" fmla="*/ 102 w 176"/>
              <a:gd name="T61" fmla="*/ 72 h 176"/>
              <a:gd name="T62" fmla="*/ 101 w 176"/>
              <a:gd name="T63" fmla="*/ 97 h 176"/>
              <a:gd name="T64" fmla="*/ 106 w 176"/>
              <a:gd name="T65" fmla="*/ 114 h 176"/>
              <a:gd name="T66" fmla="*/ 93 w 176"/>
              <a:gd name="T67" fmla="*/ 104 h 176"/>
              <a:gd name="T68" fmla="*/ 88 w 176"/>
              <a:gd name="T69" fmla="*/ 101 h 176"/>
              <a:gd name="T70" fmla="*/ 83 w 176"/>
              <a:gd name="T71" fmla="*/ 104 h 176"/>
              <a:gd name="T72" fmla="*/ 69 w 176"/>
              <a:gd name="T73" fmla="*/ 114 h 176"/>
              <a:gd name="T74" fmla="*/ 75 w 176"/>
              <a:gd name="T75" fmla="*/ 97 h 176"/>
              <a:gd name="T76" fmla="*/ 77 w 176"/>
              <a:gd name="T77" fmla="*/ 92 h 176"/>
              <a:gd name="T78" fmla="*/ 72 w 176"/>
              <a:gd name="T79" fmla="*/ 89 h 176"/>
              <a:gd name="T80" fmla="*/ 61 w 176"/>
              <a:gd name="T81" fmla="*/ 80 h 176"/>
              <a:gd name="T82" fmla="*/ 80 w 176"/>
              <a:gd name="T83" fmla="*/ 80 h 176"/>
              <a:gd name="T84" fmla="*/ 82 w 176"/>
              <a:gd name="T85" fmla="*/ 75 h 176"/>
              <a:gd name="T86" fmla="*/ 88 w 176"/>
              <a:gd name="T87" fmla="*/ 58 h 176"/>
              <a:gd name="T88" fmla="*/ 94 w 176"/>
              <a:gd name="T89" fmla="*/ 75 h 176"/>
              <a:gd name="T90" fmla="*/ 96 w 176"/>
              <a:gd name="T91" fmla="*/ 80 h 176"/>
              <a:gd name="T92" fmla="*/ 115 w 176"/>
              <a:gd name="T93" fmla="*/ 80 h 176"/>
              <a:gd name="T94" fmla="*/ 103 w 176"/>
              <a:gd name="T95" fmla="*/ 89 h 176"/>
              <a:gd name="T96" fmla="*/ 99 w 176"/>
              <a:gd name="T97" fmla="*/ 92 h 176"/>
              <a:gd name="T98" fmla="*/ 101 w 176"/>
              <a:gd name="T99" fmla="*/ 97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76" h="176">
                <a:moveTo>
                  <a:pt x="160" y="3"/>
                </a:moveTo>
                <a:cubicBezTo>
                  <a:pt x="160" y="2"/>
                  <a:pt x="159" y="1"/>
                  <a:pt x="158" y="0"/>
                </a:cubicBezTo>
                <a:cubicBezTo>
                  <a:pt x="157" y="0"/>
                  <a:pt x="155" y="0"/>
                  <a:pt x="154" y="0"/>
                </a:cubicBezTo>
                <a:cubicBezTo>
                  <a:pt x="154" y="1"/>
                  <a:pt x="123" y="16"/>
                  <a:pt x="88" y="16"/>
                </a:cubicBezTo>
                <a:cubicBezTo>
                  <a:pt x="53" y="16"/>
                  <a:pt x="22" y="1"/>
                  <a:pt x="22" y="0"/>
                </a:cubicBezTo>
                <a:cubicBezTo>
                  <a:pt x="21" y="0"/>
                  <a:pt x="19" y="0"/>
                  <a:pt x="18" y="0"/>
                </a:cubicBezTo>
                <a:cubicBezTo>
                  <a:pt x="17" y="1"/>
                  <a:pt x="16" y="2"/>
                  <a:pt x="16" y="3"/>
                </a:cubicBezTo>
                <a:cubicBezTo>
                  <a:pt x="16" y="3"/>
                  <a:pt x="0" y="52"/>
                  <a:pt x="0" y="100"/>
                </a:cubicBezTo>
                <a:cubicBezTo>
                  <a:pt x="0" y="151"/>
                  <a:pt x="84" y="175"/>
                  <a:pt x="87" y="176"/>
                </a:cubicBezTo>
                <a:cubicBezTo>
                  <a:pt x="87" y="176"/>
                  <a:pt x="88" y="176"/>
                  <a:pt x="88" y="176"/>
                </a:cubicBezTo>
                <a:cubicBezTo>
                  <a:pt x="88" y="176"/>
                  <a:pt x="89" y="176"/>
                  <a:pt x="89" y="176"/>
                </a:cubicBezTo>
                <a:cubicBezTo>
                  <a:pt x="92" y="175"/>
                  <a:pt x="176" y="151"/>
                  <a:pt x="176" y="100"/>
                </a:cubicBezTo>
                <a:cubicBezTo>
                  <a:pt x="176" y="52"/>
                  <a:pt x="160" y="3"/>
                  <a:pt x="160" y="3"/>
                </a:cubicBezTo>
                <a:moveTo>
                  <a:pt x="88" y="168"/>
                </a:moveTo>
                <a:cubicBezTo>
                  <a:pt x="80" y="166"/>
                  <a:pt x="8" y="142"/>
                  <a:pt x="8" y="100"/>
                </a:cubicBezTo>
                <a:cubicBezTo>
                  <a:pt x="8" y="61"/>
                  <a:pt x="19" y="24"/>
                  <a:pt x="23" y="10"/>
                </a:cubicBezTo>
                <a:cubicBezTo>
                  <a:pt x="33" y="14"/>
                  <a:pt x="59" y="24"/>
                  <a:pt x="88" y="24"/>
                </a:cubicBezTo>
                <a:cubicBezTo>
                  <a:pt x="117" y="24"/>
                  <a:pt x="143" y="14"/>
                  <a:pt x="153" y="10"/>
                </a:cubicBezTo>
                <a:cubicBezTo>
                  <a:pt x="157" y="24"/>
                  <a:pt x="168" y="61"/>
                  <a:pt x="168" y="100"/>
                </a:cubicBezTo>
                <a:cubicBezTo>
                  <a:pt x="168" y="142"/>
                  <a:pt x="96" y="166"/>
                  <a:pt x="88" y="168"/>
                </a:cubicBezTo>
                <a:moveTo>
                  <a:pt x="102" y="72"/>
                </a:moveTo>
                <a:cubicBezTo>
                  <a:pt x="88" y="36"/>
                  <a:pt x="88" y="36"/>
                  <a:pt x="88" y="36"/>
                </a:cubicBezTo>
                <a:cubicBezTo>
                  <a:pt x="74" y="72"/>
                  <a:pt x="74" y="72"/>
                  <a:pt x="74" y="72"/>
                </a:cubicBezTo>
                <a:cubicBezTo>
                  <a:pt x="38" y="72"/>
                  <a:pt x="38" y="72"/>
                  <a:pt x="38" y="72"/>
                </a:cubicBezTo>
                <a:cubicBezTo>
                  <a:pt x="67" y="95"/>
                  <a:pt x="67" y="95"/>
                  <a:pt x="67" y="95"/>
                </a:cubicBezTo>
                <a:cubicBezTo>
                  <a:pt x="54" y="136"/>
                  <a:pt x="54" y="136"/>
                  <a:pt x="54" y="136"/>
                </a:cubicBezTo>
                <a:cubicBezTo>
                  <a:pt x="88" y="111"/>
                  <a:pt x="88" y="111"/>
                  <a:pt x="88" y="111"/>
                </a:cubicBezTo>
                <a:cubicBezTo>
                  <a:pt x="122" y="136"/>
                  <a:pt x="122" y="136"/>
                  <a:pt x="122" y="136"/>
                </a:cubicBezTo>
                <a:cubicBezTo>
                  <a:pt x="108" y="95"/>
                  <a:pt x="108" y="95"/>
                  <a:pt x="108" y="95"/>
                </a:cubicBezTo>
                <a:cubicBezTo>
                  <a:pt x="138" y="72"/>
                  <a:pt x="138" y="72"/>
                  <a:pt x="138" y="72"/>
                </a:cubicBezTo>
                <a:lnTo>
                  <a:pt x="102" y="72"/>
                </a:lnTo>
                <a:close/>
                <a:moveTo>
                  <a:pt x="101" y="97"/>
                </a:moveTo>
                <a:cubicBezTo>
                  <a:pt x="106" y="114"/>
                  <a:pt x="106" y="114"/>
                  <a:pt x="106" y="114"/>
                </a:cubicBezTo>
                <a:cubicBezTo>
                  <a:pt x="93" y="104"/>
                  <a:pt x="93" y="104"/>
                  <a:pt x="93" y="104"/>
                </a:cubicBezTo>
                <a:cubicBezTo>
                  <a:pt x="88" y="101"/>
                  <a:pt x="88" y="101"/>
                  <a:pt x="88" y="101"/>
                </a:cubicBezTo>
                <a:cubicBezTo>
                  <a:pt x="83" y="104"/>
                  <a:pt x="83" y="104"/>
                  <a:pt x="83" y="104"/>
                </a:cubicBezTo>
                <a:cubicBezTo>
                  <a:pt x="69" y="114"/>
                  <a:pt x="69" y="114"/>
                  <a:pt x="69" y="114"/>
                </a:cubicBezTo>
                <a:cubicBezTo>
                  <a:pt x="75" y="97"/>
                  <a:pt x="75" y="97"/>
                  <a:pt x="75" y="97"/>
                </a:cubicBezTo>
                <a:cubicBezTo>
                  <a:pt x="77" y="92"/>
                  <a:pt x="77" y="92"/>
                  <a:pt x="77" y="92"/>
                </a:cubicBezTo>
                <a:cubicBezTo>
                  <a:pt x="72" y="89"/>
                  <a:pt x="72" y="89"/>
                  <a:pt x="72" y="89"/>
                </a:cubicBezTo>
                <a:cubicBezTo>
                  <a:pt x="61" y="80"/>
                  <a:pt x="61" y="80"/>
                  <a:pt x="61" y="80"/>
                </a:cubicBezTo>
                <a:cubicBezTo>
                  <a:pt x="80" y="80"/>
                  <a:pt x="80" y="80"/>
                  <a:pt x="80" y="80"/>
                </a:cubicBezTo>
                <a:cubicBezTo>
                  <a:pt x="82" y="75"/>
                  <a:pt x="82" y="75"/>
                  <a:pt x="82" y="75"/>
                </a:cubicBezTo>
                <a:cubicBezTo>
                  <a:pt x="88" y="58"/>
                  <a:pt x="88" y="58"/>
                  <a:pt x="88" y="58"/>
                </a:cubicBezTo>
                <a:cubicBezTo>
                  <a:pt x="94" y="75"/>
                  <a:pt x="94" y="75"/>
                  <a:pt x="94" y="75"/>
                </a:cubicBezTo>
                <a:cubicBezTo>
                  <a:pt x="96" y="80"/>
                  <a:pt x="96" y="80"/>
                  <a:pt x="96" y="80"/>
                </a:cubicBezTo>
                <a:cubicBezTo>
                  <a:pt x="115" y="80"/>
                  <a:pt x="115" y="80"/>
                  <a:pt x="115" y="80"/>
                </a:cubicBezTo>
                <a:cubicBezTo>
                  <a:pt x="103" y="89"/>
                  <a:pt x="103" y="89"/>
                  <a:pt x="103" y="89"/>
                </a:cubicBezTo>
                <a:cubicBezTo>
                  <a:pt x="99" y="92"/>
                  <a:pt x="99" y="92"/>
                  <a:pt x="99" y="92"/>
                </a:cubicBezTo>
                <a:lnTo>
                  <a:pt x="101" y="97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lt1"/>
              </a:solidFill>
            </a:endParaRPr>
          </a:p>
        </p:txBody>
      </p:sp>
      <p:sp>
        <p:nvSpPr>
          <p:cNvPr id="43" name="Freeform 109">
            <a:extLst>
              <a:ext uri="{FF2B5EF4-FFF2-40B4-BE49-F238E27FC236}">
                <a16:creationId xmlns:a16="http://schemas.microsoft.com/office/drawing/2014/main" id="{FD9014D1-71A5-4800-A9AF-E7830CCEB3B8}"/>
              </a:ext>
            </a:extLst>
          </p:cNvPr>
          <p:cNvSpPr>
            <a:spLocks noEditPoints="1"/>
          </p:cNvSpPr>
          <p:nvPr/>
        </p:nvSpPr>
        <p:spPr bwMode="auto">
          <a:xfrm>
            <a:off x="10638412" y="3927346"/>
            <a:ext cx="930377" cy="889030"/>
          </a:xfrm>
          <a:custGeom>
            <a:avLst/>
            <a:gdLst>
              <a:gd name="T0" fmla="*/ 137 w 176"/>
              <a:gd name="T1" fmla="*/ 36 h 164"/>
              <a:gd name="T2" fmla="*/ 101 w 176"/>
              <a:gd name="T3" fmla="*/ 8 h 164"/>
              <a:gd name="T4" fmla="*/ 89 w 176"/>
              <a:gd name="T5" fmla="*/ 20 h 164"/>
              <a:gd name="T6" fmla="*/ 88 w 176"/>
              <a:gd name="T7" fmla="*/ 20 h 164"/>
              <a:gd name="T8" fmla="*/ 87 w 176"/>
              <a:gd name="T9" fmla="*/ 20 h 164"/>
              <a:gd name="T10" fmla="*/ 75 w 176"/>
              <a:gd name="T11" fmla="*/ 8 h 164"/>
              <a:gd name="T12" fmla="*/ 38 w 176"/>
              <a:gd name="T13" fmla="*/ 36 h 164"/>
              <a:gd name="T14" fmla="*/ 0 w 176"/>
              <a:gd name="T15" fmla="*/ 44 h 164"/>
              <a:gd name="T16" fmla="*/ 8 w 176"/>
              <a:gd name="T17" fmla="*/ 68 h 164"/>
              <a:gd name="T18" fmla="*/ 16 w 176"/>
              <a:gd name="T19" fmla="*/ 164 h 164"/>
              <a:gd name="T20" fmla="*/ 168 w 176"/>
              <a:gd name="T21" fmla="*/ 156 h 164"/>
              <a:gd name="T22" fmla="*/ 176 w 176"/>
              <a:gd name="T23" fmla="*/ 60 h 164"/>
              <a:gd name="T24" fmla="*/ 168 w 176"/>
              <a:gd name="T25" fmla="*/ 36 h 164"/>
              <a:gd name="T26" fmla="*/ 71 w 176"/>
              <a:gd name="T27" fmla="*/ 15 h 164"/>
              <a:gd name="T28" fmla="*/ 79 w 176"/>
              <a:gd name="T29" fmla="*/ 36 h 164"/>
              <a:gd name="T30" fmla="*/ 46 w 176"/>
              <a:gd name="T31" fmla="*/ 19 h 164"/>
              <a:gd name="T32" fmla="*/ 8 w 176"/>
              <a:gd name="T33" fmla="*/ 44 h 164"/>
              <a:gd name="T34" fmla="*/ 65 w 176"/>
              <a:gd name="T35" fmla="*/ 60 h 164"/>
              <a:gd name="T36" fmla="*/ 84 w 176"/>
              <a:gd name="T37" fmla="*/ 156 h 164"/>
              <a:gd name="T38" fmla="*/ 16 w 176"/>
              <a:gd name="T39" fmla="*/ 116 h 164"/>
              <a:gd name="T40" fmla="*/ 84 w 176"/>
              <a:gd name="T41" fmla="*/ 156 h 164"/>
              <a:gd name="T42" fmla="*/ 16 w 176"/>
              <a:gd name="T43" fmla="*/ 108 h 164"/>
              <a:gd name="T44" fmla="*/ 59 w 176"/>
              <a:gd name="T45" fmla="*/ 68 h 164"/>
              <a:gd name="T46" fmla="*/ 49 w 176"/>
              <a:gd name="T47" fmla="*/ 83 h 164"/>
              <a:gd name="T48" fmla="*/ 55 w 176"/>
              <a:gd name="T49" fmla="*/ 83 h 164"/>
              <a:gd name="T50" fmla="*/ 84 w 176"/>
              <a:gd name="T51" fmla="*/ 68 h 164"/>
              <a:gd name="T52" fmla="*/ 84 w 176"/>
              <a:gd name="T53" fmla="*/ 60 h 164"/>
              <a:gd name="T54" fmla="*/ 84 w 176"/>
              <a:gd name="T55" fmla="*/ 45 h 164"/>
              <a:gd name="T56" fmla="*/ 105 w 176"/>
              <a:gd name="T57" fmla="*/ 15 h 164"/>
              <a:gd name="T58" fmla="*/ 128 w 176"/>
              <a:gd name="T59" fmla="*/ 36 h 164"/>
              <a:gd name="T60" fmla="*/ 94 w 176"/>
              <a:gd name="T61" fmla="*/ 30 h 164"/>
              <a:gd name="T62" fmla="*/ 92 w 176"/>
              <a:gd name="T63" fmla="*/ 45 h 164"/>
              <a:gd name="T64" fmla="*/ 92 w 176"/>
              <a:gd name="T65" fmla="*/ 60 h 164"/>
              <a:gd name="T66" fmla="*/ 160 w 176"/>
              <a:gd name="T67" fmla="*/ 156 h 164"/>
              <a:gd name="T68" fmla="*/ 92 w 176"/>
              <a:gd name="T69" fmla="*/ 116 h 164"/>
              <a:gd name="T70" fmla="*/ 160 w 176"/>
              <a:gd name="T71" fmla="*/ 156 h 164"/>
              <a:gd name="T72" fmla="*/ 92 w 176"/>
              <a:gd name="T73" fmla="*/ 108 h 164"/>
              <a:gd name="T74" fmla="*/ 107 w 176"/>
              <a:gd name="T75" fmla="*/ 68 h 164"/>
              <a:gd name="T76" fmla="*/ 125 w 176"/>
              <a:gd name="T77" fmla="*/ 84 h 164"/>
              <a:gd name="T78" fmla="*/ 126 w 176"/>
              <a:gd name="T79" fmla="*/ 77 h 164"/>
              <a:gd name="T80" fmla="*/ 160 w 176"/>
              <a:gd name="T81" fmla="*/ 68 h 164"/>
              <a:gd name="T82" fmla="*/ 168 w 176"/>
              <a:gd name="T83" fmla="*/ 60 h 164"/>
              <a:gd name="T84" fmla="*/ 100 w 176"/>
              <a:gd name="T85" fmla="*/ 44 h 164"/>
              <a:gd name="T86" fmla="*/ 168 w 176"/>
              <a:gd name="T87" fmla="*/ 6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76" h="164">
                <a:moveTo>
                  <a:pt x="168" y="36"/>
                </a:moveTo>
                <a:cubicBezTo>
                  <a:pt x="137" y="36"/>
                  <a:pt x="137" y="36"/>
                  <a:pt x="137" y="36"/>
                </a:cubicBezTo>
                <a:cubicBezTo>
                  <a:pt x="141" y="29"/>
                  <a:pt x="141" y="21"/>
                  <a:pt x="137" y="15"/>
                </a:cubicBezTo>
                <a:cubicBezTo>
                  <a:pt x="130" y="4"/>
                  <a:pt x="114" y="0"/>
                  <a:pt x="101" y="8"/>
                </a:cubicBezTo>
                <a:cubicBezTo>
                  <a:pt x="96" y="11"/>
                  <a:pt x="92" y="15"/>
                  <a:pt x="89" y="20"/>
                </a:cubicBezTo>
                <a:cubicBezTo>
                  <a:pt x="89" y="20"/>
                  <a:pt x="89" y="20"/>
                  <a:pt x="89" y="20"/>
                </a:cubicBezTo>
                <a:cubicBezTo>
                  <a:pt x="89" y="20"/>
                  <a:pt x="89" y="20"/>
                  <a:pt x="89" y="20"/>
                </a:cubicBezTo>
                <a:cubicBezTo>
                  <a:pt x="88" y="20"/>
                  <a:pt x="88" y="20"/>
                  <a:pt x="88" y="20"/>
                </a:cubicBezTo>
                <a:cubicBezTo>
                  <a:pt x="88" y="20"/>
                  <a:pt x="88" y="20"/>
                  <a:pt x="87" y="20"/>
                </a:cubicBezTo>
                <a:cubicBezTo>
                  <a:pt x="87" y="20"/>
                  <a:pt x="87" y="20"/>
                  <a:pt x="87" y="20"/>
                </a:cubicBezTo>
                <a:cubicBezTo>
                  <a:pt x="87" y="20"/>
                  <a:pt x="87" y="20"/>
                  <a:pt x="87" y="20"/>
                </a:cubicBezTo>
                <a:cubicBezTo>
                  <a:pt x="84" y="15"/>
                  <a:pt x="80" y="11"/>
                  <a:pt x="75" y="8"/>
                </a:cubicBezTo>
                <a:cubicBezTo>
                  <a:pt x="62" y="0"/>
                  <a:pt x="45" y="4"/>
                  <a:pt x="39" y="15"/>
                </a:cubicBezTo>
                <a:cubicBezTo>
                  <a:pt x="35" y="21"/>
                  <a:pt x="35" y="29"/>
                  <a:pt x="3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4" y="36"/>
                  <a:pt x="0" y="40"/>
                  <a:pt x="0" y="44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64"/>
                  <a:pt x="4" y="68"/>
                  <a:pt x="8" y="68"/>
                </a:cubicBezTo>
                <a:cubicBezTo>
                  <a:pt x="8" y="156"/>
                  <a:pt x="8" y="156"/>
                  <a:pt x="8" y="156"/>
                </a:cubicBezTo>
                <a:cubicBezTo>
                  <a:pt x="8" y="160"/>
                  <a:pt x="12" y="164"/>
                  <a:pt x="16" y="164"/>
                </a:cubicBezTo>
                <a:cubicBezTo>
                  <a:pt x="160" y="164"/>
                  <a:pt x="160" y="164"/>
                  <a:pt x="160" y="164"/>
                </a:cubicBezTo>
                <a:cubicBezTo>
                  <a:pt x="164" y="164"/>
                  <a:pt x="168" y="160"/>
                  <a:pt x="168" y="156"/>
                </a:cubicBezTo>
                <a:cubicBezTo>
                  <a:pt x="168" y="68"/>
                  <a:pt x="168" y="68"/>
                  <a:pt x="168" y="68"/>
                </a:cubicBezTo>
                <a:cubicBezTo>
                  <a:pt x="172" y="68"/>
                  <a:pt x="176" y="64"/>
                  <a:pt x="176" y="60"/>
                </a:cubicBezTo>
                <a:cubicBezTo>
                  <a:pt x="176" y="44"/>
                  <a:pt x="176" y="44"/>
                  <a:pt x="176" y="44"/>
                </a:cubicBezTo>
                <a:cubicBezTo>
                  <a:pt x="176" y="40"/>
                  <a:pt x="172" y="36"/>
                  <a:pt x="168" y="36"/>
                </a:cubicBezTo>
                <a:moveTo>
                  <a:pt x="46" y="19"/>
                </a:moveTo>
                <a:cubicBezTo>
                  <a:pt x="50" y="11"/>
                  <a:pt x="61" y="10"/>
                  <a:pt x="71" y="15"/>
                </a:cubicBezTo>
                <a:cubicBezTo>
                  <a:pt x="77" y="19"/>
                  <a:pt x="81" y="24"/>
                  <a:pt x="82" y="30"/>
                </a:cubicBezTo>
                <a:cubicBezTo>
                  <a:pt x="81" y="32"/>
                  <a:pt x="80" y="34"/>
                  <a:pt x="79" y="36"/>
                </a:cubicBezTo>
                <a:cubicBezTo>
                  <a:pt x="48" y="36"/>
                  <a:pt x="48" y="36"/>
                  <a:pt x="48" y="36"/>
                </a:cubicBezTo>
                <a:cubicBezTo>
                  <a:pt x="44" y="31"/>
                  <a:pt x="43" y="24"/>
                  <a:pt x="46" y="19"/>
                </a:cubicBezTo>
                <a:moveTo>
                  <a:pt x="8" y="60"/>
                </a:moveTo>
                <a:cubicBezTo>
                  <a:pt x="8" y="44"/>
                  <a:pt x="8" y="44"/>
                  <a:pt x="8" y="44"/>
                </a:cubicBezTo>
                <a:cubicBezTo>
                  <a:pt x="76" y="44"/>
                  <a:pt x="76" y="44"/>
                  <a:pt x="76" y="44"/>
                </a:cubicBezTo>
                <a:cubicBezTo>
                  <a:pt x="72" y="50"/>
                  <a:pt x="69" y="55"/>
                  <a:pt x="65" y="60"/>
                </a:cubicBezTo>
                <a:lnTo>
                  <a:pt x="8" y="60"/>
                </a:lnTo>
                <a:close/>
                <a:moveTo>
                  <a:pt x="84" y="156"/>
                </a:moveTo>
                <a:cubicBezTo>
                  <a:pt x="16" y="156"/>
                  <a:pt x="16" y="156"/>
                  <a:pt x="16" y="15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84" y="116"/>
                  <a:pt x="84" y="116"/>
                  <a:pt x="84" y="116"/>
                </a:cubicBezTo>
                <a:lnTo>
                  <a:pt x="84" y="156"/>
                </a:lnTo>
                <a:close/>
                <a:moveTo>
                  <a:pt x="84" y="108"/>
                </a:moveTo>
                <a:cubicBezTo>
                  <a:pt x="16" y="108"/>
                  <a:pt x="16" y="108"/>
                  <a:pt x="16" y="108"/>
                </a:cubicBezTo>
                <a:cubicBezTo>
                  <a:pt x="16" y="68"/>
                  <a:pt x="16" y="68"/>
                  <a:pt x="16" y="68"/>
                </a:cubicBezTo>
                <a:cubicBezTo>
                  <a:pt x="59" y="68"/>
                  <a:pt x="59" y="68"/>
                  <a:pt x="59" y="68"/>
                </a:cubicBezTo>
                <a:cubicBezTo>
                  <a:pt x="53" y="74"/>
                  <a:pt x="50" y="77"/>
                  <a:pt x="49" y="77"/>
                </a:cubicBezTo>
                <a:cubicBezTo>
                  <a:pt x="48" y="79"/>
                  <a:pt x="48" y="81"/>
                  <a:pt x="49" y="83"/>
                </a:cubicBezTo>
                <a:cubicBezTo>
                  <a:pt x="50" y="84"/>
                  <a:pt x="50" y="84"/>
                  <a:pt x="51" y="84"/>
                </a:cubicBezTo>
                <a:cubicBezTo>
                  <a:pt x="52" y="85"/>
                  <a:pt x="54" y="84"/>
                  <a:pt x="55" y="83"/>
                </a:cubicBezTo>
                <a:cubicBezTo>
                  <a:pt x="55" y="83"/>
                  <a:pt x="62" y="77"/>
                  <a:pt x="69" y="68"/>
                </a:cubicBezTo>
                <a:cubicBezTo>
                  <a:pt x="84" y="68"/>
                  <a:pt x="84" y="68"/>
                  <a:pt x="84" y="68"/>
                </a:cubicBezTo>
                <a:lnTo>
                  <a:pt x="84" y="108"/>
                </a:lnTo>
                <a:close/>
                <a:moveTo>
                  <a:pt x="84" y="60"/>
                </a:moveTo>
                <a:cubicBezTo>
                  <a:pt x="75" y="60"/>
                  <a:pt x="75" y="60"/>
                  <a:pt x="75" y="60"/>
                </a:cubicBezTo>
                <a:cubicBezTo>
                  <a:pt x="78" y="56"/>
                  <a:pt x="81" y="51"/>
                  <a:pt x="84" y="45"/>
                </a:cubicBezTo>
                <a:lnTo>
                  <a:pt x="84" y="60"/>
                </a:lnTo>
                <a:close/>
                <a:moveTo>
                  <a:pt x="105" y="15"/>
                </a:moveTo>
                <a:cubicBezTo>
                  <a:pt x="114" y="10"/>
                  <a:pt x="126" y="11"/>
                  <a:pt x="130" y="19"/>
                </a:cubicBezTo>
                <a:cubicBezTo>
                  <a:pt x="133" y="24"/>
                  <a:pt x="132" y="31"/>
                  <a:pt x="128" y="36"/>
                </a:cubicBezTo>
                <a:cubicBezTo>
                  <a:pt x="97" y="36"/>
                  <a:pt x="97" y="36"/>
                  <a:pt x="97" y="36"/>
                </a:cubicBezTo>
                <a:cubicBezTo>
                  <a:pt x="96" y="34"/>
                  <a:pt x="95" y="32"/>
                  <a:pt x="94" y="30"/>
                </a:cubicBezTo>
                <a:cubicBezTo>
                  <a:pt x="95" y="24"/>
                  <a:pt x="99" y="19"/>
                  <a:pt x="105" y="15"/>
                </a:cubicBezTo>
                <a:moveTo>
                  <a:pt x="92" y="45"/>
                </a:moveTo>
                <a:cubicBezTo>
                  <a:pt x="95" y="51"/>
                  <a:pt x="98" y="56"/>
                  <a:pt x="101" y="60"/>
                </a:cubicBezTo>
                <a:cubicBezTo>
                  <a:pt x="92" y="60"/>
                  <a:pt x="92" y="60"/>
                  <a:pt x="92" y="60"/>
                </a:cubicBezTo>
                <a:lnTo>
                  <a:pt x="92" y="45"/>
                </a:lnTo>
                <a:close/>
                <a:moveTo>
                  <a:pt x="160" y="156"/>
                </a:moveTo>
                <a:cubicBezTo>
                  <a:pt x="92" y="156"/>
                  <a:pt x="92" y="156"/>
                  <a:pt x="92" y="156"/>
                </a:cubicBezTo>
                <a:cubicBezTo>
                  <a:pt x="92" y="116"/>
                  <a:pt x="92" y="116"/>
                  <a:pt x="92" y="116"/>
                </a:cubicBezTo>
                <a:cubicBezTo>
                  <a:pt x="160" y="116"/>
                  <a:pt x="160" y="116"/>
                  <a:pt x="160" y="116"/>
                </a:cubicBezTo>
                <a:lnTo>
                  <a:pt x="160" y="156"/>
                </a:lnTo>
                <a:close/>
                <a:moveTo>
                  <a:pt x="160" y="108"/>
                </a:moveTo>
                <a:cubicBezTo>
                  <a:pt x="92" y="108"/>
                  <a:pt x="92" y="108"/>
                  <a:pt x="92" y="108"/>
                </a:cubicBezTo>
                <a:cubicBezTo>
                  <a:pt x="92" y="68"/>
                  <a:pt x="92" y="68"/>
                  <a:pt x="92" y="68"/>
                </a:cubicBezTo>
                <a:cubicBezTo>
                  <a:pt x="107" y="68"/>
                  <a:pt x="107" y="68"/>
                  <a:pt x="107" y="68"/>
                </a:cubicBezTo>
                <a:cubicBezTo>
                  <a:pt x="114" y="77"/>
                  <a:pt x="121" y="83"/>
                  <a:pt x="121" y="83"/>
                </a:cubicBezTo>
                <a:cubicBezTo>
                  <a:pt x="122" y="84"/>
                  <a:pt x="124" y="85"/>
                  <a:pt x="125" y="84"/>
                </a:cubicBezTo>
                <a:cubicBezTo>
                  <a:pt x="126" y="84"/>
                  <a:pt x="126" y="84"/>
                  <a:pt x="127" y="83"/>
                </a:cubicBezTo>
                <a:cubicBezTo>
                  <a:pt x="128" y="81"/>
                  <a:pt x="128" y="79"/>
                  <a:pt x="126" y="77"/>
                </a:cubicBezTo>
                <a:cubicBezTo>
                  <a:pt x="126" y="77"/>
                  <a:pt x="122" y="74"/>
                  <a:pt x="117" y="68"/>
                </a:cubicBezTo>
                <a:cubicBezTo>
                  <a:pt x="160" y="68"/>
                  <a:pt x="160" y="68"/>
                  <a:pt x="160" y="68"/>
                </a:cubicBezTo>
                <a:lnTo>
                  <a:pt x="160" y="108"/>
                </a:lnTo>
                <a:close/>
                <a:moveTo>
                  <a:pt x="168" y="60"/>
                </a:moveTo>
                <a:cubicBezTo>
                  <a:pt x="111" y="60"/>
                  <a:pt x="111" y="60"/>
                  <a:pt x="111" y="60"/>
                </a:cubicBezTo>
                <a:cubicBezTo>
                  <a:pt x="107" y="55"/>
                  <a:pt x="104" y="50"/>
                  <a:pt x="100" y="44"/>
                </a:cubicBezTo>
                <a:cubicBezTo>
                  <a:pt x="168" y="44"/>
                  <a:pt x="168" y="44"/>
                  <a:pt x="168" y="44"/>
                </a:cubicBezTo>
                <a:lnTo>
                  <a:pt x="168" y="6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lt1"/>
              </a:solidFill>
            </a:endParaRPr>
          </a:p>
        </p:txBody>
      </p:sp>
      <p:sp>
        <p:nvSpPr>
          <p:cNvPr id="44" name="Freeform 110">
            <a:extLst>
              <a:ext uri="{FF2B5EF4-FFF2-40B4-BE49-F238E27FC236}">
                <a16:creationId xmlns:a16="http://schemas.microsoft.com/office/drawing/2014/main" id="{04D3ED9B-8D05-4E0A-8C27-49DB41911F21}"/>
              </a:ext>
            </a:extLst>
          </p:cNvPr>
          <p:cNvSpPr>
            <a:spLocks noEditPoints="1"/>
          </p:cNvSpPr>
          <p:nvPr/>
        </p:nvSpPr>
        <p:spPr bwMode="auto">
          <a:xfrm>
            <a:off x="14547272" y="3964165"/>
            <a:ext cx="951056" cy="599587"/>
          </a:xfrm>
          <a:custGeom>
            <a:avLst/>
            <a:gdLst>
              <a:gd name="T0" fmla="*/ 88 w 176"/>
              <a:gd name="T1" fmla="*/ 44 h 112"/>
              <a:gd name="T2" fmla="*/ 76 w 176"/>
              <a:gd name="T3" fmla="*/ 56 h 112"/>
              <a:gd name="T4" fmla="*/ 88 w 176"/>
              <a:gd name="T5" fmla="*/ 68 h 112"/>
              <a:gd name="T6" fmla="*/ 100 w 176"/>
              <a:gd name="T7" fmla="*/ 56 h 112"/>
              <a:gd name="T8" fmla="*/ 88 w 176"/>
              <a:gd name="T9" fmla="*/ 44 h 112"/>
              <a:gd name="T10" fmla="*/ 88 w 176"/>
              <a:gd name="T11" fmla="*/ 16 h 112"/>
              <a:gd name="T12" fmla="*/ 48 w 176"/>
              <a:gd name="T13" fmla="*/ 56 h 112"/>
              <a:gd name="T14" fmla="*/ 88 w 176"/>
              <a:gd name="T15" fmla="*/ 96 h 112"/>
              <a:gd name="T16" fmla="*/ 128 w 176"/>
              <a:gd name="T17" fmla="*/ 56 h 112"/>
              <a:gd name="T18" fmla="*/ 88 w 176"/>
              <a:gd name="T19" fmla="*/ 16 h 112"/>
              <a:gd name="T20" fmla="*/ 88 w 176"/>
              <a:gd name="T21" fmla="*/ 88 h 112"/>
              <a:gd name="T22" fmla="*/ 56 w 176"/>
              <a:gd name="T23" fmla="*/ 56 h 112"/>
              <a:gd name="T24" fmla="*/ 88 w 176"/>
              <a:gd name="T25" fmla="*/ 24 h 112"/>
              <a:gd name="T26" fmla="*/ 120 w 176"/>
              <a:gd name="T27" fmla="*/ 56 h 112"/>
              <a:gd name="T28" fmla="*/ 88 w 176"/>
              <a:gd name="T29" fmla="*/ 88 h 112"/>
              <a:gd name="T30" fmla="*/ 88 w 176"/>
              <a:gd name="T31" fmla="*/ 0 h 112"/>
              <a:gd name="T32" fmla="*/ 0 w 176"/>
              <a:gd name="T33" fmla="*/ 56 h 112"/>
              <a:gd name="T34" fmla="*/ 88 w 176"/>
              <a:gd name="T35" fmla="*/ 112 h 112"/>
              <a:gd name="T36" fmla="*/ 176 w 176"/>
              <a:gd name="T37" fmla="*/ 56 h 112"/>
              <a:gd name="T38" fmla="*/ 88 w 176"/>
              <a:gd name="T39" fmla="*/ 0 h 112"/>
              <a:gd name="T40" fmla="*/ 88 w 176"/>
              <a:gd name="T41" fmla="*/ 104 h 112"/>
              <a:gd name="T42" fmla="*/ 8 w 176"/>
              <a:gd name="T43" fmla="*/ 56 h 112"/>
              <a:gd name="T44" fmla="*/ 88 w 176"/>
              <a:gd name="T45" fmla="*/ 8 h 112"/>
              <a:gd name="T46" fmla="*/ 168 w 176"/>
              <a:gd name="T47" fmla="*/ 56 h 112"/>
              <a:gd name="T48" fmla="*/ 88 w 176"/>
              <a:gd name="T49" fmla="*/ 104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76" h="112">
                <a:moveTo>
                  <a:pt x="88" y="44"/>
                </a:moveTo>
                <a:cubicBezTo>
                  <a:pt x="81" y="44"/>
                  <a:pt x="76" y="49"/>
                  <a:pt x="76" y="56"/>
                </a:cubicBezTo>
                <a:cubicBezTo>
                  <a:pt x="76" y="63"/>
                  <a:pt x="81" y="68"/>
                  <a:pt x="88" y="68"/>
                </a:cubicBezTo>
                <a:cubicBezTo>
                  <a:pt x="95" y="68"/>
                  <a:pt x="100" y="63"/>
                  <a:pt x="100" y="56"/>
                </a:cubicBezTo>
                <a:cubicBezTo>
                  <a:pt x="100" y="49"/>
                  <a:pt x="95" y="44"/>
                  <a:pt x="88" y="44"/>
                </a:cubicBezTo>
                <a:moveTo>
                  <a:pt x="88" y="16"/>
                </a:moveTo>
                <a:cubicBezTo>
                  <a:pt x="66" y="16"/>
                  <a:pt x="48" y="34"/>
                  <a:pt x="48" y="56"/>
                </a:cubicBezTo>
                <a:cubicBezTo>
                  <a:pt x="48" y="78"/>
                  <a:pt x="66" y="96"/>
                  <a:pt x="88" y="96"/>
                </a:cubicBezTo>
                <a:cubicBezTo>
                  <a:pt x="110" y="96"/>
                  <a:pt x="128" y="78"/>
                  <a:pt x="128" y="56"/>
                </a:cubicBezTo>
                <a:cubicBezTo>
                  <a:pt x="128" y="34"/>
                  <a:pt x="110" y="16"/>
                  <a:pt x="88" y="16"/>
                </a:cubicBezTo>
                <a:moveTo>
                  <a:pt x="88" y="88"/>
                </a:moveTo>
                <a:cubicBezTo>
                  <a:pt x="70" y="88"/>
                  <a:pt x="56" y="74"/>
                  <a:pt x="56" y="56"/>
                </a:cubicBezTo>
                <a:cubicBezTo>
                  <a:pt x="56" y="38"/>
                  <a:pt x="70" y="24"/>
                  <a:pt x="88" y="24"/>
                </a:cubicBezTo>
                <a:cubicBezTo>
                  <a:pt x="106" y="24"/>
                  <a:pt x="120" y="38"/>
                  <a:pt x="120" y="56"/>
                </a:cubicBezTo>
                <a:cubicBezTo>
                  <a:pt x="120" y="74"/>
                  <a:pt x="106" y="88"/>
                  <a:pt x="88" y="88"/>
                </a:cubicBezTo>
                <a:moveTo>
                  <a:pt x="88" y="0"/>
                </a:moveTo>
                <a:cubicBezTo>
                  <a:pt x="39" y="0"/>
                  <a:pt x="0" y="40"/>
                  <a:pt x="0" y="56"/>
                </a:cubicBezTo>
                <a:cubicBezTo>
                  <a:pt x="0" y="72"/>
                  <a:pt x="39" y="112"/>
                  <a:pt x="88" y="112"/>
                </a:cubicBezTo>
                <a:cubicBezTo>
                  <a:pt x="137" y="112"/>
                  <a:pt x="176" y="72"/>
                  <a:pt x="176" y="56"/>
                </a:cubicBezTo>
                <a:cubicBezTo>
                  <a:pt x="176" y="40"/>
                  <a:pt x="137" y="0"/>
                  <a:pt x="88" y="0"/>
                </a:cubicBezTo>
                <a:moveTo>
                  <a:pt x="88" y="104"/>
                </a:moveTo>
                <a:cubicBezTo>
                  <a:pt x="44" y="104"/>
                  <a:pt x="8" y="70"/>
                  <a:pt x="8" y="56"/>
                </a:cubicBezTo>
                <a:cubicBezTo>
                  <a:pt x="8" y="42"/>
                  <a:pt x="44" y="8"/>
                  <a:pt x="88" y="8"/>
                </a:cubicBezTo>
                <a:cubicBezTo>
                  <a:pt x="132" y="8"/>
                  <a:pt x="168" y="42"/>
                  <a:pt x="168" y="56"/>
                </a:cubicBezTo>
                <a:cubicBezTo>
                  <a:pt x="168" y="70"/>
                  <a:pt x="132" y="104"/>
                  <a:pt x="88" y="104"/>
                </a:cubicBezTo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lt1"/>
              </a:solidFill>
            </a:endParaRPr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80BCA20B-6233-4191-B5F2-2972562F135F}"/>
              </a:ext>
            </a:extLst>
          </p:cNvPr>
          <p:cNvSpPr/>
          <p:nvPr/>
        </p:nvSpPr>
        <p:spPr>
          <a:xfrm rot="5400000">
            <a:off x="4391557" y="4876136"/>
            <a:ext cx="2062480" cy="534731"/>
          </a:xfrm>
          <a:prstGeom prst="triangle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BA43D7F-4115-4087-B2A6-8CC1F9E9D87C}"/>
              </a:ext>
            </a:extLst>
          </p:cNvPr>
          <p:cNvSpPr/>
          <p:nvPr/>
        </p:nvSpPr>
        <p:spPr>
          <a:xfrm>
            <a:off x="1371600" y="1371602"/>
            <a:ext cx="3787200" cy="7543796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16B997-9512-4F99-A567-45DDD2142998}"/>
              </a:ext>
            </a:extLst>
          </p:cNvPr>
          <p:cNvSpPr txBox="1"/>
          <p:nvPr/>
        </p:nvSpPr>
        <p:spPr>
          <a:xfrm flipH="1">
            <a:off x="1681230" y="5131714"/>
            <a:ext cx="31679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Prepare Your Tools</a:t>
            </a:r>
            <a:endParaRPr lang="ru-RU" sz="3200" dirty="0">
              <a:latin typeface="+mj-lt"/>
            </a:endParaRPr>
          </a:p>
        </p:txBody>
      </p:sp>
      <p:sp>
        <p:nvSpPr>
          <p:cNvPr id="41" name="Freeform 107">
            <a:extLst>
              <a:ext uri="{FF2B5EF4-FFF2-40B4-BE49-F238E27FC236}">
                <a16:creationId xmlns:a16="http://schemas.microsoft.com/office/drawing/2014/main" id="{F241CEBA-A933-40DA-A4B8-543D3AA9689D}"/>
              </a:ext>
            </a:extLst>
          </p:cNvPr>
          <p:cNvSpPr>
            <a:spLocks noEditPoints="1"/>
          </p:cNvSpPr>
          <p:nvPr/>
        </p:nvSpPr>
        <p:spPr bwMode="auto">
          <a:xfrm>
            <a:off x="2789672" y="3924300"/>
            <a:ext cx="951056" cy="951056"/>
          </a:xfrm>
          <a:custGeom>
            <a:avLst/>
            <a:gdLst>
              <a:gd name="T0" fmla="*/ 170 w 179"/>
              <a:gd name="T1" fmla="*/ 35 h 176"/>
              <a:gd name="T2" fmla="*/ 166 w 179"/>
              <a:gd name="T3" fmla="*/ 38 h 176"/>
              <a:gd name="T4" fmla="*/ 166 w 179"/>
              <a:gd name="T5" fmla="*/ 38 h 176"/>
              <a:gd name="T6" fmla="*/ 146 w 179"/>
              <a:gd name="T7" fmla="*/ 58 h 176"/>
              <a:gd name="T8" fmla="*/ 146 w 179"/>
              <a:gd name="T9" fmla="*/ 58 h 176"/>
              <a:gd name="T10" fmla="*/ 132 w 179"/>
              <a:gd name="T11" fmla="*/ 64 h 176"/>
              <a:gd name="T12" fmla="*/ 112 w 179"/>
              <a:gd name="T13" fmla="*/ 44 h 176"/>
              <a:gd name="T14" fmla="*/ 118 w 179"/>
              <a:gd name="T15" fmla="*/ 30 h 176"/>
              <a:gd name="T16" fmla="*/ 112 w 179"/>
              <a:gd name="T17" fmla="*/ 24 h 176"/>
              <a:gd name="T18" fmla="*/ 104 w 179"/>
              <a:gd name="T19" fmla="*/ 44 h 176"/>
              <a:gd name="T20" fmla="*/ 132 w 179"/>
              <a:gd name="T21" fmla="*/ 72 h 176"/>
              <a:gd name="T22" fmla="*/ 152 w 179"/>
              <a:gd name="T23" fmla="*/ 64 h 176"/>
              <a:gd name="T24" fmla="*/ 152 w 179"/>
              <a:gd name="T25" fmla="*/ 64 h 176"/>
              <a:gd name="T26" fmla="*/ 167 w 179"/>
              <a:gd name="T27" fmla="*/ 49 h 176"/>
              <a:gd name="T28" fmla="*/ 162 w 179"/>
              <a:gd name="T29" fmla="*/ 77 h 176"/>
              <a:gd name="T30" fmla="*/ 140 w 179"/>
              <a:gd name="T31" fmla="*/ 99 h 176"/>
              <a:gd name="T32" fmla="*/ 129 w 179"/>
              <a:gd name="T33" fmla="*/ 104 h 176"/>
              <a:gd name="T34" fmla="*/ 102 w 179"/>
              <a:gd name="T35" fmla="*/ 95 h 176"/>
              <a:gd name="T36" fmla="*/ 102 w 179"/>
              <a:gd name="T37" fmla="*/ 95 h 176"/>
              <a:gd name="T38" fmla="*/ 100 w 179"/>
              <a:gd name="T39" fmla="*/ 94 h 176"/>
              <a:gd name="T40" fmla="*/ 97 w 179"/>
              <a:gd name="T41" fmla="*/ 96 h 176"/>
              <a:gd name="T42" fmla="*/ 96 w 179"/>
              <a:gd name="T43" fmla="*/ 96 h 176"/>
              <a:gd name="T44" fmla="*/ 35 w 179"/>
              <a:gd name="T45" fmla="*/ 163 h 176"/>
              <a:gd name="T46" fmla="*/ 24 w 179"/>
              <a:gd name="T47" fmla="*/ 168 h 176"/>
              <a:gd name="T48" fmla="*/ 8 w 179"/>
              <a:gd name="T49" fmla="*/ 152 h 176"/>
              <a:gd name="T50" fmla="*/ 13 w 179"/>
              <a:gd name="T51" fmla="*/ 141 h 176"/>
              <a:gd name="T52" fmla="*/ 80 w 179"/>
              <a:gd name="T53" fmla="*/ 80 h 176"/>
              <a:gd name="T54" fmla="*/ 80 w 179"/>
              <a:gd name="T55" fmla="*/ 80 h 176"/>
              <a:gd name="T56" fmla="*/ 82 w 179"/>
              <a:gd name="T57" fmla="*/ 76 h 176"/>
              <a:gd name="T58" fmla="*/ 81 w 179"/>
              <a:gd name="T59" fmla="*/ 74 h 176"/>
              <a:gd name="T60" fmla="*/ 81 w 179"/>
              <a:gd name="T61" fmla="*/ 74 h 176"/>
              <a:gd name="T62" fmla="*/ 79 w 179"/>
              <a:gd name="T63" fmla="*/ 37 h 176"/>
              <a:gd name="T64" fmla="*/ 100 w 179"/>
              <a:gd name="T65" fmla="*/ 15 h 176"/>
              <a:gd name="T66" fmla="*/ 118 w 179"/>
              <a:gd name="T67" fmla="*/ 8 h 176"/>
              <a:gd name="T68" fmla="*/ 118 w 179"/>
              <a:gd name="T69" fmla="*/ 8 h 176"/>
              <a:gd name="T70" fmla="*/ 127 w 179"/>
              <a:gd name="T71" fmla="*/ 9 h 176"/>
              <a:gd name="T72" fmla="*/ 112 w 179"/>
              <a:gd name="T73" fmla="*/ 24 h 176"/>
              <a:gd name="T74" fmla="*/ 118 w 179"/>
              <a:gd name="T75" fmla="*/ 30 h 176"/>
              <a:gd name="T76" fmla="*/ 138 w 179"/>
              <a:gd name="T77" fmla="*/ 10 h 176"/>
              <a:gd name="T78" fmla="*/ 138 w 179"/>
              <a:gd name="T79" fmla="*/ 10 h 176"/>
              <a:gd name="T80" fmla="*/ 141 w 179"/>
              <a:gd name="T81" fmla="*/ 6 h 176"/>
              <a:gd name="T82" fmla="*/ 118 w 179"/>
              <a:gd name="T83" fmla="*/ 0 h 176"/>
              <a:gd name="T84" fmla="*/ 118 w 179"/>
              <a:gd name="T85" fmla="*/ 0 h 176"/>
              <a:gd name="T86" fmla="*/ 95 w 179"/>
              <a:gd name="T87" fmla="*/ 9 h 176"/>
              <a:gd name="T88" fmla="*/ 73 w 179"/>
              <a:gd name="T89" fmla="*/ 31 h 176"/>
              <a:gd name="T90" fmla="*/ 73 w 179"/>
              <a:gd name="T91" fmla="*/ 76 h 176"/>
              <a:gd name="T92" fmla="*/ 7 w 179"/>
              <a:gd name="T93" fmla="*/ 135 h 176"/>
              <a:gd name="T94" fmla="*/ 0 w 179"/>
              <a:gd name="T95" fmla="*/ 152 h 176"/>
              <a:gd name="T96" fmla="*/ 24 w 179"/>
              <a:gd name="T97" fmla="*/ 176 h 176"/>
              <a:gd name="T98" fmla="*/ 41 w 179"/>
              <a:gd name="T99" fmla="*/ 169 h 176"/>
              <a:gd name="T100" fmla="*/ 101 w 179"/>
              <a:gd name="T101" fmla="*/ 103 h 176"/>
              <a:gd name="T102" fmla="*/ 129 w 179"/>
              <a:gd name="T103" fmla="*/ 112 h 176"/>
              <a:gd name="T104" fmla="*/ 146 w 179"/>
              <a:gd name="T105" fmla="*/ 105 h 176"/>
              <a:gd name="T106" fmla="*/ 167 w 179"/>
              <a:gd name="T107" fmla="*/ 83 h 176"/>
              <a:gd name="T108" fmla="*/ 170 w 179"/>
              <a:gd name="T109" fmla="*/ 35 h 176"/>
              <a:gd name="T110" fmla="*/ 21 w 179"/>
              <a:gd name="T111" fmla="*/ 149 h 176"/>
              <a:gd name="T112" fmla="*/ 20 w 179"/>
              <a:gd name="T113" fmla="*/ 152 h 176"/>
              <a:gd name="T114" fmla="*/ 24 w 179"/>
              <a:gd name="T115" fmla="*/ 156 h 176"/>
              <a:gd name="T116" fmla="*/ 28 w 179"/>
              <a:gd name="T117" fmla="*/ 152 h 176"/>
              <a:gd name="T118" fmla="*/ 24 w 179"/>
              <a:gd name="T119" fmla="*/ 148 h 176"/>
              <a:gd name="T120" fmla="*/ 21 w 179"/>
              <a:gd name="T121" fmla="*/ 14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79" h="176">
                <a:moveTo>
                  <a:pt x="170" y="35"/>
                </a:moveTo>
                <a:cubicBezTo>
                  <a:pt x="166" y="38"/>
                  <a:pt x="166" y="38"/>
                  <a:pt x="166" y="38"/>
                </a:cubicBezTo>
                <a:cubicBezTo>
                  <a:pt x="166" y="38"/>
                  <a:pt x="166" y="38"/>
                  <a:pt x="166" y="38"/>
                </a:cubicBezTo>
                <a:cubicBezTo>
                  <a:pt x="146" y="58"/>
                  <a:pt x="146" y="58"/>
                  <a:pt x="146" y="58"/>
                </a:cubicBezTo>
                <a:cubicBezTo>
                  <a:pt x="146" y="58"/>
                  <a:pt x="146" y="58"/>
                  <a:pt x="146" y="58"/>
                </a:cubicBezTo>
                <a:cubicBezTo>
                  <a:pt x="142" y="62"/>
                  <a:pt x="137" y="64"/>
                  <a:pt x="132" y="64"/>
                </a:cubicBezTo>
                <a:cubicBezTo>
                  <a:pt x="121" y="64"/>
                  <a:pt x="112" y="55"/>
                  <a:pt x="112" y="44"/>
                </a:cubicBezTo>
                <a:cubicBezTo>
                  <a:pt x="112" y="38"/>
                  <a:pt x="114" y="34"/>
                  <a:pt x="118" y="30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07" y="29"/>
                  <a:pt x="104" y="36"/>
                  <a:pt x="104" y="44"/>
                </a:cubicBezTo>
                <a:cubicBezTo>
                  <a:pt x="104" y="59"/>
                  <a:pt x="117" y="72"/>
                  <a:pt x="132" y="72"/>
                </a:cubicBezTo>
                <a:cubicBezTo>
                  <a:pt x="140" y="72"/>
                  <a:pt x="147" y="69"/>
                  <a:pt x="152" y="64"/>
                </a:cubicBezTo>
                <a:cubicBezTo>
                  <a:pt x="152" y="64"/>
                  <a:pt x="152" y="64"/>
                  <a:pt x="152" y="64"/>
                </a:cubicBezTo>
                <a:cubicBezTo>
                  <a:pt x="167" y="49"/>
                  <a:pt x="167" y="49"/>
                  <a:pt x="167" y="49"/>
                </a:cubicBezTo>
                <a:cubicBezTo>
                  <a:pt x="170" y="60"/>
                  <a:pt x="168" y="71"/>
                  <a:pt x="162" y="77"/>
                </a:cubicBezTo>
                <a:cubicBezTo>
                  <a:pt x="140" y="99"/>
                  <a:pt x="140" y="99"/>
                  <a:pt x="140" y="99"/>
                </a:cubicBezTo>
                <a:cubicBezTo>
                  <a:pt x="137" y="102"/>
                  <a:pt x="133" y="104"/>
                  <a:pt x="129" y="104"/>
                </a:cubicBezTo>
                <a:cubicBezTo>
                  <a:pt x="129" y="104"/>
                  <a:pt x="115" y="103"/>
                  <a:pt x="102" y="95"/>
                </a:cubicBezTo>
                <a:cubicBezTo>
                  <a:pt x="102" y="95"/>
                  <a:pt x="102" y="95"/>
                  <a:pt x="102" y="95"/>
                </a:cubicBezTo>
                <a:cubicBezTo>
                  <a:pt x="101" y="94"/>
                  <a:pt x="101" y="94"/>
                  <a:pt x="100" y="94"/>
                </a:cubicBezTo>
                <a:cubicBezTo>
                  <a:pt x="98" y="94"/>
                  <a:pt x="97" y="95"/>
                  <a:pt x="97" y="96"/>
                </a:cubicBezTo>
                <a:cubicBezTo>
                  <a:pt x="96" y="96"/>
                  <a:pt x="96" y="96"/>
                  <a:pt x="96" y="96"/>
                </a:cubicBezTo>
                <a:cubicBezTo>
                  <a:pt x="35" y="163"/>
                  <a:pt x="35" y="163"/>
                  <a:pt x="35" y="163"/>
                </a:cubicBezTo>
                <a:cubicBezTo>
                  <a:pt x="32" y="166"/>
                  <a:pt x="28" y="168"/>
                  <a:pt x="24" y="168"/>
                </a:cubicBezTo>
                <a:cubicBezTo>
                  <a:pt x="15" y="168"/>
                  <a:pt x="8" y="161"/>
                  <a:pt x="8" y="152"/>
                </a:cubicBezTo>
                <a:cubicBezTo>
                  <a:pt x="8" y="148"/>
                  <a:pt x="10" y="144"/>
                  <a:pt x="13" y="141"/>
                </a:cubicBezTo>
                <a:cubicBezTo>
                  <a:pt x="80" y="80"/>
                  <a:pt x="80" y="80"/>
                  <a:pt x="80" y="80"/>
                </a:cubicBezTo>
                <a:cubicBezTo>
                  <a:pt x="80" y="80"/>
                  <a:pt x="80" y="80"/>
                  <a:pt x="80" y="80"/>
                </a:cubicBezTo>
                <a:cubicBezTo>
                  <a:pt x="81" y="79"/>
                  <a:pt x="82" y="78"/>
                  <a:pt x="82" y="76"/>
                </a:cubicBezTo>
                <a:cubicBezTo>
                  <a:pt x="82" y="76"/>
                  <a:pt x="81" y="75"/>
                  <a:pt x="81" y="74"/>
                </a:cubicBezTo>
                <a:cubicBezTo>
                  <a:pt x="81" y="74"/>
                  <a:pt x="81" y="74"/>
                  <a:pt x="81" y="74"/>
                </a:cubicBezTo>
                <a:cubicBezTo>
                  <a:pt x="69" y="59"/>
                  <a:pt x="69" y="47"/>
                  <a:pt x="79" y="37"/>
                </a:cubicBezTo>
                <a:cubicBezTo>
                  <a:pt x="100" y="15"/>
                  <a:pt x="100" y="15"/>
                  <a:pt x="100" y="15"/>
                </a:cubicBezTo>
                <a:cubicBezTo>
                  <a:pt x="106" y="9"/>
                  <a:pt x="113" y="8"/>
                  <a:pt x="118" y="8"/>
                </a:cubicBezTo>
                <a:cubicBezTo>
                  <a:pt x="118" y="8"/>
                  <a:pt x="118" y="8"/>
                  <a:pt x="118" y="8"/>
                </a:cubicBezTo>
                <a:cubicBezTo>
                  <a:pt x="121" y="8"/>
                  <a:pt x="124" y="8"/>
                  <a:pt x="127" y="9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18" y="30"/>
                  <a:pt x="118" y="30"/>
                  <a:pt x="118" y="3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41" y="6"/>
                  <a:pt x="141" y="6"/>
                  <a:pt x="141" y="6"/>
                </a:cubicBezTo>
                <a:cubicBezTo>
                  <a:pt x="133" y="2"/>
                  <a:pt x="125" y="0"/>
                  <a:pt x="118" y="0"/>
                </a:cubicBezTo>
                <a:cubicBezTo>
                  <a:pt x="118" y="0"/>
                  <a:pt x="118" y="0"/>
                  <a:pt x="118" y="0"/>
                </a:cubicBezTo>
                <a:cubicBezTo>
                  <a:pt x="109" y="0"/>
                  <a:pt x="101" y="3"/>
                  <a:pt x="95" y="9"/>
                </a:cubicBezTo>
                <a:cubicBezTo>
                  <a:pt x="73" y="31"/>
                  <a:pt x="73" y="31"/>
                  <a:pt x="73" y="31"/>
                </a:cubicBezTo>
                <a:cubicBezTo>
                  <a:pt x="59" y="46"/>
                  <a:pt x="63" y="62"/>
                  <a:pt x="73" y="76"/>
                </a:cubicBezTo>
                <a:cubicBezTo>
                  <a:pt x="7" y="135"/>
                  <a:pt x="7" y="135"/>
                  <a:pt x="7" y="135"/>
                </a:cubicBezTo>
                <a:cubicBezTo>
                  <a:pt x="3" y="139"/>
                  <a:pt x="0" y="145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cubicBezTo>
                  <a:pt x="31" y="176"/>
                  <a:pt x="37" y="173"/>
                  <a:pt x="41" y="169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14" y="111"/>
                  <a:pt x="127" y="112"/>
                  <a:pt x="129" y="112"/>
                </a:cubicBezTo>
                <a:cubicBezTo>
                  <a:pt x="135" y="112"/>
                  <a:pt x="141" y="110"/>
                  <a:pt x="146" y="105"/>
                </a:cubicBezTo>
                <a:cubicBezTo>
                  <a:pt x="167" y="83"/>
                  <a:pt x="167" y="83"/>
                  <a:pt x="167" y="83"/>
                </a:cubicBezTo>
                <a:cubicBezTo>
                  <a:pt x="178" y="72"/>
                  <a:pt x="179" y="52"/>
                  <a:pt x="170" y="35"/>
                </a:cubicBezTo>
                <a:moveTo>
                  <a:pt x="21" y="149"/>
                </a:moveTo>
                <a:cubicBezTo>
                  <a:pt x="20" y="150"/>
                  <a:pt x="20" y="151"/>
                  <a:pt x="20" y="152"/>
                </a:cubicBezTo>
                <a:cubicBezTo>
                  <a:pt x="20" y="154"/>
                  <a:pt x="22" y="156"/>
                  <a:pt x="24" y="156"/>
                </a:cubicBezTo>
                <a:cubicBezTo>
                  <a:pt x="26" y="156"/>
                  <a:pt x="28" y="154"/>
                  <a:pt x="28" y="152"/>
                </a:cubicBezTo>
                <a:cubicBezTo>
                  <a:pt x="28" y="150"/>
                  <a:pt x="26" y="148"/>
                  <a:pt x="24" y="148"/>
                </a:cubicBezTo>
                <a:cubicBezTo>
                  <a:pt x="23" y="148"/>
                  <a:pt x="22" y="148"/>
                  <a:pt x="21" y="149"/>
                </a:cubicBezTo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lt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3C0461-E850-4511-8ABD-8B087DAEFD13}"/>
              </a:ext>
            </a:extLst>
          </p:cNvPr>
          <p:cNvSpPr/>
          <p:nvPr/>
        </p:nvSpPr>
        <p:spPr>
          <a:xfrm>
            <a:off x="3359603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9BA5EC-EF1B-4988-8203-853384CF9244}"/>
              </a:ext>
            </a:extLst>
          </p:cNvPr>
          <p:cNvSpPr/>
          <p:nvPr/>
        </p:nvSpPr>
        <p:spPr>
          <a:xfrm>
            <a:off x="5319032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263B1D-4B45-4592-B0A3-C10C67EB9C33}"/>
              </a:ext>
            </a:extLst>
          </p:cNvPr>
          <p:cNvSpPr/>
          <p:nvPr/>
        </p:nvSpPr>
        <p:spPr>
          <a:xfrm>
            <a:off x="7278461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0793F8-57C5-4338-B1CA-25D459214E10}"/>
              </a:ext>
            </a:extLst>
          </p:cNvPr>
          <p:cNvSpPr/>
          <p:nvPr/>
        </p:nvSpPr>
        <p:spPr>
          <a:xfrm>
            <a:off x="9237890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266BBC-DDDD-4E6F-92A1-EE6602420779}"/>
              </a:ext>
            </a:extLst>
          </p:cNvPr>
          <p:cNvSpPr/>
          <p:nvPr/>
        </p:nvSpPr>
        <p:spPr>
          <a:xfrm>
            <a:off x="11197319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F6BCA0-84E5-4EAC-8900-93039D375BD2}"/>
              </a:ext>
            </a:extLst>
          </p:cNvPr>
          <p:cNvSpPr/>
          <p:nvPr/>
        </p:nvSpPr>
        <p:spPr>
          <a:xfrm>
            <a:off x="13156748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6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EFCAC90-44AE-453E-A442-016ADC4C645B}"/>
              </a:ext>
            </a:extLst>
          </p:cNvPr>
          <p:cNvSpPr/>
          <p:nvPr/>
        </p:nvSpPr>
        <p:spPr>
          <a:xfrm>
            <a:off x="6597000" y="1371600"/>
            <a:ext cx="5094000" cy="7543800"/>
          </a:xfrm>
          <a:prstGeom prst="roundRect">
            <a:avLst>
              <a:gd name="adj" fmla="val 3638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E7D37BF-AE05-49BF-B972-A58B82962CEE}"/>
              </a:ext>
            </a:extLst>
          </p:cNvPr>
          <p:cNvSpPr/>
          <p:nvPr/>
        </p:nvSpPr>
        <p:spPr>
          <a:xfrm>
            <a:off x="11822400" y="1371600"/>
            <a:ext cx="5094000" cy="7543800"/>
          </a:xfrm>
          <a:prstGeom prst="roundRect">
            <a:avLst>
              <a:gd name="adj" fmla="val 3638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8164DE1-EC59-4355-BE7D-604D70999526}"/>
              </a:ext>
            </a:extLst>
          </p:cNvPr>
          <p:cNvSpPr/>
          <p:nvPr/>
        </p:nvSpPr>
        <p:spPr>
          <a:xfrm>
            <a:off x="1371600" y="1371600"/>
            <a:ext cx="5094000" cy="7543800"/>
          </a:xfrm>
          <a:prstGeom prst="roundRect">
            <a:avLst>
              <a:gd name="adj" fmla="val 3638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6E813-4C28-4620-9A36-18B9EB122263}"/>
              </a:ext>
            </a:extLst>
          </p:cNvPr>
          <p:cNvSpPr txBox="1"/>
          <p:nvPr/>
        </p:nvSpPr>
        <p:spPr>
          <a:xfrm flipH="1">
            <a:off x="1826829" y="417244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Design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1EF00C-52F4-4A72-BEDF-227C9117F4B3}"/>
              </a:ext>
            </a:extLst>
          </p:cNvPr>
          <p:cNvSpPr txBox="1"/>
          <p:nvPr/>
        </p:nvSpPr>
        <p:spPr>
          <a:xfrm flipH="1">
            <a:off x="2038173" y="4914230"/>
            <a:ext cx="37608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</a:p>
          <a:p>
            <a:pPr algn="ctr"/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C2E1797-D80F-4672-B5AA-81A7A262E48C}"/>
              </a:ext>
            </a:extLst>
          </p:cNvPr>
          <p:cNvSpPr/>
          <p:nvPr/>
        </p:nvSpPr>
        <p:spPr>
          <a:xfrm>
            <a:off x="3277901" y="2082989"/>
            <a:ext cx="1281398" cy="128139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+mj-lt"/>
              </a:rPr>
              <a:t>01</a:t>
            </a:r>
            <a:endParaRPr lang="ru-RU" sz="4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09F4237-0866-4078-BACD-0DCA74A8042B}"/>
              </a:ext>
            </a:extLst>
          </p:cNvPr>
          <p:cNvSpPr/>
          <p:nvPr/>
        </p:nvSpPr>
        <p:spPr>
          <a:xfrm>
            <a:off x="8503301" y="2082989"/>
            <a:ext cx="1281398" cy="128139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+mj-lt"/>
              </a:rPr>
              <a:t>02</a:t>
            </a:r>
            <a:endParaRPr lang="ru-RU" sz="4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BA8FE8B-7FC3-4C18-88A3-51A8784E82DB}"/>
              </a:ext>
            </a:extLst>
          </p:cNvPr>
          <p:cNvSpPr/>
          <p:nvPr/>
        </p:nvSpPr>
        <p:spPr>
          <a:xfrm>
            <a:off x="13728701" y="2082989"/>
            <a:ext cx="1281398" cy="128139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tx1"/>
                </a:solidFill>
                <a:latin typeface="+mj-lt"/>
              </a:rPr>
              <a:t>03</a:t>
            </a:r>
            <a:endParaRPr lang="ru-RU" sz="4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A0595E-9638-418A-ABF6-4196D59777E8}"/>
              </a:ext>
            </a:extLst>
          </p:cNvPr>
          <p:cNvSpPr txBox="1"/>
          <p:nvPr/>
        </p:nvSpPr>
        <p:spPr>
          <a:xfrm flipH="1">
            <a:off x="7052229" y="417244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Produce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9A3EF0-408D-475E-9F44-3E051E167C87}"/>
              </a:ext>
            </a:extLst>
          </p:cNvPr>
          <p:cNvSpPr txBox="1"/>
          <p:nvPr/>
        </p:nvSpPr>
        <p:spPr>
          <a:xfrm flipH="1">
            <a:off x="7263573" y="4914230"/>
            <a:ext cx="37608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Lorem ipsum dolor</a:t>
            </a:r>
          </a:p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518990-8D53-49F9-AD2F-055718957548}"/>
              </a:ext>
            </a:extLst>
          </p:cNvPr>
          <p:cNvSpPr txBox="1"/>
          <p:nvPr/>
        </p:nvSpPr>
        <p:spPr>
          <a:xfrm flipH="1">
            <a:off x="12277629" y="417244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Deliver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90B106-0E02-4E9B-9D5A-A67EA303A592}"/>
              </a:ext>
            </a:extLst>
          </p:cNvPr>
          <p:cNvSpPr txBox="1"/>
          <p:nvPr/>
        </p:nvSpPr>
        <p:spPr>
          <a:xfrm flipH="1">
            <a:off x="12488973" y="4914230"/>
            <a:ext cx="37608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Lorem ipsum dolor sit </a:t>
            </a:r>
          </a:p>
          <a:p>
            <a:pPr algn="ctr"/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ADB0DF7-86FB-4AB4-A470-99ADE5C1EB55}"/>
              </a:ext>
            </a:extLst>
          </p:cNvPr>
          <p:cNvSpPr/>
          <p:nvPr/>
        </p:nvSpPr>
        <p:spPr>
          <a:xfrm>
            <a:off x="61274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799ED420-4ABC-4F5C-B40C-0AC0C1CC3FB5}"/>
              </a:ext>
            </a:extLst>
          </p:cNvPr>
          <p:cNvSpPr/>
          <p:nvPr/>
        </p:nvSpPr>
        <p:spPr>
          <a:xfrm>
            <a:off x="113528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641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EFCAC90-44AE-453E-A442-016ADC4C645B}"/>
              </a:ext>
            </a:extLst>
          </p:cNvPr>
          <p:cNvSpPr/>
          <p:nvPr/>
        </p:nvSpPr>
        <p:spPr>
          <a:xfrm>
            <a:off x="6597000" y="1371600"/>
            <a:ext cx="5094000" cy="75438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E7D37BF-AE05-49BF-B972-A58B82962CEE}"/>
              </a:ext>
            </a:extLst>
          </p:cNvPr>
          <p:cNvSpPr/>
          <p:nvPr/>
        </p:nvSpPr>
        <p:spPr>
          <a:xfrm>
            <a:off x="11822400" y="1371600"/>
            <a:ext cx="5094000" cy="75438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8164DE1-EC59-4355-BE7D-604D70999526}"/>
              </a:ext>
            </a:extLst>
          </p:cNvPr>
          <p:cNvSpPr/>
          <p:nvPr/>
        </p:nvSpPr>
        <p:spPr>
          <a:xfrm>
            <a:off x="1371600" y="1371600"/>
            <a:ext cx="5094000" cy="75438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6E813-4C28-4620-9A36-18B9EB122263}"/>
              </a:ext>
            </a:extLst>
          </p:cNvPr>
          <p:cNvSpPr txBox="1"/>
          <p:nvPr/>
        </p:nvSpPr>
        <p:spPr>
          <a:xfrm flipH="1">
            <a:off x="1826829" y="417244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Design</a:t>
            </a:r>
            <a:endParaRPr lang="ru-RU" sz="36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1EF00C-52F4-4A72-BEDF-227C9117F4B3}"/>
              </a:ext>
            </a:extLst>
          </p:cNvPr>
          <p:cNvSpPr txBox="1"/>
          <p:nvPr/>
        </p:nvSpPr>
        <p:spPr>
          <a:xfrm flipH="1">
            <a:off x="2038173" y="4914230"/>
            <a:ext cx="37608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pPr algn="ctr"/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C2E1797-D80F-4672-B5AA-81A7A262E48C}"/>
              </a:ext>
            </a:extLst>
          </p:cNvPr>
          <p:cNvSpPr/>
          <p:nvPr/>
        </p:nvSpPr>
        <p:spPr>
          <a:xfrm>
            <a:off x="3277901" y="2082989"/>
            <a:ext cx="1281398" cy="1281398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+mj-lt"/>
              </a:rPr>
              <a:t>01</a:t>
            </a:r>
            <a:endParaRPr lang="ru-RU" sz="4000" dirty="0">
              <a:latin typeface="+mj-lt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09F4237-0866-4078-BACD-0DCA74A8042B}"/>
              </a:ext>
            </a:extLst>
          </p:cNvPr>
          <p:cNvSpPr/>
          <p:nvPr/>
        </p:nvSpPr>
        <p:spPr>
          <a:xfrm>
            <a:off x="8503301" y="2082989"/>
            <a:ext cx="1281398" cy="1281398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+mj-lt"/>
              </a:rPr>
              <a:t>02</a:t>
            </a:r>
            <a:endParaRPr lang="ru-RU" sz="4000" dirty="0">
              <a:latin typeface="+mj-lt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BA8FE8B-7FC3-4C18-88A3-51A8784E82DB}"/>
              </a:ext>
            </a:extLst>
          </p:cNvPr>
          <p:cNvSpPr/>
          <p:nvPr/>
        </p:nvSpPr>
        <p:spPr>
          <a:xfrm>
            <a:off x="13728701" y="2082989"/>
            <a:ext cx="1281398" cy="1281398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latin typeface="+mj-lt"/>
              </a:rPr>
              <a:t>03</a:t>
            </a:r>
            <a:endParaRPr lang="ru-RU" sz="4000" dirty="0">
              <a:latin typeface="+mj-lt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A0595E-9638-418A-ABF6-4196D59777E8}"/>
              </a:ext>
            </a:extLst>
          </p:cNvPr>
          <p:cNvSpPr txBox="1"/>
          <p:nvPr/>
        </p:nvSpPr>
        <p:spPr>
          <a:xfrm flipH="1">
            <a:off x="7052229" y="417244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Produce</a:t>
            </a:r>
            <a:endParaRPr lang="ru-RU" sz="3600" dirty="0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9A3EF0-408D-475E-9F44-3E051E167C87}"/>
              </a:ext>
            </a:extLst>
          </p:cNvPr>
          <p:cNvSpPr txBox="1"/>
          <p:nvPr/>
        </p:nvSpPr>
        <p:spPr>
          <a:xfrm flipH="1">
            <a:off x="7263573" y="4914230"/>
            <a:ext cx="37608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Lorem ipsum dolor</a:t>
            </a:r>
          </a:p>
          <a:p>
            <a:pPr algn="ctr"/>
            <a:r>
              <a:rPr lang="en-US" sz="2400" dirty="0">
                <a:solidFill>
                  <a:schemeClr val="tx2"/>
                </a:solidFill>
              </a:rPr>
              <a:t>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518990-8D53-49F9-AD2F-055718957548}"/>
              </a:ext>
            </a:extLst>
          </p:cNvPr>
          <p:cNvSpPr txBox="1"/>
          <p:nvPr/>
        </p:nvSpPr>
        <p:spPr>
          <a:xfrm flipH="1">
            <a:off x="12277629" y="417244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Deliver</a:t>
            </a:r>
            <a:endParaRPr lang="ru-RU" sz="3600" dirty="0"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90B106-0E02-4E9B-9D5A-A67EA303A592}"/>
              </a:ext>
            </a:extLst>
          </p:cNvPr>
          <p:cNvSpPr txBox="1"/>
          <p:nvPr/>
        </p:nvSpPr>
        <p:spPr>
          <a:xfrm flipH="1">
            <a:off x="12488973" y="4914230"/>
            <a:ext cx="37608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Lorem ipsum dolor sit </a:t>
            </a:r>
          </a:p>
          <a:p>
            <a:pPr algn="ctr"/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ADB0DF7-86FB-4AB4-A470-99ADE5C1EB55}"/>
              </a:ext>
            </a:extLst>
          </p:cNvPr>
          <p:cNvSpPr/>
          <p:nvPr/>
        </p:nvSpPr>
        <p:spPr>
          <a:xfrm>
            <a:off x="61274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799ED420-4ABC-4F5C-B40C-0AC0C1CC3FB5}"/>
              </a:ext>
            </a:extLst>
          </p:cNvPr>
          <p:cNvSpPr/>
          <p:nvPr/>
        </p:nvSpPr>
        <p:spPr>
          <a:xfrm>
            <a:off x="113528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132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AAA9064D-A87E-4382-AC35-798CBB147A93}"/>
              </a:ext>
            </a:extLst>
          </p:cNvPr>
          <p:cNvSpPr/>
          <p:nvPr/>
        </p:nvSpPr>
        <p:spPr>
          <a:xfrm>
            <a:off x="13129200" y="1371602"/>
            <a:ext cx="3787200" cy="7543796"/>
          </a:xfrm>
          <a:prstGeom prst="roundRect">
            <a:avLst>
              <a:gd name="adj" fmla="val 4786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8D562FC7-E027-4A18-92AB-42440AB9DAEB}"/>
              </a:ext>
            </a:extLst>
          </p:cNvPr>
          <p:cNvSpPr/>
          <p:nvPr/>
        </p:nvSpPr>
        <p:spPr>
          <a:xfrm>
            <a:off x="5290800" y="1371602"/>
            <a:ext cx="3787200" cy="7543796"/>
          </a:xfrm>
          <a:prstGeom prst="roundRect">
            <a:avLst>
              <a:gd name="adj" fmla="val 4786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D4039C87-51CF-416C-BAE8-543B01A832F8}"/>
              </a:ext>
            </a:extLst>
          </p:cNvPr>
          <p:cNvSpPr/>
          <p:nvPr/>
        </p:nvSpPr>
        <p:spPr>
          <a:xfrm>
            <a:off x="9210000" y="1371602"/>
            <a:ext cx="3787200" cy="7543796"/>
          </a:xfrm>
          <a:prstGeom prst="roundRect">
            <a:avLst>
              <a:gd name="adj" fmla="val 4786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632C780-CE72-4649-ADC8-C52AEEDF9962}"/>
              </a:ext>
            </a:extLst>
          </p:cNvPr>
          <p:cNvSpPr/>
          <p:nvPr/>
        </p:nvSpPr>
        <p:spPr>
          <a:xfrm>
            <a:off x="1371600" y="1371602"/>
            <a:ext cx="3787200" cy="7543796"/>
          </a:xfrm>
          <a:prstGeom prst="roundRect">
            <a:avLst>
              <a:gd name="adj" fmla="val 4786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DC3924-1A33-41BE-A219-4A941C37DCB5}"/>
              </a:ext>
            </a:extLst>
          </p:cNvPr>
          <p:cNvSpPr/>
          <p:nvPr/>
        </p:nvSpPr>
        <p:spPr>
          <a:xfrm>
            <a:off x="2624501" y="2082989"/>
            <a:ext cx="1281398" cy="128139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tx1"/>
                </a:solidFill>
                <a:latin typeface="+mj-lt"/>
              </a:rPr>
              <a:t>01</a:t>
            </a:r>
            <a:endParaRPr lang="ru-RU" sz="4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8B5FA21-56D3-4FD3-A6A4-18967328F7EE}"/>
              </a:ext>
            </a:extLst>
          </p:cNvPr>
          <p:cNvSpPr/>
          <p:nvPr/>
        </p:nvSpPr>
        <p:spPr>
          <a:xfrm>
            <a:off x="6543701" y="2082989"/>
            <a:ext cx="1281398" cy="128139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tx1"/>
                </a:solidFill>
                <a:latin typeface="+mj-lt"/>
              </a:rPr>
              <a:t>02</a:t>
            </a:r>
            <a:endParaRPr lang="ru-RU" sz="4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87DB0D7-3BCF-418B-A9E2-9441A3BE5958}"/>
              </a:ext>
            </a:extLst>
          </p:cNvPr>
          <p:cNvSpPr/>
          <p:nvPr/>
        </p:nvSpPr>
        <p:spPr>
          <a:xfrm>
            <a:off x="10462901" y="2082989"/>
            <a:ext cx="1281398" cy="128139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tx1"/>
                </a:solidFill>
                <a:latin typeface="+mj-lt"/>
              </a:rPr>
              <a:t>03</a:t>
            </a:r>
            <a:endParaRPr lang="ru-RU" sz="4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F5A744B-023A-4237-AFB0-82AB86F6FA6A}"/>
              </a:ext>
            </a:extLst>
          </p:cNvPr>
          <p:cNvSpPr/>
          <p:nvPr/>
        </p:nvSpPr>
        <p:spPr>
          <a:xfrm>
            <a:off x="14382101" y="2082989"/>
            <a:ext cx="1281398" cy="128139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tx1"/>
                </a:solidFill>
                <a:latin typeface="+mj-lt"/>
              </a:rPr>
              <a:t>04</a:t>
            </a:r>
            <a:endParaRPr lang="ru-RU" sz="4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E0E13D-04D8-4CEE-82B3-A4D23D4435BE}"/>
              </a:ext>
            </a:extLst>
          </p:cNvPr>
          <p:cNvSpPr txBox="1"/>
          <p:nvPr/>
        </p:nvSpPr>
        <p:spPr>
          <a:xfrm flipH="1">
            <a:off x="1792773" y="4172441"/>
            <a:ext cx="294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Design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DE8C0B-0698-489F-99B4-04D2782F975F}"/>
              </a:ext>
            </a:extLst>
          </p:cNvPr>
          <p:cNvSpPr txBox="1"/>
          <p:nvPr/>
        </p:nvSpPr>
        <p:spPr>
          <a:xfrm flipH="1">
            <a:off x="1934371" y="5019773"/>
            <a:ext cx="26616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trewno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tur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1919A6-1878-49F4-A723-965E2EEDD437}"/>
              </a:ext>
            </a:extLst>
          </p:cNvPr>
          <p:cNvSpPr txBox="1"/>
          <p:nvPr/>
        </p:nvSpPr>
        <p:spPr>
          <a:xfrm flipH="1">
            <a:off x="5711973" y="4172441"/>
            <a:ext cx="294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Produce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260AF3-F7E7-4EC8-8C9F-30E6FD942DBE}"/>
              </a:ext>
            </a:extLst>
          </p:cNvPr>
          <p:cNvSpPr txBox="1"/>
          <p:nvPr/>
        </p:nvSpPr>
        <p:spPr>
          <a:xfrm flipH="1">
            <a:off x="5853571" y="5019773"/>
            <a:ext cx="26616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trewno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tur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0E748F-B597-4271-BD49-087B53C83F98}"/>
              </a:ext>
            </a:extLst>
          </p:cNvPr>
          <p:cNvSpPr txBox="1"/>
          <p:nvPr/>
        </p:nvSpPr>
        <p:spPr>
          <a:xfrm flipH="1">
            <a:off x="9631173" y="4172441"/>
            <a:ext cx="294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Deliver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BEE729-1107-438E-BA2C-45F7355F99CB}"/>
              </a:ext>
            </a:extLst>
          </p:cNvPr>
          <p:cNvSpPr txBox="1"/>
          <p:nvPr/>
        </p:nvSpPr>
        <p:spPr>
          <a:xfrm flipH="1">
            <a:off x="9772771" y="5019773"/>
            <a:ext cx="26616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trewno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tur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BFF193-988F-49B6-A939-29C03CB3E86C}"/>
              </a:ext>
            </a:extLst>
          </p:cNvPr>
          <p:cNvSpPr txBox="1"/>
          <p:nvPr/>
        </p:nvSpPr>
        <p:spPr>
          <a:xfrm flipH="1">
            <a:off x="13550373" y="4172441"/>
            <a:ext cx="294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Support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619AA5-940D-4FA9-A6E8-E156C13C7A1D}"/>
              </a:ext>
            </a:extLst>
          </p:cNvPr>
          <p:cNvSpPr txBox="1"/>
          <p:nvPr/>
        </p:nvSpPr>
        <p:spPr>
          <a:xfrm flipH="1">
            <a:off x="13691971" y="5019773"/>
            <a:ext cx="26616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trewno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tur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DA29B581-0854-4B04-AE71-0BF297741CB2}"/>
              </a:ext>
            </a:extLst>
          </p:cNvPr>
          <p:cNvSpPr/>
          <p:nvPr/>
        </p:nvSpPr>
        <p:spPr>
          <a:xfrm>
            <a:off x="48209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879157C9-C49B-4879-98DE-AF3EC7BD7064}"/>
              </a:ext>
            </a:extLst>
          </p:cNvPr>
          <p:cNvSpPr/>
          <p:nvPr/>
        </p:nvSpPr>
        <p:spPr>
          <a:xfrm>
            <a:off x="87401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DD850982-48E6-4528-BE4A-183F2AD1AC1F}"/>
              </a:ext>
            </a:extLst>
          </p:cNvPr>
          <p:cNvSpPr/>
          <p:nvPr/>
        </p:nvSpPr>
        <p:spPr>
          <a:xfrm>
            <a:off x="126593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13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AAA9064D-A87E-4382-AC35-798CBB147A93}"/>
              </a:ext>
            </a:extLst>
          </p:cNvPr>
          <p:cNvSpPr/>
          <p:nvPr/>
        </p:nvSpPr>
        <p:spPr>
          <a:xfrm>
            <a:off x="13129200" y="1371602"/>
            <a:ext cx="3787200" cy="7543796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8D562FC7-E027-4A18-92AB-42440AB9DAEB}"/>
              </a:ext>
            </a:extLst>
          </p:cNvPr>
          <p:cNvSpPr/>
          <p:nvPr/>
        </p:nvSpPr>
        <p:spPr>
          <a:xfrm>
            <a:off x="5290800" y="1371602"/>
            <a:ext cx="3787200" cy="7543796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D4039C87-51CF-416C-BAE8-543B01A832F8}"/>
              </a:ext>
            </a:extLst>
          </p:cNvPr>
          <p:cNvSpPr/>
          <p:nvPr/>
        </p:nvSpPr>
        <p:spPr>
          <a:xfrm>
            <a:off x="9210000" y="1371602"/>
            <a:ext cx="3787200" cy="7543796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632C780-CE72-4649-ADC8-C52AEEDF9962}"/>
              </a:ext>
            </a:extLst>
          </p:cNvPr>
          <p:cNvSpPr/>
          <p:nvPr/>
        </p:nvSpPr>
        <p:spPr>
          <a:xfrm>
            <a:off x="1371600" y="1371602"/>
            <a:ext cx="3787200" cy="7543796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DC3924-1A33-41BE-A219-4A941C37DCB5}"/>
              </a:ext>
            </a:extLst>
          </p:cNvPr>
          <p:cNvSpPr/>
          <p:nvPr/>
        </p:nvSpPr>
        <p:spPr>
          <a:xfrm>
            <a:off x="2624501" y="2082989"/>
            <a:ext cx="1281398" cy="1281398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latin typeface="+mj-lt"/>
              </a:rPr>
              <a:t>01</a:t>
            </a:r>
            <a:endParaRPr lang="ru-RU" sz="4000" dirty="0">
              <a:latin typeface="+mj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8B5FA21-56D3-4FD3-A6A4-18967328F7EE}"/>
              </a:ext>
            </a:extLst>
          </p:cNvPr>
          <p:cNvSpPr/>
          <p:nvPr/>
        </p:nvSpPr>
        <p:spPr>
          <a:xfrm>
            <a:off x="6543701" y="2082989"/>
            <a:ext cx="1281398" cy="1281398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latin typeface="+mj-lt"/>
              </a:rPr>
              <a:t>02</a:t>
            </a:r>
            <a:endParaRPr lang="ru-RU" sz="4000" dirty="0">
              <a:latin typeface="+mj-lt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87DB0D7-3BCF-418B-A9E2-9441A3BE5958}"/>
              </a:ext>
            </a:extLst>
          </p:cNvPr>
          <p:cNvSpPr/>
          <p:nvPr/>
        </p:nvSpPr>
        <p:spPr>
          <a:xfrm>
            <a:off x="10462901" y="2082989"/>
            <a:ext cx="1281398" cy="1281398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latin typeface="+mj-lt"/>
              </a:rPr>
              <a:t>03</a:t>
            </a:r>
            <a:endParaRPr lang="ru-RU" sz="4000" dirty="0">
              <a:latin typeface="+mj-lt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F5A744B-023A-4237-AFB0-82AB86F6FA6A}"/>
              </a:ext>
            </a:extLst>
          </p:cNvPr>
          <p:cNvSpPr/>
          <p:nvPr/>
        </p:nvSpPr>
        <p:spPr>
          <a:xfrm>
            <a:off x="14382101" y="2082989"/>
            <a:ext cx="1281398" cy="1281398"/>
          </a:xfrm>
          <a:prstGeom prst="ellipse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latin typeface="+mj-lt"/>
              </a:rPr>
              <a:t>04</a:t>
            </a:r>
            <a:endParaRPr lang="ru-RU" sz="40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E0E13D-04D8-4CEE-82B3-A4D23D4435BE}"/>
              </a:ext>
            </a:extLst>
          </p:cNvPr>
          <p:cNvSpPr txBox="1"/>
          <p:nvPr/>
        </p:nvSpPr>
        <p:spPr>
          <a:xfrm flipH="1">
            <a:off x="1792773" y="4172441"/>
            <a:ext cx="294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Design</a:t>
            </a:r>
            <a:endParaRPr lang="ru-RU" sz="3600" dirty="0"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DE8C0B-0698-489F-99B4-04D2782F975F}"/>
              </a:ext>
            </a:extLst>
          </p:cNvPr>
          <p:cNvSpPr txBox="1"/>
          <p:nvPr/>
        </p:nvSpPr>
        <p:spPr>
          <a:xfrm flipH="1">
            <a:off x="1934371" y="5019773"/>
            <a:ext cx="26616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trewno</a:t>
            </a:r>
            <a:r>
              <a:rPr lang="en-US" sz="2400" dirty="0">
                <a:solidFill>
                  <a:schemeClr val="tx2"/>
                </a:solidFill>
              </a:rPr>
              <a:t> tur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1919A6-1878-49F4-A723-965E2EEDD437}"/>
              </a:ext>
            </a:extLst>
          </p:cNvPr>
          <p:cNvSpPr txBox="1"/>
          <p:nvPr/>
        </p:nvSpPr>
        <p:spPr>
          <a:xfrm flipH="1">
            <a:off x="5711973" y="4172441"/>
            <a:ext cx="294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Produce</a:t>
            </a:r>
            <a:endParaRPr lang="ru-RU" sz="3600" dirty="0">
              <a:latin typeface="+mj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260AF3-F7E7-4EC8-8C9F-30E6FD942DBE}"/>
              </a:ext>
            </a:extLst>
          </p:cNvPr>
          <p:cNvSpPr txBox="1"/>
          <p:nvPr/>
        </p:nvSpPr>
        <p:spPr>
          <a:xfrm flipH="1">
            <a:off x="5853571" y="5019773"/>
            <a:ext cx="26616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trewno</a:t>
            </a:r>
            <a:r>
              <a:rPr lang="en-US" sz="2400" dirty="0">
                <a:solidFill>
                  <a:schemeClr val="tx2"/>
                </a:solidFill>
              </a:rPr>
              <a:t> tur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0E748F-B597-4271-BD49-087B53C83F98}"/>
              </a:ext>
            </a:extLst>
          </p:cNvPr>
          <p:cNvSpPr txBox="1"/>
          <p:nvPr/>
        </p:nvSpPr>
        <p:spPr>
          <a:xfrm flipH="1">
            <a:off x="9631173" y="4172441"/>
            <a:ext cx="294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Deliver</a:t>
            </a:r>
            <a:endParaRPr lang="ru-RU" sz="3600" dirty="0"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BEE729-1107-438E-BA2C-45F7355F99CB}"/>
              </a:ext>
            </a:extLst>
          </p:cNvPr>
          <p:cNvSpPr txBox="1"/>
          <p:nvPr/>
        </p:nvSpPr>
        <p:spPr>
          <a:xfrm flipH="1">
            <a:off x="9772771" y="5019773"/>
            <a:ext cx="26616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trewno</a:t>
            </a:r>
            <a:r>
              <a:rPr lang="en-US" sz="2400" dirty="0">
                <a:solidFill>
                  <a:schemeClr val="tx2"/>
                </a:solidFill>
              </a:rPr>
              <a:t> tur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BFF193-988F-49B6-A939-29C03CB3E86C}"/>
              </a:ext>
            </a:extLst>
          </p:cNvPr>
          <p:cNvSpPr txBox="1"/>
          <p:nvPr/>
        </p:nvSpPr>
        <p:spPr>
          <a:xfrm flipH="1">
            <a:off x="13550373" y="4172441"/>
            <a:ext cx="294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Support</a:t>
            </a:r>
            <a:endParaRPr lang="ru-RU" sz="3600" dirty="0"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619AA5-940D-4FA9-A6E8-E156C13C7A1D}"/>
              </a:ext>
            </a:extLst>
          </p:cNvPr>
          <p:cNvSpPr txBox="1"/>
          <p:nvPr/>
        </p:nvSpPr>
        <p:spPr>
          <a:xfrm flipH="1">
            <a:off x="13691971" y="5019773"/>
            <a:ext cx="26616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trewno</a:t>
            </a:r>
            <a:r>
              <a:rPr lang="en-US" sz="2400" dirty="0">
                <a:solidFill>
                  <a:schemeClr val="tx2"/>
                </a:solidFill>
              </a:rPr>
              <a:t> tur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DA29B581-0854-4B04-AE71-0BF297741CB2}"/>
              </a:ext>
            </a:extLst>
          </p:cNvPr>
          <p:cNvSpPr/>
          <p:nvPr/>
        </p:nvSpPr>
        <p:spPr>
          <a:xfrm>
            <a:off x="48209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879157C9-C49B-4879-98DE-AF3EC7BD7064}"/>
              </a:ext>
            </a:extLst>
          </p:cNvPr>
          <p:cNvSpPr/>
          <p:nvPr/>
        </p:nvSpPr>
        <p:spPr>
          <a:xfrm>
            <a:off x="87401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DD850982-48E6-4528-BE4A-183F2AD1AC1F}"/>
              </a:ext>
            </a:extLst>
          </p:cNvPr>
          <p:cNvSpPr/>
          <p:nvPr/>
        </p:nvSpPr>
        <p:spPr>
          <a:xfrm>
            <a:off x="126593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75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D4462A7-5865-449F-A4A4-C0DC3263D04A}"/>
              </a:ext>
            </a:extLst>
          </p:cNvPr>
          <p:cNvSpPr/>
          <p:nvPr/>
        </p:nvSpPr>
        <p:spPr>
          <a:xfrm>
            <a:off x="9208804" y="1371600"/>
            <a:ext cx="7707598" cy="3708000"/>
          </a:xfrm>
          <a:prstGeom prst="roundRect">
            <a:avLst>
              <a:gd name="adj" fmla="val 6098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7BAA96CB-2B05-4B8C-9523-C0649E113CEB}"/>
              </a:ext>
            </a:extLst>
          </p:cNvPr>
          <p:cNvSpPr/>
          <p:nvPr/>
        </p:nvSpPr>
        <p:spPr>
          <a:xfrm>
            <a:off x="9208804" y="5207397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3EDA21E-C7AF-4CBE-8F98-5E14BCF36B7A}"/>
              </a:ext>
            </a:extLst>
          </p:cNvPr>
          <p:cNvSpPr/>
          <p:nvPr/>
        </p:nvSpPr>
        <p:spPr>
          <a:xfrm>
            <a:off x="1371600" y="5207397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DF12A280-0144-4F27-879C-241C746B873F}"/>
              </a:ext>
            </a:extLst>
          </p:cNvPr>
          <p:cNvSpPr/>
          <p:nvPr/>
        </p:nvSpPr>
        <p:spPr>
          <a:xfrm>
            <a:off x="1371600" y="1371600"/>
            <a:ext cx="7707598" cy="37080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DD3948-02C4-409C-820E-538F09199B27}"/>
              </a:ext>
            </a:extLst>
          </p:cNvPr>
          <p:cNvSpPr txBox="1"/>
          <p:nvPr/>
        </p:nvSpPr>
        <p:spPr>
          <a:xfrm flipH="1">
            <a:off x="3133628" y="248077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01 – Start</a:t>
            </a:r>
            <a:endParaRPr lang="ru-RU" sz="36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159E07-89EE-42F4-880C-ED0DC9CF4ECF}"/>
              </a:ext>
            </a:extLst>
          </p:cNvPr>
          <p:cNvSpPr txBox="1"/>
          <p:nvPr/>
        </p:nvSpPr>
        <p:spPr>
          <a:xfrm flipH="1">
            <a:off x="3133628" y="3139433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9D20CD-12B1-4E41-958C-DD4BFEF860EE}"/>
              </a:ext>
            </a:extLst>
          </p:cNvPr>
          <p:cNvSpPr txBox="1"/>
          <p:nvPr/>
        </p:nvSpPr>
        <p:spPr>
          <a:xfrm flipH="1">
            <a:off x="3133628" y="631656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</a:t>
            </a:r>
            <a:r>
              <a:rPr lang="uk-UA" sz="3600" dirty="0">
                <a:latin typeface="+mj-lt"/>
              </a:rPr>
              <a:t>2</a:t>
            </a:r>
            <a:r>
              <a:rPr lang="en-US" sz="3600" dirty="0">
                <a:latin typeface="+mj-lt"/>
              </a:rPr>
              <a:t> </a:t>
            </a:r>
            <a:r>
              <a:rPr lang="uk-UA" sz="3600" dirty="0">
                <a:latin typeface="+mj-lt"/>
              </a:rPr>
              <a:t>–</a:t>
            </a:r>
            <a:r>
              <a:rPr lang="en-US" sz="3600" dirty="0">
                <a:latin typeface="+mj-lt"/>
              </a:rPr>
              <a:t> Second Point</a:t>
            </a:r>
            <a:endParaRPr lang="ru-RU" sz="3600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4D793C-77CA-447B-B7F9-0A6125B73DA9}"/>
              </a:ext>
            </a:extLst>
          </p:cNvPr>
          <p:cNvSpPr txBox="1"/>
          <p:nvPr/>
        </p:nvSpPr>
        <p:spPr>
          <a:xfrm flipH="1">
            <a:off x="3133628" y="6975230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EEB109-9A93-4AA9-A4DF-0B47E85DEBCD}"/>
              </a:ext>
            </a:extLst>
          </p:cNvPr>
          <p:cNvSpPr txBox="1"/>
          <p:nvPr/>
        </p:nvSpPr>
        <p:spPr>
          <a:xfrm flipH="1">
            <a:off x="10970832" y="6316568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</a:t>
            </a:r>
            <a:r>
              <a:rPr lang="uk-UA" sz="3600" dirty="0">
                <a:latin typeface="+mj-lt"/>
              </a:rPr>
              <a:t>3</a:t>
            </a:r>
            <a:r>
              <a:rPr lang="en-US" sz="3600" dirty="0">
                <a:latin typeface="+mj-lt"/>
              </a:rPr>
              <a:t> – Third Point</a:t>
            </a:r>
            <a:endParaRPr lang="ru-RU" sz="3600" dirty="0"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9CD86D-C1F6-4230-A611-8233EEADA8B3}"/>
              </a:ext>
            </a:extLst>
          </p:cNvPr>
          <p:cNvSpPr txBox="1"/>
          <p:nvPr/>
        </p:nvSpPr>
        <p:spPr>
          <a:xfrm flipH="1">
            <a:off x="10970832" y="6975230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C56DB9-6136-4F96-868B-38849C77B935}"/>
              </a:ext>
            </a:extLst>
          </p:cNvPr>
          <p:cNvSpPr txBox="1"/>
          <p:nvPr/>
        </p:nvSpPr>
        <p:spPr>
          <a:xfrm flipH="1">
            <a:off x="10970832" y="2480771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04 – Final Point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67112F-26B4-4368-B9CA-6D4D129DC161}"/>
              </a:ext>
            </a:extLst>
          </p:cNvPr>
          <p:cNvSpPr txBox="1"/>
          <p:nvPr/>
        </p:nvSpPr>
        <p:spPr>
          <a:xfrm flipH="1">
            <a:off x="10970832" y="3139433"/>
            <a:ext cx="418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58A97851-27E1-40AD-98BC-351743BF7999}"/>
              </a:ext>
            </a:extLst>
          </p:cNvPr>
          <p:cNvSpPr/>
          <p:nvPr/>
        </p:nvSpPr>
        <p:spPr>
          <a:xfrm rot="5400000">
            <a:off x="4821509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0ABB9537-78AB-49C8-9E86-9C5B1C2D940F}"/>
              </a:ext>
            </a:extLst>
          </p:cNvPr>
          <p:cNvSpPr/>
          <p:nvPr/>
        </p:nvSpPr>
        <p:spPr>
          <a:xfrm>
            <a:off x="8740111" y="6789449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1B7BB2F4-E69F-40BC-B1E3-2803F3726D2F}"/>
              </a:ext>
            </a:extLst>
          </p:cNvPr>
          <p:cNvSpPr/>
          <p:nvPr/>
        </p:nvSpPr>
        <p:spPr>
          <a:xfrm rot="16200000">
            <a:off x="12658713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06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329A9F2-BC12-4108-8D51-3BF45628395F}"/>
              </a:ext>
            </a:extLst>
          </p:cNvPr>
          <p:cNvSpPr/>
          <p:nvPr/>
        </p:nvSpPr>
        <p:spPr>
          <a:xfrm>
            <a:off x="11822400" y="5207402"/>
            <a:ext cx="5094000" cy="3708000"/>
          </a:xfrm>
          <a:prstGeom prst="roundRect">
            <a:avLst>
              <a:gd name="adj" fmla="val 3638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F43DE0F-ED54-452C-B365-BDD90A415EE2}"/>
              </a:ext>
            </a:extLst>
          </p:cNvPr>
          <p:cNvSpPr/>
          <p:nvPr/>
        </p:nvSpPr>
        <p:spPr>
          <a:xfrm>
            <a:off x="6597000" y="1371599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7E64E07-43D2-4442-A9BD-CEC786F2EADD}"/>
              </a:ext>
            </a:extLst>
          </p:cNvPr>
          <p:cNvSpPr/>
          <p:nvPr/>
        </p:nvSpPr>
        <p:spPr>
          <a:xfrm>
            <a:off x="11822400" y="1371599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0829B3F-8375-4BB0-A424-80177FCCF7BB}"/>
              </a:ext>
            </a:extLst>
          </p:cNvPr>
          <p:cNvSpPr/>
          <p:nvPr/>
        </p:nvSpPr>
        <p:spPr>
          <a:xfrm>
            <a:off x="1371600" y="1371599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E9335E-213B-45BB-BE06-C8C9BFDE7833}"/>
              </a:ext>
            </a:extLst>
          </p:cNvPr>
          <p:cNvSpPr txBox="1"/>
          <p:nvPr/>
        </p:nvSpPr>
        <p:spPr>
          <a:xfrm flipH="1">
            <a:off x="1826829" y="2625438"/>
            <a:ext cx="41835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01 – FIRST</a:t>
            </a:r>
            <a:br>
              <a:rPr lang="en-US" sz="3600" b="1" dirty="0">
                <a:latin typeface="+mj-lt"/>
              </a:rPr>
            </a:br>
            <a:r>
              <a:rPr lang="en-US" sz="3600" b="1" dirty="0">
                <a:latin typeface="+mj-lt"/>
              </a:rPr>
              <a:t>POINT</a:t>
            </a:r>
            <a:endParaRPr lang="ru-RU" sz="3600" b="1" dirty="0"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6C28E6-8F9D-4FA0-B228-70C849E31360}"/>
              </a:ext>
            </a:extLst>
          </p:cNvPr>
          <p:cNvSpPr txBox="1"/>
          <p:nvPr/>
        </p:nvSpPr>
        <p:spPr>
          <a:xfrm flipH="1">
            <a:off x="12277629" y="6461235"/>
            <a:ext cx="41835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j-lt"/>
              </a:rPr>
              <a:t>04 – FINAL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+mj-lt"/>
              </a:rPr>
              <a:t>POINT</a:t>
            </a:r>
            <a:endParaRPr lang="ru-RU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838EC5-AE48-4ED3-BCC2-BC845B29910C}"/>
              </a:ext>
            </a:extLst>
          </p:cNvPr>
          <p:cNvSpPr txBox="1"/>
          <p:nvPr/>
        </p:nvSpPr>
        <p:spPr>
          <a:xfrm flipH="1">
            <a:off x="12277629" y="2625438"/>
            <a:ext cx="41835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03 – THIRD</a:t>
            </a:r>
            <a:br>
              <a:rPr lang="en-US" sz="3600" b="1" dirty="0">
                <a:latin typeface="+mj-lt"/>
              </a:rPr>
            </a:br>
            <a:r>
              <a:rPr lang="en-US" sz="3600" b="1" dirty="0">
                <a:latin typeface="+mj-lt"/>
              </a:rPr>
              <a:t>POINT</a:t>
            </a:r>
            <a:endParaRPr lang="ru-RU" sz="3600" b="1" dirty="0">
              <a:latin typeface="+mj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0FB6DA-EF97-4AF2-B256-2F155FDBE147}"/>
              </a:ext>
            </a:extLst>
          </p:cNvPr>
          <p:cNvSpPr txBox="1"/>
          <p:nvPr/>
        </p:nvSpPr>
        <p:spPr>
          <a:xfrm flipH="1">
            <a:off x="7052229" y="2625438"/>
            <a:ext cx="41835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02 – SECOND</a:t>
            </a:r>
          </a:p>
          <a:p>
            <a:pPr algn="ctr"/>
            <a:r>
              <a:rPr lang="en-US" sz="3600" b="1" dirty="0">
                <a:latin typeface="+mj-lt"/>
              </a:rPr>
              <a:t>POINT</a:t>
            </a:r>
            <a:endParaRPr lang="ru-RU" sz="3600" b="1" dirty="0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654C6A-CF23-4518-913A-415C6D4833E8}"/>
              </a:ext>
            </a:extLst>
          </p:cNvPr>
          <p:cNvSpPr txBox="1"/>
          <p:nvPr/>
        </p:nvSpPr>
        <p:spPr>
          <a:xfrm flipH="1">
            <a:off x="1781829" y="6518454"/>
            <a:ext cx="9406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134B07-8886-410F-8551-D93E3A3800CF}"/>
              </a:ext>
            </a:extLst>
          </p:cNvPr>
          <p:cNvSpPr txBox="1"/>
          <p:nvPr/>
        </p:nvSpPr>
        <p:spPr>
          <a:xfrm flipH="1">
            <a:off x="1781829" y="5814904"/>
            <a:ext cx="9406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Four Steps Process</a:t>
            </a:r>
            <a:endParaRPr lang="ru-RU" sz="3600" dirty="0">
              <a:latin typeface="+mj-lt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6F740A5-F776-4562-A9D7-3F16C987BF72}"/>
              </a:ext>
            </a:extLst>
          </p:cNvPr>
          <p:cNvSpPr/>
          <p:nvPr/>
        </p:nvSpPr>
        <p:spPr>
          <a:xfrm rot="5400000">
            <a:off x="13965510" y="4871553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400BCDB-2818-46BD-B070-B0499AC7B149}"/>
              </a:ext>
            </a:extLst>
          </p:cNvPr>
          <p:cNvSpPr/>
          <p:nvPr/>
        </p:nvSpPr>
        <p:spPr>
          <a:xfrm>
            <a:off x="11352810" y="2953654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46319F4-11EC-4D7C-97B1-0EF876F5EBA7}"/>
              </a:ext>
            </a:extLst>
          </p:cNvPr>
          <p:cNvSpPr/>
          <p:nvPr/>
        </p:nvSpPr>
        <p:spPr>
          <a:xfrm>
            <a:off x="6127410" y="2953654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9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43914979-5BF7-4429-AABC-8EF097B286E4}"/>
              </a:ext>
            </a:extLst>
          </p:cNvPr>
          <p:cNvSpPr/>
          <p:nvPr/>
        </p:nvSpPr>
        <p:spPr>
          <a:xfrm>
            <a:off x="6597000" y="5207401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2A603B41-6189-40DE-A6D5-18186EBE52E3}"/>
              </a:ext>
            </a:extLst>
          </p:cNvPr>
          <p:cNvSpPr/>
          <p:nvPr/>
        </p:nvSpPr>
        <p:spPr>
          <a:xfrm>
            <a:off x="11822400" y="5207401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8441F524-5D9A-484E-A9DC-6A8EEA5E259A}"/>
              </a:ext>
            </a:extLst>
          </p:cNvPr>
          <p:cNvSpPr/>
          <p:nvPr/>
        </p:nvSpPr>
        <p:spPr>
          <a:xfrm>
            <a:off x="1371600" y="5207401"/>
            <a:ext cx="5094000" cy="3708000"/>
          </a:xfrm>
          <a:prstGeom prst="roundRect">
            <a:avLst>
              <a:gd name="adj" fmla="val 3638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921E5001-F8C2-4E66-A121-C39F10C51BA9}"/>
              </a:ext>
            </a:extLst>
          </p:cNvPr>
          <p:cNvSpPr/>
          <p:nvPr/>
        </p:nvSpPr>
        <p:spPr>
          <a:xfrm>
            <a:off x="6597000" y="1371599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2F1FBC93-4D7B-4C27-A531-6A7FAB85AD0F}"/>
              </a:ext>
            </a:extLst>
          </p:cNvPr>
          <p:cNvSpPr/>
          <p:nvPr/>
        </p:nvSpPr>
        <p:spPr>
          <a:xfrm>
            <a:off x="11822400" y="1371599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26DF60-C18C-4135-90CC-17028DE1B6F9}"/>
              </a:ext>
            </a:extLst>
          </p:cNvPr>
          <p:cNvSpPr txBox="1"/>
          <p:nvPr/>
        </p:nvSpPr>
        <p:spPr>
          <a:xfrm flipH="1">
            <a:off x="7052229" y="2296107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01 – Title Here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BE1D7C-6F5F-4523-B36B-2AD54A9770AF}"/>
              </a:ext>
            </a:extLst>
          </p:cNvPr>
          <p:cNvSpPr txBox="1"/>
          <p:nvPr/>
        </p:nvSpPr>
        <p:spPr>
          <a:xfrm flipH="1">
            <a:off x="7315200" y="2954769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19AE71-22C9-496E-87D6-7104A236ABEA}"/>
              </a:ext>
            </a:extLst>
          </p:cNvPr>
          <p:cNvSpPr txBox="1"/>
          <p:nvPr/>
        </p:nvSpPr>
        <p:spPr>
          <a:xfrm flipH="1">
            <a:off x="12277629" y="2296107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02 – Title Here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C5CEBB-E64C-4A80-AF87-4A9814AFEAA8}"/>
              </a:ext>
            </a:extLst>
          </p:cNvPr>
          <p:cNvSpPr txBox="1"/>
          <p:nvPr/>
        </p:nvSpPr>
        <p:spPr>
          <a:xfrm flipH="1">
            <a:off x="12540600" y="2954769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FAFACC-1318-468C-BA40-E59EF58CCCED}"/>
              </a:ext>
            </a:extLst>
          </p:cNvPr>
          <p:cNvSpPr txBox="1"/>
          <p:nvPr/>
        </p:nvSpPr>
        <p:spPr>
          <a:xfrm flipH="1">
            <a:off x="1826829" y="6131904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05 – Title Here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BEBF4A-0341-4143-B9D8-6A9E77F38C7F}"/>
              </a:ext>
            </a:extLst>
          </p:cNvPr>
          <p:cNvSpPr txBox="1"/>
          <p:nvPr/>
        </p:nvSpPr>
        <p:spPr>
          <a:xfrm flipH="1">
            <a:off x="2089800" y="6790566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61F2E1-66B8-47A3-86D0-BB62B52BDCC6}"/>
              </a:ext>
            </a:extLst>
          </p:cNvPr>
          <p:cNvSpPr txBox="1"/>
          <p:nvPr/>
        </p:nvSpPr>
        <p:spPr>
          <a:xfrm flipH="1">
            <a:off x="7052229" y="6131904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04 – Title Here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D1CFE8-4D78-4B01-B22E-9BC6D2B8621C}"/>
              </a:ext>
            </a:extLst>
          </p:cNvPr>
          <p:cNvSpPr txBox="1"/>
          <p:nvPr/>
        </p:nvSpPr>
        <p:spPr>
          <a:xfrm flipH="1">
            <a:off x="7315200" y="6790566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051AD3-B89B-461F-A6F0-E555E495AADB}"/>
              </a:ext>
            </a:extLst>
          </p:cNvPr>
          <p:cNvSpPr txBox="1"/>
          <p:nvPr/>
        </p:nvSpPr>
        <p:spPr>
          <a:xfrm flipH="1">
            <a:off x="12277629" y="6131904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03 – Title Here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BA821F-EF81-4299-A10B-F6AD50567904}"/>
              </a:ext>
            </a:extLst>
          </p:cNvPr>
          <p:cNvSpPr txBox="1"/>
          <p:nvPr/>
        </p:nvSpPr>
        <p:spPr>
          <a:xfrm flipH="1">
            <a:off x="12540600" y="6790566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BEAE9A-5BDD-45AB-B820-80F2E169C7F6}"/>
              </a:ext>
            </a:extLst>
          </p:cNvPr>
          <p:cNvSpPr txBox="1"/>
          <p:nvPr/>
        </p:nvSpPr>
        <p:spPr>
          <a:xfrm flipH="1">
            <a:off x="1781829" y="1932941"/>
            <a:ext cx="41835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dirty="0">
                <a:latin typeface="+mj-lt"/>
              </a:rPr>
              <a:t>FIVE </a:t>
            </a:r>
          </a:p>
          <a:p>
            <a:pPr algn="r"/>
            <a:r>
              <a:rPr lang="en-US" sz="5400" dirty="0">
                <a:latin typeface="+mj-lt"/>
              </a:rPr>
              <a:t>STEPS PROCESS</a:t>
            </a:r>
            <a:endParaRPr lang="ru-RU" sz="5400" dirty="0">
              <a:latin typeface="+mj-lt"/>
            </a:endParaRP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F9C0F829-0A92-43BD-8675-A7ABB6E9604A}"/>
              </a:ext>
            </a:extLst>
          </p:cNvPr>
          <p:cNvSpPr/>
          <p:nvPr/>
        </p:nvSpPr>
        <p:spPr>
          <a:xfrm>
            <a:off x="11352810" y="2953654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F8B71CF3-7F1F-42D4-8063-C22E314FB6E8}"/>
              </a:ext>
            </a:extLst>
          </p:cNvPr>
          <p:cNvSpPr/>
          <p:nvPr/>
        </p:nvSpPr>
        <p:spPr>
          <a:xfrm rot="10800000">
            <a:off x="11352810" y="67894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25D44CCD-2854-4FF1-974D-8E2E6D072F04}"/>
              </a:ext>
            </a:extLst>
          </p:cNvPr>
          <p:cNvSpPr/>
          <p:nvPr/>
        </p:nvSpPr>
        <p:spPr>
          <a:xfrm rot="10800000">
            <a:off x="6127410" y="67894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46DA2EA3-6B7C-4537-BFA8-A14964AA0868}"/>
              </a:ext>
            </a:extLst>
          </p:cNvPr>
          <p:cNvSpPr/>
          <p:nvPr/>
        </p:nvSpPr>
        <p:spPr>
          <a:xfrm rot="5400000">
            <a:off x="139655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23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2499A4FE-1204-45F9-BD22-99CD73E7E9E6}"/>
              </a:ext>
            </a:extLst>
          </p:cNvPr>
          <p:cNvSpPr/>
          <p:nvPr/>
        </p:nvSpPr>
        <p:spPr>
          <a:xfrm>
            <a:off x="1371600" y="1371599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6E84F2A5-B178-4098-BC6F-2FDA29967C7E}"/>
              </a:ext>
            </a:extLst>
          </p:cNvPr>
          <p:cNvSpPr/>
          <p:nvPr/>
        </p:nvSpPr>
        <p:spPr>
          <a:xfrm>
            <a:off x="6597000" y="5207401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C093485-EC3A-4FE0-8A49-5820062F6026}"/>
              </a:ext>
            </a:extLst>
          </p:cNvPr>
          <p:cNvSpPr/>
          <p:nvPr/>
        </p:nvSpPr>
        <p:spPr>
          <a:xfrm>
            <a:off x="11822400" y="5207401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41DAC77-9CBE-4C92-915A-1638A6B7361B}"/>
              </a:ext>
            </a:extLst>
          </p:cNvPr>
          <p:cNvSpPr/>
          <p:nvPr/>
        </p:nvSpPr>
        <p:spPr>
          <a:xfrm>
            <a:off x="1371600" y="5207401"/>
            <a:ext cx="5094000" cy="3708000"/>
          </a:xfrm>
          <a:prstGeom prst="roundRect">
            <a:avLst>
              <a:gd name="adj" fmla="val 3638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D3FE5C9E-7E0F-40D0-AC68-ECECE30DBEC4}"/>
              </a:ext>
            </a:extLst>
          </p:cNvPr>
          <p:cNvSpPr/>
          <p:nvPr/>
        </p:nvSpPr>
        <p:spPr>
          <a:xfrm>
            <a:off x="6597000" y="1371599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F47AC572-390C-435F-9984-B5E55CE55D70}"/>
              </a:ext>
            </a:extLst>
          </p:cNvPr>
          <p:cNvSpPr/>
          <p:nvPr/>
        </p:nvSpPr>
        <p:spPr>
          <a:xfrm>
            <a:off x="11822400" y="1371599"/>
            <a:ext cx="5094000" cy="3708000"/>
          </a:xfrm>
          <a:prstGeom prst="roundRect">
            <a:avLst>
              <a:gd name="adj" fmla="val 36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E9335E-213B-45BB-BE06-C8C9BFDE7833}"/>
              </a:ext>
            </a:extLst>
          </p:cNvPr>
          <p:cNvSpPr txBox="1"/>
          <p:nvPr/>
        </p:nvSpPr>
        <p:spPr>
          <a:xfrm flipH="1">
            <a:off x="1826829" y="2296107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01 – Start</a:t>
            </a:r>
            <a:endParaRPr lang="ru-RU" sz="3600" dirty="0"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D3AD47-88D3-415E-878A-EA101B8C5FCB}"/>
              </a:ext>
            </a:extLst>
          </p:cNvPr>
          <p:cNvSpPr txBox="1"/>
          <p:nvPr/>
        </p:nvSpPr>
        <p:spPr>
          <a:xfrm flipH="1">
            <a:off x="2090057" y="2954769"/>
            <a:ext cx="3657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26DF60-C18C-4135-90CC-17028DE1B6F9}"/>
              </a:ext>
            </a:extLst>
          </p:cNvPr>
          <p:cNvSpPr txBox="1"/>
          <p:nvPr/>
        </p:nvSpPr>
        <p:spPr>
          <a:xfrm flipH="1">
            <a:off x="7052229" y="2296107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02 – Title Here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BE1D7C-6F5F-4523-B36B-2AD54A9770AF}"/>
              </a:ext>
            </a:extLst>
          </p:cNvPr>
          <p:cNvSpPr txBox="1"/>
          <p:nvPr/>
        </p:nvSpPr>
        <p:spPr>
          <a:xfrm flipH="1">
            <a:off x="7315457" y="2954769"/>
            <a:ext cx="3657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19AE71-22C9-496E-87D6-7104A236ABEA}"/>
              </a:ext>
            </a:extLst>
          </p:cNvPr>
          <p:cNvSpPr txBox="1"/>
          <p:nvPr/>
        </p:nvSpPr>
        <p:spPr>
          <a:xfrm flipH="1">
            <a:off x="12277629" y="2296107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03 – Title Here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C5CEBB-E64C-4A80-AF87-4A9814AFEAA8}"/>
              </a:ext>
            </a:extLst>
          </p:cNvPr>
          <p:cNvSpPr txBox="1"/>
          <p:nvPr/>
        </p:nvSpPr>
        <p:spPr>
          <a:xfrm flipH="1">
            <a:off x="12540857" y="2954769"/>
            <a:ext cx="3657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FAFACC-1318-468C-BA40-E59EF58CCCED}"/>
              </a:ext>
            </a:extLst>
          </p:cNvPr>
          <p:cNvSpPr txBox="1"/>
          <p:nvPr/>
        </p:nvSpPr>
        <p:spPr>
          <a:xfrm flipH="1">
            <a:off x="1826829" y="6131904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06 – Title Here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BEBF4A-0341-4143-B9D8-6A9E77F38C7F}"/>
              </a:ext>
            </a:extLst>
          </p:cNvPr>
          <p:cNvSpPr txBox="1"/>
          <p:nvPr/>
        </p:nvSpPr>
        <p:spPr>
          <a:xfrm flipH="1">
            <a:off x="2090057" y="6790566"/>
            <a:ext cx="3657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consectetuer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61F2E1-66B8-47A3-86D0-BB62B52BDCC6}"/>
              </a:ext>
            </a:extLst>
          </p:cNvPr>
          <p:cNvSpPr txBox="1"/>
          <p:nvPr/>
        </p:nvSpPr>
        <p:spPr>
          <a:xfrm flipH="1">
            <a:off x="7052229" y="6131904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05 – Title Here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D1CFE8-4D78-4B01-B22E-9BC6D2B8621C}"/>
              </a:ext>
            </a:extLst>
          </p:cNvPr>
          <p:cNvSpPr txBox="1"/>
          <p:nvPr/>
        </p:nvSpPr>
        <p:spPr>
          <a:xfrm flipH="1">
            <a:off x="7315457" y="6790566"/>
            <a:ext cx="3657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051AD3-B89B-461F-A6F0-E555E495AADB}"/>
              </a:ext>
            </a:extLst>
          </p:cNvPr>
          <p:cNvSpPr txBox="1"/>
          <p:nvPr/>
        </p:nvSpPr>
        <p:spPr>
          <a:xfrm flipH="1">
            <a:off x="12277629" y="6131904"/>
            <a:ext cx="418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04 – Title Here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BA821F-EF81-4299-A10B-F6AD50567904}"/>
              </a:ext>
            </a:extLst>
          </p:cNvPr>
          <p:cNvSpPr txBox="1"/>
          <p:nvPr/>
        </p:nvSpPr>
        <p:spPr>
          <a:xfrm flipH="1">
            <a:off x="12540857" y="6790566"/>
            <a:ext cx="3657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4255CF2C-AA28-48D1-AFE5-4B0FA89F178E}"/>
              </a:ext>
            </a:extLst>
          </p:cNvPr>
          <p:cNvSpPr/>
          <p:nvPr/>
        </p:nvSpPr>
        <p:spPr>
          <a:xfrm>
            <a:off x="11352810" y="2953654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AE71A573-CE5C-4B29-B9CA-032E2BB3D7BC}"/>
              </a:ext>
            </a:extLst>
          </p:cNvPr>
          <p:cNvSpPr/>
          <p:nvPr/>
        </p:nvSpPr>
        <p:spPr>
          <a:xfrm>
            <a:off x="6127410" y="2953654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3D3F8789-1FAF-43B0-9F62-0AD44BCB63B5}"/>
              </a:ext>
            </a:extLst>
          </p:cNvPr>
          <p:cNvSpPr/>
          <p:nvPr/>
        </p:nvSpPr>
        <p:spPr>
          <a:xfrm rot="10800000">
            <a:off x="11352810" y="67894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8FD484C5-E4B0-407E-A0BE-626C0F794922}"/>
              </a:ext>
            </a:extLst>
          </p:cNvPr>
          <p:cNvSpPr/>
          <p:nvPr/>
        </p:nvSpPr>
        <p:spPr>
          <a:xfrm rot="10800000">
            <a:off x="6127410" y="6789451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3D71FAE4-34C1-48E7-83D2-FD88A5588307}"/>
              </a:ext>
            </a:extLst>
          </p:cNvPr>
          <p:cNvSpPr/>
          <p:nvPr/>
        </p:nvSpPr>
        <p:spPr>
          <a:xfrm rot="5400000">
            <a:off x="13965510" y="4871553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566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987951E5-F1D9-45EA-BDB1-82AF8D0900E6}"/>
              </a:ext>
            </a:extLst>
          </p:cNvPr>
          <p:cNvSpPr/>
          <p:nvPr/>
        </p:nvSpPr>
        <p:spPr>
          <a:xfrm>
            <a:off x="13129200" y="5207398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5DC18303-CA26-44B8-B63A-2C2B88BBB5FF}"/>
              </a:ext>
            </a:extLst>
          </p:cNvPr>
          <p:cNvSpPr/>
          <p:nvPr/>
        </p:nvSpPr>
        <p:spPr>
          <a:xfrm>
            <a:off x="5290800" y="5207398"/>
            <a:ext cx="3787200" cy="3708000"/>
          </a:xfrm>
          <a:prstGeom prst="roundRect">
            <a:avLst>
              <a:gd name="adj" fmla="val 4786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DA9EC114-16BD-42FC-A34E-196B2EB3C3AA}"/>
              </a:ext>
            </a:extLst>
          </p:cNvPr>
          <p:cNvSpPr/>
          <p:nvPr/>
        </p:nvSpPr>
        <p:spPr>
          <a:xfrm>
            <a:off x="9210000" y="5207398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BAE6A0C8-10C5-4C23-8E83-C4D70D62031B}"/>
              </a:ext>
            </a:extLst>
          </p:cNvPr>
          <p:cNvSpPr/>
          <p:nvPr/>
        </p:nvSpPr>
        <p:spPr>
          <a:xfrm>
            <a:off x="13129200" y="1371602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45850DB5-D975-4891-A2B9-A7C06AEAA95C}"/>
              </a:ext>
            </a:extLst>
          </p:cNvPr>
          <p:cNvSpPr/>
          <p:nvPr/>
        </p:nvSpPr>
        <p:spPr>
          <a:xfrm>
            <a:off x="5290800" y="1371602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1575D3DE-ACA3-449B-AF94-1418F69183B2}"/>
              </a:ext>
            </a:extLst>
          </p:cNvPr>
          <p:cNvSpPr/>
          <p:nvPr/>
        </p:nvSpPr>
        <p:spPr>
          <a:xfrm>
            <a:off x="9210000" y="1371602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6DE3444-592F-4B93-A0A7-162C23115545}"/>
              </a:ext>
            </a:extLst>
          </p:cNvPr>
          <p:cNvSpPr/>
          <p:nvPr/>
        </p:nvSpPr>
        <p:spPr>
          <a:xfrm>
            <a:off x="1371600" y="1371602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8DBE57-3536-4E09-B1FD-7197A26736AD}"/>
              </a:ext>
            </a:extLst>
          </p:cNvPr>
          <p:cNvSpPr txBox="1"/>
          <p:nvPr/>
        </p:nvSpPr>
        <p:spPr>
          <a:xfrm flipH="1">
            <a:off x="1847289" y="5999569"/>
            <a:ext cx="282861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chemeClr val="bg1"/>
                </a:solidFill>
                <a:latin typeface="+mj-lt"/>
              </a:rPr>
              <a:t>SEVEN</a:t>
            </a:r>
          </a:p>
          <a:p>
            <a:pPr algn="r"/>
            <a:r>
              <a:rPr lang="en-US" sz="4400" b="1" dirty="0">
                <a:solidFill>
                  <a:schemeClr val="bg1"/>
                </a:solidFill>
                <a:latin typeface="+mj-lt"/>
              </a:rPr>
              <a:t>STEPS PROCESS</a:t>
            </a:r>
            <a:endParaRPr lang="ru-RU" sz="4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D6794B8-E784-4DC6-AD22-BEEAB680348D}"/>
              </a:ext>
            </a:extLst>
          </p:cNvPr>
          <p:cNvSpPr/>
          <p:nvPr/>
        </p:nvSpPr>
        <p:spPr>
          <a:xfrm>
            <a:off x="4820910" y="2958615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F484A0CD-706F-49CE-B3FC-CD9FCA909A38}"/>
              </a:ext>
            </a:extLst>
          </p:cNvPr>
          <p:cNvSpPr/>
          <p:nvPr/>
        </p:nvSpPr>
        <p:spPr>
          <a:xfrm>
            <a:off x="8740110" y="2958615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47B40C6A-2021-497B-814D-38F38B6EF8B9}"/>
              </a:ext>
            </a:extLst>
          </p:cNvPr>
          <p:cNvSpPr/>
          <p:nvPr/>
        </p:nvSpPr>
        <p:spPr>
          <a:xfrm>
            <a:off x="12659310" y="2958615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D63A5BB-EA00-4B57-8070-17F742749E3D}"/>
              </a:ext>
            </a:extLst>
          </p:cNvPr>
          <p:cNvSpPr/>
          <p:nvPr/>
        </p:nvSpPr>
        <p:spPr>
          <a:xfrm rot="10800000">
            <a:off x="8740110" y="6789450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6F25ED02-6292-4771-A95D-DC627A8AB1CC}"/>
              </a:ext>
            </a:extLst>
          </p:cNvPr>
          <p:cNvSpPr/>
          <p:nvPr/>
        </p:nvSpPr>
        <p:spPr>
          <a:xfrm rot="10800000">
            <a:off x="12659310" y="6789450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3E55350B-CB07-4C8A-B42D-402718484D92}"/>
              </a:ext>
            </a:extLst>
          </p:cNvPr>
          <p:cNvSpPr/>
          <p:nvPr/>
        </p:nvSpPr>
        <p:spPr>
          <a:xfrm rot="5400000">
            <a:off x="146189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505BF1-AB3B-4B24-A8A0-365C6FB68B0B}"/>
              </a:ext>
            </a:extLst>
          </p:cNvPr>
          <p:cNvSpPr txBox="1"/>
          <p:nvPr/>
        </p:nvSpPr>
        <p:spPr>
          <a:xfrm flipH="1">
            <a:off x="1464484" y="2486938"/>
            <a:ext cx="360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01 - Plan</a:t>
            </a:r>
            <a:endParaRPr lang="ru-RU" sz="3600" dirty="0">
              <a:latin typeface="+mj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472E3B-0F73-4C51-BC66-EA79F495C484}"/>
              </a:ext>
            </a:extLst>
          </p:cNvPr>
          <p:cNvSpPr txBox="1"/>
          <p:nvPr/>
        </p:nvSpPr>
        <p:spPr>
          <a:xfrm flipH="1">
            <a:off x="1934371" y="3133269"/>
            <a:ext cx="2661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788435-0BDA-439E-9DEE-4EBE479222BF}"/>
              </a:ext>
            </a:extLst>
          </p:cNvPr>
          <p:cNvSpPr txBox="1"/>
          <p:nvPr/>
        </p:nvSpPr>
        <p:spPr>
          <a:xfrm flipH="1">
            <a:off x="5383683" y="2486938"/>
            <a:ext cx="360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02 - Design</a:t>
            </a:r>
            <a:endParaRPr lang="ru-RU" sz="3600" dirty="0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7C988C-3D78-43D6-BA5C-A7E2D85CB89B}"/>
              </a:ext>
            </a:extLst>
          </p:cNvPr>
          <p:cNvSpPr txBox="1"/>
          <p:nvPr/>
        </p:nvSpPr>
        <p:spPr>
          <a:xfrm flipH="1">
            <a:off x="5853570" y="3133269"/>
            <a:ext cx="2661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D64C2-F803-479F-AED4-FA344DB14A9E}"/>
              </a:ext>
            </a:extLst>
          </p:cNvPr>
          <p:cNvSpPr txBox="1"/>
          <p:nvPr/>
        </p:nvSpPr>
        <p:spPr>
          <a:xfrm flipH="1">
            <a:off x="9302883" y="2486938"/>
            <a:ext cx="360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03 - Produce</a:t>
            </a:r>
            <a:endParaRPr lang="ru-RU" sz="3600" dirty="0">
              <a:latin typeface="+mj-lt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A6A8A-FDEC-432B-BD9D-72E1432DA7DC}"/>
              </a:ext>
            </a:extLst>
          </p:cNvPr>
          <p:cNvSpPr txBox="1"/>
          <p:nvPr/>
        </p:nvSpPr>
        <p:spPr>
          <a:xfrm flipH="1">
            <a:off x="9772770" y="3133269"/>
            <a:ext cx="2661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2DEAD4-B6F2-4142-88A2-AF8CDDC7B7D5}"/>
              </a:ext>
            </a:extLst>
          </p:cNvPr>
          <p:cNvSpPr txBox="1"/>
          <p:nvPr/>
        </p:nvSpPr>
        <p:spPr>
          <a:xfrm flipH="1">
            <a:off x="13222084" y="2486938"/>
            <a:ext cx="360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04 - Distribute</a:t>
            </a:r>
            <a:endParaRPr lang="ru-RU" sz="3600" dirty="0">
              <a:latin typeface="+mj-lt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9FB8CD-710C-40DA-8D9D-64F72C301F71}"/>
              </a:ext>
            </a:extLst>
          </p:cNvPr>
          <p:cNvSpPr txBox="1"/>
          <p:nvPr/>
        </p:nvSpPr>
        <p:spPr>
          <a:xfrm flipH="1">
            <a:off x="13691971" y="3133269"/>
            <a:ext cx="2661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9317658-D386-4B32-8CF7-CC08C1944179}"/>
              </a:ext>
            </a:extLst>
          </p:cNvPr>
          <p:cNvSpPr txBox="1"/>
          <p:nvPr/>
        </p:nvSpPr>
        <p:spPr>
          <a:xfrm flipH="1">
            <a:off x="5383683" y="6322734"/>
            <a:ext cx="360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j-lt"/>
              </a:rPr>
              <a:t>PROFIT</a:t>
            </a:r>
            <a:endParaRPr lang="ru-RU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519C4A-2AA4-4CC9-A370-5BE7C4141C18}"/>
              </a:ext>
            </a:extLst>
          </p:cNvPr>
          <p:cNvSpPr txBox="1"/>
          <p:nvPr/>
        </p:nvSpPr>
        <p:spPr>
          <a:xfrm flipH="1">
            <a:off x="5853570" y="6969065"/>
            <a:ext cx="2661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ame</a:t>
            </a:r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F1C95B4-7C80-4188-A1CF-AC5168C8AE84}"/>
              </a:ext>
            </a:extLst>
          </p:cNvPr>
          <p:cNvSpPr txBox="1"/>
          <p:nvPr/>
        </p:nvSpPr>
        <p:spPr>
          <a:xfrm flipH="1">
            <a:off x="9302883" y="6322734"/>
            <a:ext cx="360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06 - Support</a:t>
            </a:r>
            <a:endParaRPr lang="ru-RU" sz="3600" dirty="0">
              <a:latin typeface="+mj-lt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71A51C-3734-4D50-9483-931146907789}"/>
              </a:ext>
            </a:extLst>
          </p:cNvPr>
          <p:cNvSpPr txBox="1"/>
          <p:nvPr/>
        </p:nvSpPr>
        <p:spPr>
          <a:xfrm flipH="1">
            <a:off x="9772770" y="6969065"/>
            <a:ext cx="2661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91BF07D-E39A-4B24-A06B-DA11FD9C0B77}"/>
              </a:ext>
            </a:extLst>
          </p:cNvPr>
          <p:cNvSpPr txBox="1"/>
          <p:nvPr/>
        </p:nvSpPr>
        <p:spPr>
          <a:xfrm flipH="1">
            <a:off x="13222084" y="6322734"/>
            <a:ext cx="360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05 - Promote</a:t>
            </a:r>
            <a:endParaRPr lang="ru-RU" sz="3600" dirty="0">
              <a:latin typeface="+mj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0D35DFB-7A80-49CE-B8D6-EA49E0F97AD9}"/>
              </a:ext>
            </a:extLst>
          </p:cNvPr>
          <p:cNvSpPr txBox="1"/>
          <p:nvPr/>
        </p:nvSpPr>
        <p:spPr>
          <a:xfrm flipH="1">
            <a:off x="13691971" y="6969065"/>
            <a:ext cx="2661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34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0DC101E4-1D7C-4C99-9666-957C10A667DD}"/>
              </a:ext>
            </a:extLst>
          </p:cNvPr>
          <p:cNvSpPr/>
          <p:nvPr/>
        </p:nvSpPr>
        <p:spPr>
          <a:xfrm>
            <a:off x="13129200" y="5207398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55B6693-8082-42FE-813C-D667D717A380}"/>
              </a:ext>
            </a:extLst>
          </p:cNvPr>
          <p:cNvSpPr/>
          <p:nvPr/>
        </p:nvSpPr>
        <p:spPr>
          <a:xfrm>
            <a:off x="5290800" y="5207398"/>
            <a:ext cx="3787200" cy="3708000"/>
          </a:xfrm>
          <a:prstGeom prst="roundRect">
            <a:avLst>
              <a:gd name="adj" fmla="val 4786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07520BBA-FA1C-4369-8854-8311F34FF93C}"/>
              </a:ext>
            </a:extLst>
          </p:cNvPr>
          <p:cNvSpPr/>
          <p:nvPr/>
        </p:nvSpPr>
        <p:spPr>
          <a:xfrm>
            <a:off x="9210000" y="5207398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4B8AACF1-A885-4387-8EB2-F170601295FD}"/>
              </a:ext>
            </a:extLst>
          </p:cNvPr>
          <p:cNvSpPr/>
          <p:nvPr/>
        </p:nvSpPr>
        <p:spPr>
          <a:xfrm>
            <a:off x="13129200" y="1371602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ACC43BD7-F6AB-4075-B9C3-77CBF4E132BE}"/>
              </a:ext>
            </a:extLst>
          </p:cNvPr>
          <p:cNvSpPr/>
          <p:nvPr/>
        </p:nvSpPr>
        <p:spPr>
          <a:xfrm>
            <a:off x="5290800" y="1371602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E81A2401-C86C-4AA4-898E-F1FC5029CD75}"/>
              </a:ext>
            </a:extLst>
          </p:cNvPr>
          <p:cNvSpPr/>
          <p:nvPr/>
        </p:nvSpPr>
        <p:spPr>
          <a:xfrm>
            <a:off x="9210000" y="1371602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549244C-0620-4DCD-839B-3EC7C9EFC7CF}"/>
              </a:ext>
            </a:extLst>
          </p:cNvPr>
          <p:cNvSpPr/>
          <p:nvPr/>
        </p:nvSpPr>
        <p:spPr>
          <a:xfrm>
            <a:off x="1371600" y="1371602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6AA971-18B5-47CA-B052-102236CE72AA}"/>
              </a:ext>
            </a:extLst>
          </p:cNvPr>
          <p:cNvSpPr txBox="1"/>
          <p:nvPr/>
        </p:nvSpPr>
        <p:spPr>
          <a:xfrm flipH="1">
            <a:off x="1850892" y="2902437"/>
            <a:ext cx="282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PLAN</a:t>
            </a:r>
            <a:endParaRPr lang="ru-RU" sz="3600" b="1" dirty="0"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C4DC47-8747-45DA-84E8-F842D744A146}"/>
              </a:ext>
            </a:extLst>
          </p:cNvPr>
          <p:cNvSpPr txBox="1"/>
          <p:nvPr/>
        </p:nvSpPr>
        <p:spPr>
          <a:xfrm flipH="1">
            <a:off x="5770092" y="2902437"/>
            <a:ext cx="282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DESIGN</a:t>
            </a:r>
            <a:endParaRPr lang="ru-RU" sz="3600" b="1" dirty="0"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11C8E3-E904-4308-B554-4A426A8FAA5D}"/>
              </a:ext>
            </a:extLst>
          </p:cNvPr>
          <p:cNvSpPr txBox="1"/>
          <p:nvPr/>
        </p:nvSpPr>
        <p:spPr>
          <a:xfrm flipH="1">
            <a:off x="9689292" y="2902437"/>
            <a:ext cx="282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PRODUCE</a:t>
            </a:r>
            <a:endParaRPr lang="ru-RU" sz="3600" b="1" dirty="0">
              <a:latin typeface="+mj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1C4856-4436-43E1-9422-0138EC5BBC36}"/>
              </a:ext>
            </a:extLst>
          </p:cNvPr>
          <p:cNvSpPr txBox="1"/>
          <p:nvPr/>
        </p:nvSpPr>
        <p:spPr>
          <a:xfrm flipH="1">
            <a:off x="13608492" y="2902437"/>
            <a:ext cx="282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DELIVER</a:t>
            </a:r>
            <a:endParaRPr lang="ru-RU" sz="3600" b="1" dirty="0"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D8FD3A-495C-4BD6-AA12-A82A658E49D5}"/>
              </a:ext>
            </a:extLst>
          </p:cNvPr>
          <p:cNvSpPr txBox="1"/>
          <p:nvPr/>
        </p:nvSpPr>
        <p:spPr>
          <a:xfrm flipH="1">
            <a:off x="5770092" y="6738233"/>
            <a:ext cx="282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j-lt"/>
              </a:rPr>
              <a:t>PROFIT</a:t>
            </a:r>
            <a:endParaRPr lang="ru-RU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706CCC-BC1C-4D1F-A7F1-A075AD70030A}"/>
              </a:ext>
            </a:extLst>
          </p:cNvPr>
          <p:cNvSpPr txBox="1"/>
          <p:nvPr/>
        </p:nvSpPr>
        <p:spPr>
          <a:xfrm flipH="1">
            <a:off x="9689292" y="6738233"/>
            <a:ext cx="282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SUPPORT</a:t>
            </a:r>
            <a:endParaRPr lang="ru-RU" sz="3600" b="1" dirty="0">
              <a:latin typeface="+mj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04844B-F004-4FF4-B6FA-68BC85C17544}"/>
              </a:ext>
            </a:extLst>
          </p:cNvPr>
          <p:cNvSpPr txBox="1"/>
          <p:nvPr/>
        </p:nvSpPr>
        <p:spPr>
          <a:xfrm flipH="1">
            <a:off x="13608492" y="6738233"/>
            <a:ext cx="282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PROMOTE</a:t>
            </a:r>
            <a:endParaRPr lang="ru-RU" sz="3600" b="1" dirty="0">
              <a:latin typeface="+mj-lt"/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8EE121AD-3679-49AA-8FAC-2ED61B1F4C56}"/>
              </a:ext>
            </a:extLst>
          </p:cNvPr>
          <p:cNvSpPr/>
          <p:nvPr/>
        </p:nvSpPr>
        <p:spPr>
          <a:xfrm>
            <a:off x="4820910" y="2958615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1889A80C-BE89-4D62-8460-E4AE9413ABA2}"/>
              </a:ext>
            </a:extLst>
          </p:cNvPr>
          <p:cNvSpPr/>
          <p:nvPr/>
        </p:nvSpPr>
        <p:spPr>
          <a:xfrm>
            <a:off x="8740110" y="2958615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183B6326-FCD7-4873-8527-8264007C0A46}"/>
              </a:ext>
            </a:extLst>
          </p:cNvPr>
          <p:cNvSpPr/>
          <p:nvPr/>
        </p:nvSpPr>
        <p:spPr>
          <a:xfrm>
            <a:off x="12659310" y="2958615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A0A55DB4-F931-4DFC-B595-D3A5AAF6B7D4}"/>
              </a:ext>
            </a:extLst>
          </p:cNvPr>
          <p:cNvSpPr/>
          <p:nvPr/>
        </p:nvSpPr>
        <p:spPr>
          <a:xfrm rot="5400000">
            <a:off x="146189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DD4EFFB1-7B89-46F6-9633-175B3D884FA4}"/>
              </a:ext>
            </a:extLst>
          </p:cNvPr>
          <p:cNvSpPr/>
          <p:nvPr/>
        </p:nvSpPr>
        <p:spPr>
          <a:xfrm rot="10800000">
            <a:off x="8740110" y="6789450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466117D-7334-47D0-9751-B47148AF90CF}"/>
              </a:ext>
            </a:extLst>
          </p:cNvPr>
          <p:cNvSpPr/>
          <p:nvPr/>
        </p:nvSpPr>
        <p:spPr>
          <a:xfrm rot="10800000">
            <a:off x="12659310" y="6789450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76F5BF-9E73-4CD6-A97C-E804016BFAC9}"/>
              </a:ext>
            </a:extLst>
          </p:cNvPr>
          <p:cNvSpPr txBox="1"/>
          <p:nvPr/>
        </p:nvSpPr>
        <p:spPr>
          <a:xfrm flipH="1">
            <a:off x="1042961" y="6131904"/>
            <a:ext cx="3636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+mj-lt"/>
              </a:rPr>
              <a:t>Title Here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EFB515F-891F-41BE-BD23-1C1C9E5FFF06}"/>
              </a:ext>
            </a:extLst>
          </p:cNvPr>
          <p:cNvSpPr txBox="1"/>
          <p:nvPr/>
        </p:nvSpPr>
        <p:spPr>
          <a:xfrm flipH="1">
            <a:off x="1500136" y="6790566"/>
            <a:ext cx="3179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9335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600F500B-CE21-4BF2-A42F-25C003532529}"/>
              </a:ext>
            </a:extLst>
          </p:cNvPr>
          <p:cNvSpPr/>
          <p:nvPr/>
        </p:nvSpPr>
        <p:spPr>
          <a:xfrm>
            <a:off x="9210000" y="5207398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B1651033-01EF-406C-95F8-08DC2401D259}"/>
              </a:ext>
            </a:extLst>
          </p:cNvPr>
          <p:cNvSpPr/>
          <p:nvPr/>
        </p:nvSpPr>
        <p:spPr>
          <a:xfrm>
            <a:off x="5290800" y="5207398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DA8C54F-66C8-4277-BA29-586EA541292B}"/>
              </a:ext>
            </a:extLst>
          </p:cNvPr>
          <p:cNvSpPr/>
          <p:nvPr/>
        </p:nvSpPr>
        <p:spPr>
          <a:xfrm>
            <a:off x="13129200" y="5207398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18D7FE07-10C6-4D25-8319-699F213E4F50}"/>
              </a:ext>
            </a:extLst>
          </p:cNvPr>
          <p:cNvSpPr/>
          <p:nvPr/>
        </p:nvSpPr>
        <p:spPr>
          <a:xfrm>
            <a:off x="1371600" y="5207398"/>
            <a:ext cx="3787200" cy="3708000"/>
          </a:xfrm>
          <a:prstGeom prst="roundRect">
            <a:avLst>
              <a:gd name="adj" fmla="val 4786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A96B472B-63E7-48E7-9D2A-44E18466B889}"/>
              </a:ext>
            </a:extLst>
          </p:cNvPr>
          <p:cNvSpPr/>
          <p:nvPr/>
        </p:nvSpPr>
        <p:spPr>
          <a:xfrm>
            <a:off x="13129200" y="1371602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C7ED7964-6A93-4544-9ABB-1BB4085F2576}"/>
              </a:ext>
            </a:extLst>
          </p:cNvPr>
          <p:cNvSpPr/>
          <p:nvPr/>
        </p:nvSpPr>
        <p:spPr>
          <a:xfrm>
            <a:off x="5290800" y="1371602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575D9EBD-B434-4A60-BEE9-DAEF03688F07}"/>
              </a:ext>
            </a:extLst>
          </p:cNvPr>
          <p:cNvSpPr/>
          <p:nvPr/>
        </p:nvSpPr>
        <p:spPr>
          <a:xfrm>
            <a:off x="9210000" y="1371602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8E139667-13EA-4715-9990-1CFE241EB746}"/>
              </a:ext>
            </a:extLst>
          </p:cNvPr>
          <p:cNvSpPr/>
          <p:nvPr/>
        </p:nvSpPr>
        <p:spPr>
          <a:xfrm>
            <a:off x="1371600" y="1371602"/>
            <a:ext cx="3787200" cy="3708000"/>
          </a:xfrm>
          <a:prstGeom prst="roundRect">
            <a:avLst>
              <a:gd name="adj" fmla="val 478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04D659-094A-4B5B-88D2-580F9F801056}"/>
              </a:ext>
            </a:extLst>
          </p:cNvPr>
          <p:cNvSpPr txBox="1"/>
          <p:nvPr/>
        </p:nvSpPr>
        <p:spPr>
          <a:xfrm flipH="1">
            <a:off x="1850892" y="2902437"/>
            <a:ext cx="282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PLAN</a:t>
            </a:r>
            <a:endParaRPr lang="ru-RU" sz="3600" b="1" dirty="0"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B72D29-3183-4ED9-8014-053C548A6B7B}"/>
              </a:ext>
            </a:extLst>
          </p:cNvPr>
          <p:cNvSpPr txBox="1"/>
          <p:nvPr/>
        </p:nvSpPr>
        <p:spPr>
          <a:xfrm flipH="1">
            <a:off x="5770092" y="2902437"/>
            <a:ext cx="282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DESIGN</a:t>
            </a:r>
            <a:endParaRPr lang="ru-RU" sz="3600" b="1" dirty="0"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C3DAE6-241B-4FA1-84D4-02E75A6BBC65}"/>
              </a:ext>
            </a:extLst>
          </p:cNvPr>
          <p:cNvSpPr txBox="1"/>
          <p:nvPr/>
        </p:nvSpPr>
        <p:spPr>
          <a:xfrm flipH="1">
            <a:off x="9689292" y="2902437"/>
            <a:ext cx="282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PRODUCE</a:t>
            </a:r>
            <a:endParaRPr lang="ru-RU" sz="3600" b="1" dirty="0">
              <a:latin typeface="+mj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D7C177-BAF0-47ED-916A-DF3D83571E46}"/>
              </a:ext>
            </a:extLst>
          </p:cNvPr>
          <p:cNvSpPr txBox="1"/>
          <p:nvPr/>
        </p:nvSpPr>
        <p:spPr>
          <a:xfrm flipH="1">
            <a:off x="13608492" y="2902437"/>
            <a:ext cx="282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DELIVER</a:t>
            </a:r>
            <a:endParaRPr lang="ru-RU" sz="3600" b="1" dirty="0">
              <a:latin typeface="+mj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1319B4-3A37-4116-88C6-805264CCA6B1}"/>
              </a:ext>
            </a:extLst>
          </p:cNvPr>
          <p:cNvSpPr txBox="1"/>
          <p:nvPr/>
        </p:nvSpPr>
        <p:spPr>
          <a:xfrm flipH="1">
            <a:off x="5770092" y="6738233"/>
            <a:ext cx="282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SUPPORT</a:t>
            </a:r>
            <a:endParaRPr lang="ru-RU" sz="3600" b="1" dirty="0"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8AC80E-9104-439D-A575-CBA72C289E19}"/>
              </a:ext>
            </a:extLst>
          </p:cNvPr>
          <p:cNvSpPr txBox="1"/>
          <p:nvPr/>
        </p:nvSpPr>
        <p:spPr>
          <a:xfrm flipH="1">
            <a:off x="9689292" y="6738233"/>
            <a:ext cx="282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UPGRADE</a:t>
            </a:r>
            <a:endParaRPr lang="ru-RU" sz="3600" b="1" dirty="0"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DC1F84-5776-40CE-8EB2-D0C6B42858BB}"/>
              </a:ext>
            </a:extLst>
          </p:cNvPr>
          <p:cNvSpPr txBox="1"/>
          <p:nvPr/>
        </p:nvSpPr>
        <p:spPr>
          <a:xfrm flipH="1">
            <a:off x="13608492" y="6738233"/>
            <a:ext cx="282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PROMOTE</a:t>
            </a:r>
            <a:endParaRPr lang="ru-RU" sz="3600" b="1" dirty="0">
              <a:latin typeface="+mj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FBE038-4C18-4396-897D-5D25D8653CD4}"/>
              </a:ext>
            </a:extLst>
          </p:cNvPr>
          <p:cNvSpPr txBox="1"/>
          <p:nvPr/>
        </p:nvSpPr>
        <p:spPr>
          <a:xfrm flipH="1">
            <a:off x="1850892" y="6738233"/>
            <a:ext cx="282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j-lt"/>
              </a:rPr>
              <a:t>PROFIT</a:t>
            </a:r>
            <a:endParaRPr lang="ru-RU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9728E82-8BB9-48FA-88E6-EE216F7AF53E}"/>
              </a:ext>
            </a:extLst>
          </p:cNvPr>
          <p:cNvSpPr/>
          <p:nvPr/>
        </p:nvSpPr>
        <p:spPr>
          <a:xfrm>
            <a:off x="4820910" y="2958615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CF42247-D018-454B-93BE-4BFD6CE328A2}"/>
              </a:ext>
            </a:extLst>
          </p:cNvPr>
          <p:cNvSpPr/>
          <p:nvPr/>
        </p:nvSpPr>
        <p:spPr>
          <a:xfrm>
            <a:off x="8740110" y="2958615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C6D0AA4A-2D72-4B88-8C96-575EAF011089}"/>
              </a:ext>
            </a:extLst>
          </p:cNvPr>
          <p:cNvSpPr/>
          <p:nvPr/>
        </p:nvSpPr>
        <p:spPr>
          <a:xfrm>
            <a:off x="12659310" y="2958615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185F47AF-FC1B-4CF7-9F3A-BF9807167E72}"/>
              </a:ext>
            </a:extLst>
          </p:cNvPr>
          <p:cNvSpPr/>
          <p:nvPr/>
        </p:nvSpPr>
        <p:spPr>
          <a:xfrm rot="10800000">
            <a:off x="8740110" y="6789450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AB133F79-32EA-4579-8360-D30DFE14F4EC}"/>
              </a:ext>
            </a:extLst>
          </p:cNvPr>
          <p:cNvSpPr/>
          <p:nvPr/>
        </p:nvSpPr>
        <p:spPr>
          <a:xfrm rot="10800000">
            <a:off x="12659310" y="6789450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0456B2A4-0226-41A7-8619-6F041A397D7E}"/>
              </a:ext>
            </a:extLst>
          </p:cNvPr>
          <p:cNvSpPr/>
          <p:nvPr/>
        </p:nvSpPr>
        <p:spPr>
          <a:xfrm rot="5400000">
            <a:off x="14618910" y="4871552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179CAB20-631C-47B7-85C8-A07074A96722}"/>
              </a:ext>
            </a:extLst>
          </p:cNvPr>
          <p:cNvSpPr/>
          <p:nvPr/>
        </p:nvSpPr>
        <p:spPr>
          <a:xfrm rot="10800000">
            <a:off x="4820910" y="6789450"/>
            <a:ext cx="807780" cy="543896"/>
          </a:xfrm>
          <a:prstGeom prst="rightArrow">
            <a:avLst>
              <a:gd name="adj1" fmla="val 37778"/>
              <a:gd name="adj2" fmla="val 471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10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NARAL LAYOUTS">
  <a:themeElements>
    <a:clrScheme name="VIVID - Color 01">
      <a:dk1>
        <a:srgbClr val="171C30"/>
      </a:dk1>
      <a:lt1>
        <a:srgbClr val="FFFFFF"/>
      </a:lt1>
      <a:dk2>
        <a:srgbClr val="858591"/>
      </a:dk2>
      <a:lt2>
        <a:srgbClr val="F2F2F5"/>
      </a:lt2>
      <a:accent1>
        <a:srgbClr val="FFC955"/>
      </a:accent1>
      <a:accent2>
        <a:srgbClr val="FF5355"/>
      </a:accent2>
      <a:accent3>
        <a:srgbClr val="CE59C4"/>
      </a:accent3>
      <a:accent4>
        <a:srgbClr val="8766D0"/>
      </a:accent4>
      <a:accent5>
        <a:srgbClr val="6C9FF4"/>
      </a:accent5>
      <a:accent6>
        <a:srgbClr val="5BC9B0"/>
      </a:accent6>
      <a:hlink>
        <a:srgbClr val="6C9FF4"/>
      </a:hlink>
      <a:folHlink>
        <a:srgbClr val="5BC9B0"/>
      </a:folHlink>
    </a:clrScheme>
    <a:fontScheme name="Sourse Sans Pro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 cap="sq">
          <a:solidFill>
            <a:schemeClr val="accent4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8174</TotalTime>
  <Words>2471</Words>
  <Application>Microsoft Office PowerPoint</Application>
  <PresentationFormat>Custom</PresentationFormat>
  <Paragraphs>455</Paragraphs>
  <Slides>60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Arial</vt:lpstr>
      <vt:lpstr>Source Sans Pro</vt:lpstr>
      <vt:lpstr>Source Sans Pro Black</vt:lpstr>
      <vt:lpstr>GENARAL LAYOUTS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Oleksandr Zaikin</dc:creator>
  <cp:lastModifiedBy>Oleksandr</cp:lastModifiedBy>
  <cp:revision>857</cp:revision>
  <dcterms:created xsi:type="dcterms:W3CDTF">2019-10-17T21:41:43Z</dcterms:created>
  <dcterms:modified xsi:type="dcterms:W3CDTF">2020-04-13T15:16:01Z</dcterms:modified>
</cp:coreProperties>
</file>